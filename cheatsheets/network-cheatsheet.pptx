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64" r:id="rId2"/>
  </p:sldIdLst>
  <p:sldSz cx="13970000" cy="10795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1pPr>
    <a:lvl2pPr marL="0" marR="0" indent="2286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2pPr>
    <a:lvl3pPr marL="0" marR="0" indent="4572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3pPr>
    <a:lvl4pPr marL="0" marR="0" indent="6858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4pPr>
    <a:lvl5pPr marL="0" marR="0" indent="9144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5pPr>
    <a:lvl6pPr marL="0" marR="0" indent="11430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6pPr>
    <a:lvl7pPr marL="0" marR="0" indent="13716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7pPr>
    <a:lvl8pPr marL="0" marR="0" indent="16002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8pPr>
    <a:lvl9pPr marL="0" marR="0" indent="18288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C4C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3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871"/>
    <p:restoredTop sz="94589"/>
  </p:normalViewPr>
  <p:slideViewPr>
    <p:cSldViewPr snapToGrid="0" snapToObjects="1">
      <p:cViewPr varScale="1">
        <p:scale>
          <a:sx n="76" d="100"/>
          <a:sy n="76" d="100"/>
        </p:scale>
        <p:origin x="152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12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126" name="Shape 12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1pPr>
    <a:lvl2pPr indent="2286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2pPr>
    <a:lvl3pPr indent="4572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3pPr>
    <a:lvl4pPr indent="6858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4pPr>
    <a:lvl5pPr indent="9144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5pPr>
    <a:lvl6pPr indent="11430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6pPr>
    <a:lvl7pPr indent="13716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7pPr>
    <a:lvl8pPr indent="16002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8pPr>
    <a:lvl9pPr indent="18288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5C73C-D961-59A8-653C-FD1B41495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D27989-13CA-2661-E63A-022EB3E8BD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09675" y="685800"/>
            <a:ext cx="4438650" cy="3429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CC2506-7156-0D76-A3E6-7FEF7C00CB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375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mage"/>
          <p:cNvSpPr>
            <a:spLocks noGrp="1"/>
          </p:cNvSpPr>
          <p:nvPr>
            <p:ph type="pic" idx="13"/>
          </p:nvPr>
        </p:nvSpPr>
        <p:spPr>
          <a:xfrm>
            <a:off x="1725786" y="840878"/>
            <a:ext cx="10504786" cy="635744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 dirty="0"/>
          </a:p>
        </p:txBody>
      </p:sp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1364257" y="7375673"/>
            <a:ext cx="11241486" cy="152797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364257" y="8958212"/>
            <a:ext cx="11241486" cy="1214191"/>
          </a:xfrm>
          <a:prstGeom prst="rect">
            <a:avLst/>
          </a:prstGeom>
        </p:spPr>
        <p:txBody>
          <a:bodyPr anchor="t"/>
          <a:lstStyle>
            <a:lvl1pPr marL="0" indent="0">
              <a:buSzTx/>
              <a:buNone/>
              <a:defRPr sz="2500">
                <a:solidFill>
                  <a:srgbClr val="628DB5"/>
                </a:solidFill>
              </a:defRPr>
            </a:lvl1pPr>
            <a:lvl2pPr marL="0" indent="228600">
              <a:buSzTx/>
              <a:buNone/>
              <a:defRPr sz="2500">
                <a:solidFill>
                  <a:srgbClr val="628DB5"/>
                </a:solidFill>
              </a:defRPr>
            </a:lvl2pPr>
            <a:lvl3pPr marL="0" indent="457200">
              <a:buSzTx/>
              <a:buNone/>
              <a:defRPr sz="2500">
                <a:solidFill>
                  <a:srgbClr val="628DB5"/>
                </a:solidFill>
              </a:defRPr>
            </a:lvl3pPr>
            <a:lvl4pPr marL="0" indent="685800">
              <a:buSzTx/>
              <a:buNone/>
              <a:defRPr sz="2500">
                <a:solidFill>
                  <a:srgbClr val="628DB5"/>
                </a:solidFill>
              </a:defRPr>
            </a:lvl4pPr>
            <a:lvl5pPr marL="0" indent="914400">
              <a:buSzTx/>
              <a:buNone/>
              <a:defRPr sz="2500">
                <a:solidFill>
                  <a:srgbClr val="628DB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790156" y="10090546"/>
            <a:ext cx="376045" cy="388542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1364257" y="3623964"/>
            <a:ext cx="11241486" cy="3547072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Image"/>
          <p:cNvSpPr>
            <a:spLocks noGrp="1"/>
          </p:cNvSpPr>
          <p:nvPr>
            <p:ph type="pic" sz="half" idx="13"/>
          </p:nvPr>
        </p:nvSpPr>
        <p:spPr>
          <a:xfrm>
            <a:off x="7216923" y="840878"/>
            <a:ext cx="5729884" cy="8840392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 dirty="0"/>
          </a:p>
        </p:txBody>
      </p:sp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1023193" y="840878"/>
            <a:ext cx="5729884" cy="4283771"/>
          </a:xfrm>
          <a:prstGeom prst="rect">
            <a:avLst/>
          </a:prstGeom>
        </p:spPr>
        <p:txBody>
          <a:bodyPr anchor="b"/>
          <a:lstStyle>
            <a:lvl1pPr>
              <a:defRPr sz="3300">
                <a:latin typeface="Source Sans Pro Semibold"/>
                <a:ea typeface="Source Sans Pro Semibold"/>
                <a:cs typeface="Source Sans Pro Semibold"/>
                <a:sym typeface="Source Sans Pro Semibold"/>
              </a:defRPr>
            </a:lvl1pPr>
          </a:lstStyle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023193" y="5274716"/>
            <a:ext cx="5729884" cy="4406554"/>
          </a:xfrm>
          <a:prstGeom prst="rect">
            <a:avLst/>
          </a:prstGeom>
        </p:spPr>
        <p:txBody>
          <a:bodyPr anchor="t"/>
          <a:lstStyle>
            <a:lvl1pPr marL="0" indent="0">
              <a:buSzTx/>
              <a:buNone/>
              <a:defRPr sz="2500">
                <a:solidFill>
                  <a:srgbClr val="628DB5"/>
                </a:solidFill>
              </a:defRPr>
            </a:lvl1pPr>
            <a:lvl2pPr marL="0" indent="228600">
              <a:buSzTx/>
              <a:buNone/>
              <a:defRPr sz="2500">
                <a:solidFill>
                  <a:srgbClr val="628DB5"/>
                </a:solidFill>
              </a:defRPr>
            </a:lvl2pPr>
            <a:lvl3pPr marL="0" indent="457200">
              <a:buSzTx/>
              <a:buNone/>
              <a:defRPr sz="2500">
                <a:solidFill>
                  <a:srgbClr val="628DB5"/>
                </a:solidFill>
              </a:defRPr>
            </a:lvl3pPr>
            <a:lvl4pPr marL="0" indent="685800">
              <a:buSzTx/>
              <a:buNone/>
              <a:defRPr sz="2500">
                <a:solidFill>
                  <a:srgbClr val="628DB5"/>
                </a:solidFill>
              </a:defRPr>
            </a:lvl4pPr>
            <a:lvl5pPr marL="0" indent="914400">
              <a:buSzTx/>
              <a:buNone/>
              <a:defRPr sz="2500">
                <a:solidFill>
                  <a:srgbClr val="628DB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7216923" y="2955478"/>
            <a:ext cx="5729884" cy="6753077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 dirty="0"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023193" y="2955478"/>
            <a:ext cx="5729884" cy="6753077"/>
          </a:xfrm>
          <a:prstGeom prst="rect">
            <a:avLst/>
          </a:prstGeom>
        </p:spPr>
        <p:txBody>
          <a:bodyPr/>
          <a:lstStyle>
            <a:lvl1pPr marL="146957" indent="-146957">
              <a:defRPr b="1"/>
            </a:lvl1pPr>
            <a:lvl2pPr marL="489857" indent="-146957">
              <a:defRPr b="1"/>
            </a:lvl2pPr>
            <a:lvl3pPr marL="832757" indent="-146957">
              <a:defRPr b="1"/>
            </a:lvl3pPr>
            <a:lvl4pPr marL="1175657" indent="-146957">
              <a:defRPr b="1"/>
            </a:lvl4pPr>
            <a:lvl5pPr marL="1518557" indent="-146957">
              <a:defRPr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1023193" y="1523007"/>
            <a:ext cx="11923614" cy="7748986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Image"/>
          <p:cNvSpPr>
            <a:spLocks noGrp="1"/>
          </p:cNvSpPr>
          <p:nvPr>
            <p:ph type="pic" sz="half" idx="13"/>
          </p:nvPr>
        </p:nvSpPr>
        <p:spPr>
          <a:xfrm>
            <a:off x="1023193" y="1113730"/>
            <a:ext cx="5729884" cy="856754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 dirty="0"/>
          </a:p>
        </p:txBody>
      </p:sp>
      <p:sp>
        <p:nvSpPr>
          <p:cNvPr id="84" name="Image"/>
          <p:cNvSpPr>
            <a:spLocks noGrp="1"/>
          </p:cNvSpPr>
          <p:nvPr>
            <p:ph type="pic" sz="quarter" idx="14"/>
          </p:nvPr>
        </p:nvSpPr>
        <p:spPr>
          <a:xfrm>
            <a:off x="7216923" y="5629423"/>
            <a:ext cx="5729884" cy="4051847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 dirty="0"/>
          </a:p>
        </p:txBody>
      </p:sp>
      <p:sp>
        <p:nvSpPr>
          <p:cNvPr id="85" name="Image"/>
          <p:cNvSpPr>
            <a:spLocks noGrp="1"/>
          </p:cNvSpPr>
          <p:nvPr>
            <p:ph type="pic" sz="quarter" idx="15"/>
          </p:nvPr>
        </p:nvSpPr>
        <p:spPr>
          <a:xfrm>
            <a:off x="7223603" y="1113730"/>
            <a:ext cx="5729884" cy="4051847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 dirty="0"/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–Johnny Appleseed"/>
          <p:cNvSpPr>
            <a:spLocks noGrp="1"/>
          </p:cNvSpPr>
          <p:nvPr>
            <p:ph type="body" sz="quarter" idx="13"/>
          </p:nvPr>
        </p:nvSpPr>
        <p:spPr>
          <a:xfrm>
            <a:off x="1364257" y="6993681"/>
            <a:ext cx="11241486" cy="508001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r">
              <a:lnSpc>
                <a:spcPct val="90000"/>
              </a:lnSpc>
              <a:buSzTx/>
              <a:buNone/>
              <a:defRPr sz="900"/>
            </a:lvl1pPr>
          </a:lstStyle>
          <a:p>
            <a:r>
              <a:t>–Johnny Appleseed</a:t>
            </a:r>
          </a:p>
        </p:txBody>
      </p:sp>
      <p:sp>
        <p:nvSpPr>
          <p:cNvPr id="94" name="“Type a quote here.”"/>
          <p:cNvSpPr>
            <a:spLocks noGrp="1"/>
          </p:cNvSpPr>
          <p:nvPr>
            <p:ph type="body" sz="quarter" idx="14"/>
          </p:nvPr>
        </p:nvSpPr>
        <p:spPr>
          <a:xfrm>
            <a:off x="1364257" y="4742656"/>
            <a:ext cx="11241486" cy="7367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buSzTx/>
              <a:buNone/>
            </a:lvl1pPr>
          </a:lstStyle>
          <a:p>
            <a:r>
              <a:t>“Type a quote here.” </a:t>
            </a:r>
          </a:p>
        </p:txBody>
      </p:sp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Image"/>
          <p:cNvSpPr>
            <a:spLocks noGrp="1"/>
          </p:cNvSpPr>
          <p:nvPr>
            <p:ph type="pic" idx="13"/>
          </p:nvPr>
        </p:nvSpPr>
        <p:spPr>
          <a:xfrm>
            <a:off x="0" y="158750"/>
            <a:ext cx="13964218" cy="104775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 dirty="0"/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1023193" y="636240"/>
            <a:ext cx="11923614" cy="2319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4570" tIns="54570" rIns="54570" bIns="5457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1023193" y="2955478"/>
            <a:ext cx="11923614" cy="6753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4570" tIns="54570" rIns="54570" bIns="54570" anchor="ctr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790156" y="10097368"/>
            <a:ext cx="376045" cy="388541"/>
          </a:xfrm>
          <a:prstGeom prst="rect">
            <a:avLst/>
          </a:prstGeom>
          <a:ln w="12700">
            <a:miter lim="400000"/>
          </a:ln>
        </p:spPr>
        <p:txBody>
          <a:bodyPr wrap="none" lIns="54570" tIns="54570" rIns="54570" bIns="54570">
            <a:spAutoFit/>
          </a:bodyPr>
          <a:lstStyle>
            <a:lvl1pPr algn="ctr">
              <a:spcBef>
                <a:spcPts val="0"/>
              </a:spcBef>
              <a:defRPr sz="1800" b="0">
                <a:solidFill>
                  <a:srgbClr val="000000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rPr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ransition spd="med"/>
  <p:txStyles>
    <p:titleStyle>
      <a:lvl1pPr marL="0" marR="0" indent="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1pPr>
      <a:lvl2pPr marL="0" marR="0" indent="2286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2pPr>
      <a:lvl3pPr marL="0" marR="0" indent="4572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3pPr>
      <a:lvl4pPr marL="0" marR="0" indent="6858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4pPr>
      <a:lvl5pPr marL="0" marR="0" indent="9144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5pPr>
      <a:lvl6pPr marL="0" marR="0" indent="11430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6pPr>
      <a:lvl7pPr marL="0" marR="0" indent="13716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7pPr>
      <a:lvl8pPr marL="0" marR="0" indent="16002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8pPr>
      <a:lvl9pPr marL="0" marR="0" indent="18288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9pPr>
    </p:titleStyle>
    <p:bodyStyle>
      <a:lvl1pPr marL="148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1pPr>
      <a:lvl2pPr marL="592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2pPr>
      <a:lvl3pPr marL="1037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3pPr>
      <a:lvl4pPr marL="1481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4pPr>
      <a:lvl5pPr marL="1926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5pPr>
      <a:lvl6pPr marL="2370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6pPr>
      <a:lvl7pPr marL="2815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7pPr>
      <a:lvl8pPr marL="3259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8pPr>
      <a:lvl9pPr marL="3704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228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685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1143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1600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creativecommons.org/licenses/by-sa/4.0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E75CB-94B8-D94D-4792-670E2E4F1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TextBox 446">
            <a:extLst>
              <a:ext uri="{FF2B5EF4-FFF2-40B4-BE49-F238E27FC236}">
                <a16:creationId xmlns:a16="http://schemas.microsoft.com/office/drawing/2014/main" id="{CB52EFD3-14B3-CC6B-3593-435986ECCE54}"/>
              </a:ext>
            </a:extLst>
          </p:cNvPr>
          <p:cNvSpPr txBox="1"/>
          <p:nvPr/>
        </p:nvSpPr>
        <p:spPr>
          <a:xfrm>
            <a:off x="3840480" y="2004091"/>
            <a:ext cx="670876" cy="28974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000" b="0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sym typeface="Source Sans Pro"/>
              </a:rPr>
              <a:t>Raw Data</a:t>
            </a:r>
          </a:p>
        </p:txBody>
      </p:sp>
      <p:sp>
        <p:nvSpPr>
          <p:cNvPr id="512" name="TextBox 511">
            <a:extLst>
              <a:ext uri="{FF2B5EF4-FFF2-40B4-BE49-F238E27FC236}">
                <a16:creationId xmlns:a16="http://schemas.microsoft.com/office/drawing/2014/main" id="{00175A15-8CCF-2D74-A709-B7D5E49F1DD2}"/>
              </a:ext>
            </a:extLst>
          </p:cNvPr>
          <p:cNvSpPr txBox="1"/>
          <p:nvPr/>
        </p:nvSpPr>
        <p:spPr>
          <a:xfrm>
            <a:off x="3840480" y="2877765"/>
            <a:ext cx="670876" cy="4436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b="0" dirty="0"/>
              <a:t>Tabular Data</a:t>
            </a:r>
            <a:endParaRPr kumimoji="0" lang="en-US" sz="1000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sym typeface="Source Sans Pro"/>
            </a:endParaRPr>
          </a:p>
        </p:txBody>
      </p:sp>
      <p:sp>
        <p:nvSpPr>
          <p:cNvPr id="515" name="TextBox 514">
            <a:extLst>
              <a:ext uri="{FF2B5EF4-FFF2-40B4-BE49-F238E27FC236}">
                <a16:creationId xmlns:a16="http://schemas.microsoft.com/office/drawing/2014/main" id="{92715091-098C-BA22-1EF1-6A8A3B3B7001}"/>
              </a:ext>
            </a:extLst>
          </p:cNvPr>
          <p:cNvSpPr txBox="1"/>
          <p:nvPr/>
        </p:nvSpPr>
        <p:spPr>
          <a:xfrm>
            <a:off x="3840480" y="6652009"/>
            <a:ext cx="670876" cy="4436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000" b="0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sym typeface="Source Sans Pro"/>
              </a:rPr>
              <a:t>S3 Graph API</a:t>
            </a:r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FB00A6E2-6F18-1C4F-E0CF-D0C2F298C719}"/>
              </a:ext>
            </a:extLst>
          </p:cNvPr>
          <p:cNvSpPr txBox="1"/>
          <p:nvPr/>
        </p:nvSpPr>
        <p:spPr>
          <a:xfrm>
            <a:off x="3840480" y="8209269"/>
            <a:ext cx="670876" cy="4436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000" b="0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sym typeface="Source Sans Pro"/>
              </a:rPr>
              <a:t>Graph Export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7E5AED-F21D-F3C8-54E5-14C8DAA2492C}"/>
              </a:ext>
            </a:extLst>
          </p:cNvPr>
          <p:cNvSpPr txBox="1"/>
          <p:nvPr/>
        </p:nvSpPr>
        <p:spPr>
          <a:xfrm>
            <a:off x="9875520" y="3840480"/>
            <a:ext cx="4177348" cy="40233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r>
              <a:rPr lang="en-US" b="0" dirty="0"/>
              <a:t>S3 methods execute the correct behavior based on the graph's class, allowing for analyses functions to work regardless of the data’s origin.</a:t>
            </a:r>
          </a:p>
          <a:p>
            <a:endParaRPr lang="en-US" b="0" dirty="0"/>
          </a:p>
          <a:p>
            <a:r>
              <a:rPr lang="en-US" b="0" dirty="0"/>
              <a:t>Examples of S3 Generic Functions:</a:t>
            </a:r>
            <a:endParaRPr lang="en-US" dirty="0"/>
          </a:p>
          <a:p>
            <a:r>
              <a:rPr lang="en-US" sz="1300" dirty="0"/>
              <a:t>1. bipartite_graph_projection()</a:t>
            </a:r>
          </a:p>
          <a:p>
            <a:r>
              <a:rPr lang="en-US" b="0" dirty="0"/>
              <a:t>Performs bipartite projection on multimodal graphs.</a:t>
            </a:r>
            <a:endParaRPr lang="en-US" sz="1300" dirty="0"/>
          </a:p>
          <a:p>
            <a:r>
              <a:rPr lang="en-US" sz="1300" dirty="0"/>
              <a:t>2. temporal_graph_projection()</a:t>
            </a:r>
          </a:p>
          <a:p>
            <a:r>
              <a:rPr lang="en-US" b="0" dirty="0"/>
              <a:t>Performs temporal projection on multimodal graphs.</a:t>
            </a:r>
            <a:endParaRPr lang="en-US" sz="1300" dirty="0"/>
          </a:p>
          <a:p>
            <a:r>
              <a:rPr lang="en-US" sz="1300" dirty="0"/>
              <a:t>3. community_oslom()</a:t>
            </a:r>
          </a:p>
          <a:p>
            <a:r>
              <a:rPr lang="en-US" b="0" dirty="0"/>
              <a:t>Runs OSLOM community detection on a graph.</a:t>
            </a:r>
          </a:p>
          <a:p>
            <a:r>
              <a:rPr lang="en-US" sz="1300" dirty="0"/>
              <a:t>4. graph_to_dsmj()</a:t>
            </a:r>
          </a:p>
          <a:p>
            <a:r>
              <a:rPr lang="en-US" b="0" dirty="0"/>
              <a:t>Exports graph to a .dsmj file.</a:t>
            </a:r>
            <a:endParaRPr lang="en-US" dirty="0"/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dirty="0"/>
          </a:p>
          <a:p>
            <a:r>
              <a:rPr lang="en-US" b="0" dirty="0"/>
              <a:t>Example of S3 Auxiliary Functions:</a:t>
            </a:r>
            <a:endParaRPr lang="en-US" dirty="0"/>
          </a:p>
          <a:p>
            <a:r>
              <a:rPr lang="en-US" sz="1300" dirty="0"/>
              <a:t>5. subset_bipartite_from_multimodal()</a:t>
            </a:r>
          </a:p>
          <a:p>
            <a:r>
              <a:rPr lang="en-US" b="0" dirty="0"/>
              <a:t>Slices a bipartite graph from a multimodal graph.</a:t>
            </a:r>
          </a:p>
          <a:p>
            <a:r>
              <a:rPr lang="en-US" sz="1300" dirty="0"/>
              <a:t>6. get_bidirected_edges()</a:t>
            </a:r>
          </a:p>
          <a:p>
            <a:r>
              <a:rPr lang="en-US" b="0" dirty="0"/>
              <a:t>Returns all mutual edge pairs from a graph.</a:t>
            </a:r>
          </a:p>
        </p:txBody>
      </p:sp>
      <p:sp>
        <p:nvSpPr>
          <p:cNvPr id="514" name="TextBox 513">
            <a:extLst>
              <a:ext uri="{FF2B5EF4-FFF2-40B4-BE49-F238E27FC236}">
                <a16:creationId xmlns:a16="http://schemas.microsoft.com/office/drawing/2014/main" id="{A6A38651-6143-58E0-A426-291742B7F63E}"/>
              </a:ext>
            </a:extLst>
          </p:cNvPr>
          <p:cNvSpPr txBox="1"/>
          <p:nvPr/>
        </p:nvSpPr>
        <p:spPr>
          <a:xfrm>
            <a:off x="3840480" y="5027556"/>
            <a:ext cx="670876" cy="4436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000" b="0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sym typeface="Source Sans Pro"/>
              </a:rPr>
              <a:t>S3 Graph Class</a:t>
            </a:r>
          </a:p>
        </p:txBody>
      </p:sp>
      <p:pic>
        <p:nvPicPr>
          <p:cNvPr id="292" name="Image" descr="Image">
            <a:extLst>
              <a:ext uri="{FF2B5EF4-FFF2-40B4-BE49-F238E27FC236}">
                <a16:creationId xmlns:a16="http://schemas.microsoft.com/office/drawing/2014/main" id="{D412143F-8C0B-8E9F-6A3D-7E14A3B531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7009" y="-681823"/>
            <a:ext cx="5121226" cy="2990088"/>
          </a:xfrm>
          <a:prstGeom prst="rect">
            <a:avLst/>
          </a:prstGeom>
          <a:ln w="12700">
            <a:miter lim="400000"/>
          </a:ln>
        </p:spPr>
      </p:pic>
      <p:sp>
        <p:nvSpPr>
          <p:cNvPr id="312" name="Line">
            <a:extLst>
              <a:ext uri="{FF2B5EF4-FFF2-40B4-BE49-F238E27FC236}">
                <a16:creationId xmlns:a16="http://schemas.microsoft.com/office/drawing/2014/main" id="{C11ACDA3-A330-A7FC-35FF-39E6F1C972A8}"/>
              </a:ext>
            </a:extLst>
          </p:cNvPr>
          <p:cNvSpPr/>
          <p:nvPr/>
        </p:nvSpPr>
        <p:spPr>
          <a:xfrm flipV="1">
            <a:off x="213255" y="10296246"/>
            <a:ext cx="13462982" cy="39499"/>
          </a:xfrm>
          <a:prstGeom prst="line">
            <a:avLst/>
          </a:prstGeom>
          <a:ln w="12700">
            <a:solidFill>
              <a:srgbClr val="E4E4E3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313" name="YOUR LOGO…">
            <a:extLst>
              <a:ext uri="{FF2B5EF4-FFF2-40B4-BE49-F238E27FC236}">
                <a16:creationId xmlns:a16="http://schemas.microsoft.com/office/drawing/2014/main" id="{7AF3A487-ABDE-7E86-C609-05D77F192B61}"/>
              </a:ext>
            </a:extLst>
          </p:cNvPr>
          <p:cNvSpPr/>
          <p:nvPr/>
        </p:nvSpPr>
        <p:spPr>
          <a:xfrm>
            <a:off x="170343" y="10207710"/>
            <a:ext cx="1757945" cy="528270"/>
          </a:xfrm>
          <a:prstGeom prst="roundRect">
            <a:avLst>
              <a:gd name="adj" fmla="val 36061"/>
            </a:avLst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defRPr>
                <a:solidFill>
                  <a:srgbClr val="407AAA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lang="en-US" sz="2400" dirty="0"/>
              <a:t>Kaiāulu</a:t>
            </a:r>
            <a:endParaRPr sz="2400" dirty="0"/>
          </a:p>
        </p:txBody>
      </p:sp>
      <p:sp>
        <p:nvSpPr>
          <p:cNvPr id="334" name="Three Column Layout: : CHEAT SHEET">
            <a:extLst>
              <a:ext uri="{FF2B5EF4-FFF2-40B4-BE49-F238E27FC236}">
                <a16:creationId xmlns:a16="http://schemas.microsoft.com/office/drawing/2014/main" id="{6B65408F-2C85-7530-C56E-E5ABBD2AA7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721" y="361177"/>
            <a:ext cx="10898129" cy="803346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n-US" dirty="0"/>
              <a:t>Network Transform</a:t>
            </a:r>
            <a:r>
              <a:rPr dirty="0"/>
              <a:t>: : </a:t>
            </a:r>
            <a:r>
              <a:rPr sz="3300" dirty="0">
                <a:latin typeface="Source Sans Pro Semibold"/>
                <a:ea typeface="Source Sans Pro Semibold"/>
                <a:cs typeface="Source Sans Pro Semibold"/>
                <a:sym typeface="Source Sans Pro Semibold"/>
              </a:rPr>
              <a:t>CHEAT SHEET</a:t>
            </a:r>
            <a:r>
              <a:rPr dirty="0"/>
              <a:t> </a:t>
            </a:r>
          </a:p>
        </p:txBody>
      </p:sp>
      <p:sp>
        <p:nvSpPr>
          <p:cNvPr id="384" name="Layout Suggestions">
            <a:extLst>
              <a:ext uri="{FF2B5EF4-FFF2-40B4-BE49-F238E27FC236}">
                <a16:creationId xmlns:a16="http://schemas.microsoft.com/office/drawing/2014/main" id="{4453C3E4-42A9-B61F-8214-74E6D6EF2559}"/>
              </a:ext>
            </a:extLst>
          </p:cNvPr>
          <p:cNvSpPr txBox="1"/>
          <p:nvPr/>
        </p:nvSpPr>
        <p:spPr>
          <a:xfrm>
            <a:off x="275721" y="1459299"/>
            <a:ext cx="1349729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About</a:t>
            </a:r>
            <a:endParaRPr dirty="0"/>
          </a:p>
        </p:txBody>
      </p:sp>
      <p:pic>
        <p:nvPicPr>
          <p:cNvPr id="8" name="Picture 7" descr="A picture containing text&#10;&#10;Description automatically generated">
            <a:extLst>
              <a:ext uri="{FF2B5EF4-FFF2-40B4-BE49-F238E27FC236}">
                <a16:creationId xmlns:a16="http://schemas.microsoft.com/office/drawing/2014/main" id="{CBA9E0E7-A9EB-DFF3-2296-C97A3DD379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14310" y="122459"/>
            <a:ext cx="1443262" cy="1676046"/>
          </a:xfrm>
          <a:prstGeom prst="rect">
            <a:avLst/>
          </a:prstGeom>
        </p:spPr>
      </p:pic>
      <p:sp>
        <p:nvSpPr>
          <p:cNvPr id="501" name="TextBox 500">
            <a:extLst>
              <a:ext uri="{FF2B5EF4-FFF2-40B4-BE49-F238E27FC236}">
                <a16:creationId xmlns:a16="http://schemas.microsoft.com/office/drawing/2014/main" id="{2F2FF23E-9199-57EA-026B-924449FE61BB}"/>
              </a:ext>
            </a:extLst>
          </p:cNvPr>
          <p:cNvSpPr txBox="1"/>
          <p:nvPr/>
        </p:nvSpPr>
        <p:spPr>
          <a:xfrm>
            <a:off x="274319" y="1661397"/>
            <a:ext cx="3284761" cy="1797847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r>
              <a:rPr lang="en-US" b="0" dirty="0" err="1"/>
              <a:t>Kaiaulu’s</a:t>
            </a:r>
            <a:r>
              <a:rPr lang="en-US" b="0" dirty="0"/>
              <a:t> graph module unifies a variety of data sources (e.g. git logs, mailing lists) in a consistent </a:t>
            </a:r>
            <a:r>
              <a:rPr lang="en-US" b="0"/>
              <a:t>object-oriented structure </a:t>
            </a:r>
            <a:r>
              <a:rPr lang="en-US" b="0" dirty="0"/>
              <a:t>using S3 (R's object-oriented system). This abstraction allows future graph functions to be de-coupled from the data source. Graph functions will also apply the correct transformations depending on the graph object being passed as parameter (similarly to a print() function).</a:t>
            </a:r>
            <a:endParaRPr kumimoji="0" lang="en-US" b="0" i="0" u="none" strike="noStrike" cap="none" spc="0" normalizeH="0" dirty="0">
              <a:ln>
                <a:noFill/>
              </a:ln>
              <a:effectLst/>
              <a:uFillTx/>
              <a:latin typeface="Source Sans Pro" panose="020B0503030403020204" pitchFamily="34" charset="0"/>
              <a:ea typeface="Source Sans Pro" panose="020B0503030403020204" pitchFamily="34" charset="0"/>
              <a:sym typeface="Source Sans Pro"/>
            </a:endParaRPr>
          </a:p>
        </p:txBody>
      </p:sp>
      <p:sp>
        <p:nvSpPr>
          <p:cNvPr id="424" name="Layout Suggestions">
            <a:extLst>
              <a:ext uri="{FF2B5EF4-FFF2-40B4-BE49-F238E27FC236}">
                <a16:creationId xmlns:a16="http://schemas.microsoft.com/office/drawing/2014/main" id="{D8B9ADEC-CA83-2673-D6C2-A2E2EE9D874C}"/>
              </a:ext>
            </a:extLst>
          </p:cNvPr>
          <p:cNvSpPr txBox="1"/>
          <p:nvPr/>
        </p:nvSpPr>
        <p:spPr>
          <a:xfrm>
            <a:off x="4937760" y="1463040"/>
            <a:ext cx="3892248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Network Transform Pipeline</a:t>
            </a:r>
            <a:endParaRPr dirty="0"/>
          </a:p>
        </p:txBody>
      </p:sp>
      <p:cxnSp>
        <p:nvCxnSpPr>
          <p:cNvPr id="510" name="Elbow Connector 509">
            <a:extLst>
              <a:ext uri="{FF2B5EF4-FFF2-40B4-BE49-F238E27FC236}">
                <a16:creationId xmlns:a16="http://schemas.microsoft.com/office/drawing/2014/main" id="{E8C57EA0-3E21-7D0A-382E-548B3351106F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8102322" y="1629314"/>
            <a:ext cx="1773198" cy="3659017"/>
          </a:xfrm>
          <a:prstGeom prst="bentConnector3">
            <a:avLst>
              <a:gd name="adj1" fmla="val 50000"/>
            </a:avLst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323" name="Elbow Connector 322">
            <a:extLst>
              <a:ext uri="{FF2B5EF4-FFF2-40B4-BE49-F238E27FC236}">
                <a16:creationId xmlns:a16="http://schemas.microsoft.com/office/drawing/2014/main" id="{D62725E0-088E-28DD-C11C-92446A1680A3}"/>
              </a:ext>
            </a:extLst>
          </p:cNvPr>
          <p:cNvCxnSpPr>
            <a:cxnSpLocks/>
          </p:cNvCxnSpPr>
          <p:nvPr/>
        </p:nvCxnSpPr>
        <p:spPr>
          <a:xfrm rot="16200000" flipV="1">
            <a:off x="4503491" y="8322064"/>
            <a:ext cx="1504272" cy="4430"/>
          </a:xfrm>
          <a:prstGeom prst="bentConnector3">
            <a:avLst>
              <a:gd name="adj1" fmla="val 50000"/>
            </a:avLst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326" name="Manipulate Variables">
            <a:extLst>
              <a:ext uri="{FF2B5EF4-FFF2-40B4-BE49-F238E27FC236}">
                <a16:creationId xmlns:a16="http://schemas.microsoft.com/office/drawing/2014/main" id="{2F9498C8-3307-19D4-3FFB-BEE8A00DCD6C}"/>
              </a:ext>
            </a:extLst>
          </p:cNvPr>
          <p:cNvSpPr txBox="1"/>
          <p:nvPr/>
        </p:nvSpPr>
        <p:spPr>
          <a:xfrm>
            <a:off x="274320" y="7498080"/>
            <a:ext cx="1825821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Transformers</a:t>
            </a:r>
            <a:endParaRPr dirty="0"/>
          </a:p>
        </p:txBody>
      </p:sp>
      <p:sp>
        <p:nvSpPr>
          <p:cNvPr id="421" name="Manipulate Variables">
            <a:extLst>
              <a:ext uri="{FF2B5EF4-FFF2-40B4-BE49-F238E27FC236}">
                <a16:creationId xmlns:a16="http://schemas.microsoft.com/office/drawing/2014/main" id="{FA72E449-20FE-F250-AC94-A5497D4C26C8}"/>
              </a:ext>
            </a:extLst>
          </p:cNvPr>
          <p:cNvSpPr txBox="1"/>
          <p:nvPr/>
        </p:nvSpPr>
        <p:spPr>
          <a:xfrm>
            <a:off x="9875520" y="8321040"/>
            <a:ext cx="3085781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Custom Graph Weights</a:t>
            </a:r>
            <a:endParaRPr dirty="0"/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2DDA2A86-B769-8136-86EB-0CFF91555CF0}"/>
              </a:ext>
            </a:extLst>
          </p:cNvPr>
          <p:cNvSpPr txBox="1"/>
          <p:nvPr/>
        </p:nvSpPr>
        <p:spPr>
          <a:xfrm>
            <a:off x="9875520" y="8595360"/>
            <a:ext cx="4138222" cy="14630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r>
              <a:rPr lang="en-US" b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Any numeric value — such as sentiment scores or custom weight schemes — can be assigned as edge </a:t>
            </a:r>
            <a:r>
              <a:rPr lang="en-US" dirty="0">
                <a:solidFill>
                  <a:schemeClr val="accent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weights</a:t>
            </a:r>
            <a:r>
              <a:rPr lang="en-US" b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without modifying any existing transforms.</a:t>
            </a:r>
          </a:p>
          <a:p>
            <a:endParaRPr kumimoji="0" lang="en-US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latin typeface="Source Sans Pro" panose="020B0503030403020204" pitchFamily="34" charset="0"/>
              <a:ea typeface="Source Sans Pro" panose="020B0503030403020204" pitchFamily="34" charset="0"/>
              <a:sym typeface="Source Sans Pro"/>
            </a:endParaRPr>
          </a:p>
          <a:p>
            <a:r>
              <a:rPr lang="en-US" sz="1300" dirty="0"/>
              <a:t>1. transform_reply_to_bipartite_network(</a:t>
            </a:r>
            <a:r>
              <a:rPr lang="en-US" sz="1400" dirty="0">
                <a:solidFill>
                  <a:schemeClr val="accent1"/>
                </a:solidFill>
              </a:rPr>
              <a:t>weight</a:t>
            </a:r>
            <a:r>
              <a:rPr lang="en-US" sz="1300" dirty="0"/>
              <a:t>, …)</a:t>
            </a:r>
          </a:p>
          <a:p>
            <a:r>
              <a:rPr lang="en-US" sz="1300" dirty="0"/>
              <a:t>2. transform_gitlog_to_bipartite_network(</a:t>
            </a:r>
            <a:r>
              <a:rPr lang="en-US" sz="1400" dirty="0">
                <a:solidFill>
                  <a:schemeClr val="accent1"/>
                </a:solidFill>
              </a:rPr>
              <a:t>weight</a:t>
            </a:r>
            <a:r>
              <a:rPr lang="en-US" sz="1300" dirty="0"/>
              <a:t>, …)</a:t>
            </a:r>
          </a:p>
          <a:p>
            <a:r>
              <a:rPr lang="en-US" sz="1300" dirty="0"/>
              <a:t>3. …</a:t>
            </a:r>
          </a:p>
        </p:txBody>
      </p:sp>
      <p:sp>
        <p:nvSpPr>
          <p:cNvPr id="6" name="Manipulate Variables">
            <a:extLst>
              <a:ext uri="{FF2B5EF4-FFF2-40B4-BE49-F238E27FC236}">
                <a16:creationId xmlns:a16="http://schemas.microsoft.com/office/drawing/2014/main" id="{D9CD50D7-683A-4B82-527A-E84ACEE9860B}"/>
              </a:ext>
            </a:extLst>
          </p:cNvPr>
          <p:cNvSpPr txBox="1"/>
          <p:nvPr/>
        </p:nvSpPr>
        <p:spPr>
          <a:xfrm>
            <a:off x="9875520" y="1459299"/>
            <a:ext cx="2644955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Graph Constructors</a:t>
            </a:r>
            <a:endParaRPr dirty="0"/>
          </a:p>
        </p:txBody>
      </p:sp>
      <p:sp>
        <p:nvSpPr>
          <p:cNvPr id="10" name="Manipulate Variables">
            <a:extLst>
              <a:ext uri="{FF2B5EF4-FFF2-40B4-BE49-F238E27FC236}">
                <a16:creationId xmlns:a16="http://schemas.microsoft.com/office/drawing/2014/main" id="{BC8E8649-E6DB-14B3-DA18-C77D4490374E}"/>
              </a:ext>
            </a:extLst>
          </p:cNvPr>
          <p:cNvSpPr txBox="1"/>
          <p:nvPr/>
        </p:nvSpPr>
        <p:spPr>
          <a:xfrm>
            <a:off x="9875520" y="3566160"/>
            <a:ext cx="1808187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S3 Functions</a:t>
            </a:r>
            <a:endParaRPr dirty="0"/>
          </a:p>
        </p:txBody>
      </p:sp>
      <p:sp>
        <p:nvSpPr>
          <p:cNvPr id="488" name="Manipulate Variables">
            <a:extLst>
              <a:ext uri="{FF2B5EF4-FFF2-40B4-BE49-F238E27FC236}">
                <a16:creationId xmlns:a16="http://schemas.microsoft.com/office/drawing/2014/main" id="{A19A1B5F-591A-91BC-4C56-1DDE109EAE59}"/>
              </a:ext>
            </a:extLst>
          </p:cNvPr>
          <p:cNvSpPr txBox="1"/>
          <p:nvPr/>
        </p:nvSpPr>
        <p:spPr>
          <a:xfrm>
            <a:off x="274320" y="5303520"/>
            <a:ext cx="1017907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Parsers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3DD7FE-1D2F-33B5-E486-E1B17606F920}"/>
              </a:ext>
            </a:extLst>
          </p:cNvPr>
          <p:cNvSpPr txBox="1"/>
          <p:nvPr/>
        </p:nvSpPr>
        <p:spPr>
          <a:xfrm>
            <a:off x="9875520" y="1675114"/>
            <a:ext cx="4177348" cy="158753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r>
              <a:rPr lang="en-US" b="0" dirty="0"/>
              <a:t>Transformers utilize a graph structure which generalizes different types of graphs, regardless of their data source.</a:t>
            </a:r>
          </a:p>
          <a:p>
            <a:endParaRPr lang="en-US" dirty="0"/>
          </a:p>
          <a:p>
            <a:r>
              <a:rPr lang="en-US" sz="1300" dirty="0"/>
              <a:t>1. model_unimodal_graph()</a:t>
            </a:r>
          </a:p>
          <a:p>
            <a:r>
              <a:rPr lang="en-US" b="0" dirty="0"/>
              <a:t>Represents a unimodal graph.</a:t>
            </a:r>
            <a:endParaRPr lang="en-US" dirty="0"/>
          </a:p>
          <a:p>
            <a:r>
              <a:rPr lang="en-US" sz="1300" dirty="0"/>
              <a:t>2. model_multimodal_graph()</a:t>
            </a:r>
          </a:p>
          <a:p>
            <a:r>
              <a:rPr lang="en-US" b="0" dirty="0"/>
              <a:t>Represents a multimodal graph.</a:t>
            </a:r>
          </a:p>
        </p:txBody>
      </p: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D1D414F4-2453-F882-726F-688250CFFF9A}"/>
              </a:ext>
            </a:extLst>
          </p:cNvPr>
          <p:cNvCxnSpPr>
            <a:cxnSpLocks/>
            <a:stCxn id="257" idx="3"/>
          </p:cNvCxnSpPr>
          <p:nvPr/>
        </p:nvCxnSpPr>
        <p:spPr>
          <a:xfrm flipV="1">
            <a:off x="7241179" y="6255621"/>
            <a:ext cx="2634341" cy="2472576"/>
          </a:xfrm>
          <a:prstGeom prst="bentConnector3">
            <a:avLst>
              <a:gd name="adj1" fmla="val 87908"/>
            </a:avLst>
          </a:prstGeom>
          <a:noFill/>
          <a:ln w="127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90" name="Elbow Connector 489">
            <a:extLst>
              <a:ext uri="{FF2B5EF4-FFF2-40B4-BE49-F238E27FC236}">
                <a16:creationId xmlns:a16="http://schemas.microsoft.com/office/drawing/2014/main" id="{28BABB3F-6289-4947-355B-11FACA129A9F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9277609" y="3736175"/>
            <a:ext cx="597911" cy="3238528"/>
          </a:xfrm>
          <a:prstGeom prst="bentConnector3">
            <a:avLst>
              <a:gd name="adj1" fmla="val 21325"/>
            </a:avLst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grpSp>
        <p:nvGrpSpPr>
          <p:cNvPr id="267" name="Google Shape;156;p1">
            <a:extLst>
              <a:ext uri="{FF2B5EF4-FFF2-40B4-BE49-F238E27FC236}">
                <a16:creationId xmlns:a16="http://schemas.microsoft.com/office/drawing/2014/main" id="{0200B923-6526-C1CE-2C0F-F6780D010CD9}"/>
              </a:ext>
            </a:extLst>
          </p:cNvPr>
          <p:cNvGrpSpPr/>
          <p:nvPr/>
        </p:nvGrpSpPr>
        <p:grpSpPr>
          <a:xfrm>
            <a:off x="5817574" y="4638565"/>
            <a:ext cx="2196419" cy="1216823"/>
            <a:chOff x="10592773" y="5229745"/>
            <a:chExt cx="3298954" cy="1741391"/>
          </a:xfrm>
          <a:solidFill>
            <a:schemeClr val="tx1"/>
          </a:solidFill>
        </p:grpSpPr>
        <p:sp>
          <p:nvSpPr>
            <p:cNvPr id="268" name="Google Shape;157;p1">
              <a:extLst>
                <a:ext uri="{FF2B5EF4-FFF2-40B4-BE49-F238E27FC236}">
                  <a16:creationId xmlns:a16="http://schemas.microsoft.com/office/drawing/2014/main" id="{80549F22-C576-CE4B-6B43-EE1415571467}"/>
                </a:ext>
              </a:extLst>
            </p:cNvPr>
            <p:cNvSpPr/>
            <p:nvPr/>
          </p:nvSpPr>
          <p:spPr>
            <a:xfrm>
              <a:off x="12237743" y="5550161"/>
              <a:ext cx="192300" cy="198000"/>
            </a:xfrm>
            <a:prstGeom prst="ellipse">
              <a:avLst/>
            </a:prstGeom>
            <a:grp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269" name="Google Shape;158;p1">
              <a:extLst>
                <a:ext uri="{FF2B5EF4-FFF2-40B4-BE49-F238E27FC236}">
                  <a16:creationId xmlns:a16="http://schemas.microsoft.com/office/drawing/2014/main" id="{60A03372-F9AA-C143-683A-50A494BF4E40}"/>
                </a:ext>
              </a:extLst>
            </p:cNvPr>
            <p:cNvSpPr/>
            <p:nvPr/>
          </p:nvSpPr>
          <p:spPr>
            <a:xfrm>
              <a:off x="12990609" y="5398089"/>
              <a:ext cx="192300" cy="198000"/>
            </a:xfrm>
            <a:prstGeom prst="ellipse">
              <a:avLst/>
            </a:prstGeom>
            <a:grp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270" name="Google Shape;159;p1">
              <a:extLst>
                <a:ext uri="{FF2B5EF4-FFF2-40B4-BE49-F238E27FC236}">
                  <a16:creationId xmlns:a16="http://schemas.microsoft.com/office/drawing/2014/main" id="{C5B6B6B3-1724-C4E3-F556-B6638BB6B045}"/>
                </a:ext>
              </a:extLst>
            </p:cNvPr>
            <p:cNvSpPr/>
            <p:nvPr/>
          </p:nvSpPr>
          <p:spPr>
            <a:xfrm>
              <a:off x="13329043" y="5229745"/>
              <a:ext cx="192300" cy="198000"/>
            </a:xfrm>
            <a:prstGeom prst="ellipse">
              <a:avLst/>
            </a:prstGeom>
            <a:solidFill>
              <a:schemeClr val="accent3"/>
            </a:solidFill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271" name="Google Shape;160;p1">
              <a:extLst>
                <a:ext uri="{FF2B5EF4-FFF2-40B4-BE49-F238E27FC236}">
                  <a16:creationId xmlns:a16="http://schemas.microsoft.com/office/drawing/2014/main" id="{FB274E5C-CB04-01A8-7291-478E2339A03D}"/>
                </a:ext>
              </a:extLst>
            </p:cNvPr>
            <p:cNvSpPr/>
            <p:nvPr/>
          </p:nvSpPr>
          <p:spPr>
            <a:xfrm>
              <a:off x="13317282" y="5522084"/>
              <a:ext cx="192300" cy="198000"/>
            </a:xfrm>
            <a:prstGeom prst="ellipse">
              <a:avLst/>
            </a:prstGeom>
            <a:grp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272" name="Google Shape;161;p1">
              <a:extLst>
                <a:ext uri="{FF2B5EF4-FFF2-40B4-BE49-F238E27FC236}">
                  <a16:creationId xmlns:a16="http://schemas.microsoft.com/office/drawing/2014/main" id="{2B75F399-E6BD-188B-D1CF-DA94F4036679}"/>
                </a:ext>
              </a:extLst>
            </p:cNvPr>
            <p:cNvSpPr/>
            <p:nvPr/>
          </p:nvSpPr>
          <p:spPr>
            <a:xfrm>
              <a:off x="13699427" y="5306906"/>
              <a:ext cx="192300" cy="198000"/>
            </a:xfrm>
            <a:prstGeom prst="ellipse">
              <a:avLst/>
            </a:prstGeom>
            <a:solidFill>
              <a:schemeClr val="accent3"/>
            </a:solidFill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273" name="Google Shape;162;p1">
              <a:extLst>
                <a:ext uri="{FF2B5EF4-FFF2-40B4-BE49-F238E27FC236}">
                  <a16:creationId xmlns:a16="http://schemas.microsoft.com/office/drawing/2014/main" id="{4984491A-3B0F-ACE7-ACB1-12C07CD18F64}"/>
                </a:ext>
              </a:extLst>
            </p:cNvPr>
            <p:cNvSpPr/>
            <p:nvPr/>
          </p:nvSpPr>
          <p:spPr>
            <a:xfrm>
              <a:off x="12990598" y="5644267"/>
              <a:ext cx="192300" cy="198000"/>
            </a:xfrm>
            <a:prstGeom prst="ellipse">
              <a:avLst/>
            </a:prstGeom>
            <a:solidFill>
              <a:schemeClr val="accent3"/>
            </a:solidFill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274" name="Google Shape;163;p1">
              <a:extLst>
                <a:ext uri="{FF2B5EF4-FFF2-40B4-BE49-F238E27FC236}">
                  <a16:creationId xmlns:a16="http://schemas.microsoft.com/office/drawing/2014/main" id="{EA2A6675-A6AB-2DDD-5306-9FEC7C1832B1}"/>
                </a:ext>
              </a:extLst>
            </p:cNvPr>
            <p:cNvSpPr/>
            <p:nvPr/>
          </p:nvSpPr>
          <p:spPr>
            <a:xfrm>
              <a:off x="13261106" y="6564434"/>
              <a:ext cx="328200" cy="336900"/>
            </a:xfrm>
            <a:prstGeom prst="ellipse">
              <a:avLst/>
            </a:prstGeom>
            <a:grp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275" name="Google Shape;164;p1">
              <a:extLst>
                <a:ext uri="{FF2B5EF4-FFF2-40B4-BE49-F238E27FC236}">
                  <a16:creationId xmlns:a16="http://schemas.microsoft.com/office/drawing/2014/main" id="{EC4BE474-4748-C40A-D243-5524DE72567D}"/>
                </a:ext>
              </a:extLst>
            </p:cNvPr>
            <p:cNvSpPr/>
            <p:nvPr/>
          </p:nvSpPr>
          <p:spPr>
            <a:xfrm>
              <a:off x="12889483" y="6773136"/>
              <a:ext cx="192300" cy="198000"/>
            </a:xfrm>
            <a:prstGeom prst="ellipse">
              <a:avLst/>
            </a:prstGeom>
            <a:grp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276" name="Google Shape;165;p1">
              <a:extLst>
                <a:ext uri="{FF2B5EF4-FFF2-40B4-BE49-F238E27FC236}">
                  <a16:creationId xmlns:a16="http://schemas.microsoft.com/office/drawing/2014/main" id="{F393AAC1-8A2A-EB02-85F5-4649C860AD20}"/>
                </a:ext>
              </a:extLst>
            </p:cNvPr>
            <p:cNvSpPr/>
            <p:nvPr/>
          </p:nvSpPr>
          <p:spPr>
            <a:xfrm>
              <a:off x="13324166" y="6099152"/>
              <a:ext cx="192300" cy="198000"/>
            </a:xfrm>
            <a:prstGeom prst="ellipse">
              <a:avLst/>
            </a:prstGeom>
            <a:solidFill>
              <a:schemeClr val="accent3"/>
            </a:solidFill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277" name="Google Shape;166;p1">
              <a:extLst>
                <a:ext uri="{FF2B5EF4-FFF2-40B4-BE49-F238E27FC236}">
                  <a16:creationId xmlns:a16="http://schemas.microsoft.com/office/drawing/2014/main" id="{C37E909D-0552-42B4-5BFF-94A2D0F8C845}"/>
                </a:ext>
              </a:extLst>
            </p:cNvPr>
            <p:cNvSpPr/>
            <p:nvPr/>
          </p:nvSpPr>
          <p:spPr>
            <a:xfrm>
              <a:off x="11468140" y="5576165"/>
              <a:ext cx="305700" cy="308400"/>
            </a:xfrm>
            <a:prstGeom prst="ellipse">
              <a:avLst/>
            </a:prstGeom>
            <a:solidFill>
              <a:schemeClr val="accent3"/>
            </a:solidFill>
            <a:ln w="179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278" name="Google Shape;167;p1">
              <a:extLst>
                <a:ext uri="{FF2B5EF4-FFF2-40B4-BE49-F238E27FC236}">
                  <a16:creationId xmlns:a16="http://schemas.microsoft.com/office/drawing/2014/main" id="{61219249-2FE5-B5E7-67FD-1168E0FA6BA4}"/>
                </a:ext>
              </a:extLst>
            </p:cNvPr>
            <p:cNvSpPr/>
            <p:nvPr/>
          </p:nvSpPr>
          <p:spPr>
            <a:xfrm>
              <a:off x="10719482" y="5925385"/>
              <a:ext cx="192300" cy="198000"/>
            </a:xfrm>
            <a:prstGeom prst="ellipse">
              <a:avLst/>
            </a:prstGeom>
            <a:solidFill>
              <a:schemeClr val="accent3"/>
            </a:solidFill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279" name="Google Shape;168;p1">
              <a:extLst>
                <a:ext uri="{FF2B5EF4-FFF2-40B4-BE49-F238E27FC236}">
                  <a16:creationId xmlns:a16="http://schemas.microsoft.com/office/drawing/2014/main" id="{BCC98B69-E71E-3A59-E315-316CF74D54E4}"/>
                </a:ext>
              </a:extLst>
            </p:cNvPr>
            <p:cNvSpPr/>
            <p:nvPr/>
          </p:nvSpPr>
          <p:spPr>
            <a:xfrm>
              <a:off x="11061232" y="5405652"/>
              <a:ext cx="192300" cy="198000"/>
            </a:xfrm>
            <a:prstGeom prst="ellipse">
              <a:avLst/>
            </a:prstGeom>
            <a:grp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280" name="Google Shape;169;p1">
              <a:extLst>
                <a:ext uri="{FF2B5EF4-FFF2-40B4-BE49-F238E27FC236}">
                  <a16:creationId xmlns:a16="http://schemas.microsoft.com/office/drawing/2014/main" id="{BD7DD295-D18B-C0B1-2AD5-E92A6269F805}"/>
                </a:ext>
              </a:extLst>
            </p:cNvPr>
            <p:cNvSpPr/>
            <p:nvPr/>
          </p:nvSpPr>
          <p:spPr>
            <a:xfrm>
              <a:off x="10592773" y="6139937"/>
              <a:ext cx="274500" cy="276300"/>
            </a:xfrm>
            <a:prstGeom prst="ellipse">
              <a:avLst/>
            </a:prstGeom>
            <a:solidFill>
              <a:schemeClr val="accent3"/>
            </a:solidFill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281" name="Google Shape;170;p1">
              <a:extLst>
                <a:ext uri="{FF2B5EF4-FFF2-40B4-BE49-F238E27FC236}">
                  <a16:creationId xmlns:a16="http://schemas.microsoft.com/office/drawing/2014/main" id="{DF0166E3-DC77-EE43-5C87-4729A9DEC195}"/>
                </a:ext>
              </a:extLst>
            </p:cNvPr>
            <p:cNvSpPr/>
            <p:nvPr/>
          </p:nvSpPr>
          <p:spPr>
            <a:xfrm>
              <a:off x="11037864" y="6333062"/>
              <a:ext cx="192300" cy="198000"/>
            </a:xfrm>
            <a:prstGeom prst="ellipse">
              <a:avLst/>
            </a:prstGeom>
            <a:grp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282" name="Google Shape;171;p1">
              <a:extLst>
                <a:ext uri="{FF2B5EF4-FFF2-40B4-BE49-F238E27FC236}">
                  <a16:creationId xmlns:a16="http://schemas.microsoft.com/office/drawing/2014/main" id="{E80EA9F3-EB5A-FABF-7BCC-D90277EA9667}"/>
                </a:ext>
              </a:extLst>
            </p:cNvPr>
            <p:cNvSpPr/>
            <p:nvPr/>
          </p:nvSpPr>
          <p:spPr>
            <a:xfrm>
              <a:off x="11449106" y="6300040"/>
              <a:ext cx="553500" cy="567900"/>
            </a:xfrm>
            <a:prstGeom prst="ellipse">
              <a:avLst/>
            </a:prstGeom>
            <a:solidFill>
              <a:schemeClr val="accent3"/>
            </a:solidFill>
            <a:ln w="26900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cxnSp>
          <p:nvCxnSpPr>
            <p:cNvPr id="283" name="Google Shape;172;p1">
              <a:extLst>
                <a:ext uri="{FF2B5EF4-FFF2-40B4-BE49-F238E27FC236}">
                  <a16:creationId xmlns:a16="http://schemas.microsoft.com/office/drawing/2014/main" id="{A4765164-3EBA-A2E9-99AF-0948E2E6C047}"/>
                </a:ext>
              </a:extLst>
            </p:cNvPr>
            <p:cNvCxnSpPr>
              <a:stCxn id="268" idx="2"/>
              <a:endCxn id="277" idx="6"/>
            </p:cNvCxnSpPr>
            <p:nvPr/>
          </p:nvCxnSpPr>
          <p:spPr>
            <a:xfrm flipH="1">
              <a:off x="11773943" y="5649161"/>
              <a:ext cx="463800" cy="813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4" name="Google Shape;173;p1">
              <a:extLst>
                <a:ext uri="{FF2B5EF4-FFF2-40B4-BE49-F238E27FC236}">
                  <a16:creationId xmlns:a16="http://schemas.microsoft.com/office/drawing/2014/main" id="{E470307F-E4DC-0A0B-D435-D0583ED9736B}"/>
                </a:ext>
              </a:extLst>
            </p:cNvPr>
            <p:cNvCxnSpPr>
              <a:stCxn id="277" idx="2"/>
              <a:endCxn id="296" idx="6"/>
            </p:cNvCxnSpPr>
            <p:nvPr/>
          </p:nvCxnSpPr>
          <p:spPr>
            <a:xfrm flipH="1">
              <a:off x="11113540" y="5730365"/>
              <a:ext cx="354600" cy="306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5" name="Google Shape;175;p1">
              <a:extLst>
                <a:ext uri="{FF2B5EF4-FFF2-40B4-BE49-F238E27FC236}">
                  <a16:creationId xmlns:a16="http://schemas.microsoft.com/office/drawing/2014/main" id="{F151BA6A-5472-0BBA-D6EF-58DD7E93780D}"/>
                </a:ext>
              </a:extLst>
            </p:cNvPr>
            <p:cNvCxnSpPr>
              <a:stCxn id="282" idx="1"/>
              <a:endCxn id="293" idx="5"/>
            </p:cNvCxnSpPr>
            <p:nvPr/>
          </p:nvCxnSpPr>
          <p:spPr>
            <a:xfrm rot="10800000">
              <a:off x="11390064" y="6170507"/>
              <a:ext cx="140100" cy="2127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6" name="Google Shape;177;p1">
              <a:extLst>
                <a:ext uri="{FF2B5EF4-FFF2-40B4-BE49-F238E27FC236}">
                  <a16:creationId xmlns:a16="http://schemas.microsoft.com/office/drawing/2014/main" id="{28992B35-3DB8-67D2-EF54-D3870FEEF159}"/>
                </a:ext>
              </a:extLst>
            </p:cNvPr>
            <p:cNvCxnSpPr>
              <a:stCxn id="282" idx="2"/>
              <a:endCxn id="281" idx="5"/>
            </p:cNvCxnSpPr>
            <p:nvPr/>
          </p:nvCxnSpPr>
          <p:spPr>
            <a:xfrm rot="10800000">
              <a:off x="11201906" y="6502090"/>
              <a:ext cx="247200" cy="819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7" name="Google Shape;178;p1">
              <a:extLst>
                <a:ext uri="{FF2B5EF4-FFF2-40B4-BE49-F238E27FC236}">
                  <a16:creationId xmlns:a16="http://schemas.microsoft.com/office/drawing/2014/main" id="{5CA12ED4-93AA-D484-E913-58ACC82C5204}"/>
                </a:ext>
              </a:extLst>
            </p:cNvPr>
            <p:cNvCxnSpPr>
              <a:stCxn id="281" idx="2"/>
              <a:endCxn id="280" idx="6"/>
            </p:cNvCxnSpPr>
            <p:nvPr/>
          </p:nvCxnSpPr>
          <p:spPr>
            <a:xfrm rot="10800000">
              <a:off x="10867164" y="6278162"/>
              <a:ext cx="170700" cy="1539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8" name="Google Shape;179;p1">
              <a:extLst>
                <a:ext uri="{FF2B5EF4-FFF2-40B4-BE49-F238E27FC236}">
                  <a16:creationId xmlns:a16="http://schemas.microsoft.com/office/drawing/2014/main" id="{29CD0455-185F-85BF-15B2-B4C272B00F78}"/>
                </a:ext>
              </a:extLst>
            </p:cNvPr>
            <p:cNvCxnSpPr>
              <a:stCxn id="293" idx="2"/>
              <a:endCxn id="278" idx="5"/>
            </p:cNvCxnSpPr>
            <p:nvPr/>
          </p:nvCxnSpPr>
          <p:spPr>
            <a:xfrm rot="10800000">
              <a:off x="10883737" y="6094319"/>
              <a:ext cx="342300" cy="63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Google Shape;180;p1">
              <a:extLst>
                <a:ext uri="{FF2B5EF4-FFF2-40B4-BE49-F238E27FC236}">
                  <a16:creationId xmlns:a16="http://schemas.microsoft.com/office/drawing/2014/main" id="{51F1E688-0C60-D9CD-0DF6-8D9E42998C31}"/>
                </a:ext>
              </a:extLst>
            </p:cNvPr>
            <p:cNvCxnSpPr>
              <a:stCxn id="277" idx="1"/>
              <a:endCxn id="279" idx="5"/>
            </p:cNvCxnSpPr>
            <p:nvPr/>
          </p:nvCxnSpPr>
          <p:spPr>
            <a:xfrm rot="10800000">
              <a:off x="11225509" y="5574529"/>
              <a:ext cx="287400" cy="468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0" name="Google Shape;181;p1">
              <a:extLst>
                <a:ext uri="{FF2B5EF4-FFF2-40B4-BE49-F238E27FC236}">
                  <a16:creationId xmlns:a16="http://schemas.microsoft.com/office/drawing/2014/main" id="{E8A58B43-A20B-9CC5-2E85-727E5F968C50}"/>
                </a:ext>
              </a:extLst>
            </p:cNvPr>
            <p:cNvCxnSpPr>
              <a:stCxn id="304" idx="2"/>
              <a:endCxn id="293" idx="6"/>
            </p:cNvCxnSpPr>
            <p:nvPr/>
          </p:nvCxnSpPr>
          <p:spPr>
            <a:xfrm flipH="1">
              <a:off x="11418366" y="5897435"/>
              <a:ext cx="710100" cy="2031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1" name="Google Shape;183;p1">
              <a:extLst>
                <a:ext uri="{FF2B5EF4-FFF2-40B4-BE49-F238E27FC236}">
                  <a16:creationId xmlns:a16="http://schemas.microsoft.com/office/drawing/2014/main" id="{028E7661-C1F4-DD67-E2D8-E791C630BD9B}"/>
                </a:ext>
              </a:extLst>
            </p:cNvPr>
            <p:cNvCxnSpPr>
              <a:stCxn id="304" idx="2"/>
              <a:endCxn id="278" idx="6"/>
            </p:cNvCxnSpPr>
            <p:nvPr/>
          </p:nvCxnSpPr>
          <p:spPr>
            <a:xfrm flipH="1">
              <a:off x="10911666" y="5897435"/>
              <a:ext cx="1216800" cy="1269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Google Shape;176;p1">
              <a:extLst>
                <a:ext uri="{FF2B5EF4-FFF2-40B4-BE49-F238E27FC236}">
                  <a16:creationId xmlns:a16="http://schemas.microsoft.com/office/drawing/2014/main" id="{5A9603ED-0430-5A73-102B-59FEE01D440F}"/>
                </a:ext>
              </a:extLst>
            </p:cNvPr>
            <p:cNvSpPr/>
            <p:nvPr/>
          </p:nvSpPr>
          <p:spPr>
            <a:xfrm>
              <a:off x="11226037" y="6001619"/>
              <a:ext cx="192300" cy="198000"/>
            </a:xfrm>
            <a:prstGeom prst="ellipse">
              <a:avLst/>
            </a:prstGeom>
            <a:grp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cxnSp>
          <p:nvCxnSpPr>
            <p:cNvPr id="294" name="Google Shape;184;p1">
              <a:extLst>
                <a:ext uri="{FF2B5EF4-FFF2-40B4-BE49-F238E27FC236}">
                  <a16:creationId xmlns:a16="http://schemas.microsoft.com/office/drawing/2014/main" id="{DB93B45A-97CE-9420-D7A9-3667E766F9A7}"/>
                </a:ext>
              </a:extLst>
            </p:cNvPr>
            <p:cNvCxnSpPr>
              <a:stCxn id="268" idx="2"/>
              <a:endCxn id="281" idx="7"/>
            </p:cNvCxnSpPr>
            <p:nvPr/>
          </p:nvCxnSpPr>
          <p:spPr>
            <a:xfrm flipH="1">
              <a:off x="11202143" y="5649161"/>
              <a:ext cx="1035600" cy="7128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5" name="Google Shape;185;p1">
              <a:extLst>
                <a:ext uri="{FF2B5EF4-FFF2-40B4-BE49-F238E27FC236}">
                  <a16:creationId xmlns:a16="http://schemas.microsoft.com/office/drawing/2014/main" id="{405D54C8-7CC3-4785-5D12-EB75C124A4EB}"/>
                </a:ext>
              </a:extLst>
            </p:cNvPr>
            <p:cNvCxnSpPr>
              <a:stCxn id="268" idx="5"/>
              <a:endCxn id="274" idx="1"/>
            </p:cNvCxnSpPr>
            <p:nvPr/>
          </p:nvCxnSpPr>
          <p:spPr>
            <a:xfrm>
              <a:off x="12401881" y="5719165"/>
              <a:ext cx="907200" cy="8946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6" name="Google Shape;174;p1">
              <a:extLst>
                <a:ext uri="{FF2B5EF4-FFF2-40B4-BE49-F238E27FC236}">
                  <a16:creationId xmlns:a16="http://schemas.microsoft.com/office/drawing/2014/main" id="{8960A3E4-F4FE-EA03-DEC0-5D24B0F2F92F}"/>
                </a:ext>
              </a:extLst>
            </p:cNvPr>
            <p:cNvSpPr/>
            <p:nvPr/>
          </p:nvSpPr>
          <p:spPr>
            <a:xfrm>
              <a:off x="10921235" y="5662025"/>
              <a:ext cx="192300" cy="198000"/>
            </a:xfrm>
            <a:prstGeom prst="ellipse">
              <a:avLst/>
            </a:prstGeom>
            <a:grp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cxnSp>
          <p:nvCxnSpPr>
            <p:cNvPr id="297" name="Google Shape;186;p1">
              <a:extLst>
                <a:ext uri="{FF2B5EF4-FFF2-40B4-BE49-F238E27FC236}">
                  <a16:creationId xmlns:a16="http://schemas.microsoft.com/office/drawing/2014/main" id="{CDCA0B84-7406-8516-8C99-C39B4A31E22B}"/>
                </a:ext>
              </a:extLst>
            </p:cNvPr>
            <p:cNvCxnSpPr>
              <a:stCxn id="304" idx="2"/>
              <a:endCxn id="281" idx="6"/>
            </p:cNvCxnSpPr>
            <p:nvPr/>
          </p:nvCxnSpPr>
          <p:spPr>
            <a:xfrm flipH="1">
              <a:off x="11230266" y="5897435"/>
              <a:ext cx="898200" cy="5346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Google Shape;187;p1">
              <a:extLst>
                <a:ext uri="{FF2B5EF4-FFF2-40B4-BE49-F238E27FC236}">
                  <a16:creationId xmlns:a16="http://schemas.microsoft.com/office/drawing/2014/main" id="{309A9323-A0A4-2652-2A4B-6452DD09C6B5}"/>
                </a:ext>
              </a:extLst>
            </p:cNvPr>
            <p:cNvCxnSpPr>
              <a:stCxn id="302" idx="6"/>
              <a:endCxn id="273" idx="2"/>
            </p:cNvCxnSpPr>
            <p:nvPr/>
          </p:nvCxnSpPr>
          <p:spPr>
            <a:xfrm rot="10800000" flipH="1">
              <a:off x="12553633" y="5743151"/>
              <a:ext cx="437100" cy="199800"/>
            </a:xfrm>
            <a:prstGeom prst="straightConnector1">
              <a:avLst/>
            </a:prstGeom>
            <a:grp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299" name="Google Shape;189;p1">
              <a:extLst>
                <a:ext uri="{FF2B5EF4-FFF2-40B4-BE49-F238E27FC236}">
                  <a16:creationId xmlns:a16="http://schemas.microsoft.com/office/drawing/2014/main" id="{560443F5-D97F-01D4-9B7C-8BEB7893A29D}"/>
                </a:ext>
              </a:extLst>
            </p:cNvPr>
            <p:cNvCxnSpPr>
              <a:stCxn id="273" idx="7"/>
              <a:endCxn id="271" idx="2"/>
            </p:cNvCxnSpPr>
            <p:nvPr/>
          </p:nvCxnSpPr>
          <p:spPr>
            <a:xfrm rot="10800000" flipH="1">
              <a:off x="13154736" y="5621063"/>
              <a:ext cx="162600" cy="522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Google Shape;190;p1">
              <a:extLst>
                <a:ext uri="{FF2B5EF4-FFF2-40B4-BE49-F238E27FC236}">
                  <a16:creationId xmlns:a16="http://schemas.microsoft.com/office/drawing/2014/main" id="{092EA975-ED3D-7E48-902F-79BB92F85803}"/>
                </a:ext>
              </a:extLst>
            </p:cNvPr>
            <p:cNvCxnSpPr>
              <a:stCxn id="271" idx="6"/>
              <a:endCxn id="272" idx="2"/>
            </p:cNvCxnSpPr>
            <p:nvPr/>
          </p:nvCxnSpPr>
          <p:spPr>
            <a:xfrm rot="10800000" flipH="1">
              <a:off x="13509582" y="5405984"/>
              <a:ext cx="189900" cy="2151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1" name="Google Shape;191;p1">
              <a:extLst>
                <a:ext uri="{FF2B5EF4-FFF2-40B4-BE49-F238E27FC236}">
                  <a16:creationId xmlns:a16="http://schemas.microsoft.com/office/drawing/2014/main" id="{3618EA37-1B63-8750-0B9C-D546F5203037}"/>
                </a:ext>
              </a:extLst>
            </p:cNvPr>
            <p:cNvCxnSpPr>
              <a:stCxn id="268" idx="6"/>
              <a:endCxn id="269" idx="2"/>
            </p:cNvCxnSpPr>
            <p:nvPr/>
          </p:nvCxnSpPr>
          <p:spPr>
            <a:xfrm rot="10800000" flipH="1">
              <a:off x="12430043" y="5497061"/>
              <a:ext cx="560700" cy="1521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2" name="Google Shape;188;p1">
              <a:extLst>
                <a:ext uri="{FF2B5EF4-FFF2-40B4-BE49-F238E27FC236}">
                  <a16:creationId xmlns:a16="http://schemas.microsoft.com/office/drawing/2014/main" id="{5AF6ED1B-64EF-DBB0-4CD7-24FD35C5D3E4}"/>
                </a:ext>
              </a:extLst>
            </p:cNvPr>
            <p:cNvSpPr/>
            <p:nvPr/>
          </p:nvSpPr>
          <p:spPr>
            <a:xfrm>
              <a:off x="12361333" y="5843951"/>
              <a:ext cx="192300" cy="198000"/>
            </a:xfrm>
            <a:prstGeom prst="ellipse">
              <a:avLst/>
            </a:prstGeom>
            <a:solidFill>
              <a:schemeClr val="accent3"/>
            </a:solidFill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cxnSp>
          <p:nvCxnSpPr>
            <p:cNvPr id="303" name="Google Shape;192;p1">
              <a:extLst>
                <a:ext uri="{FF2B5EF4-FFF2-40B4-BE49-F238E27FC236}">
                  <a16:creationId xmlns:a16="http://schemas.microsoft.com/office/drawing/2014/main" id="{B26A54D6-C67D-A516-B50B-45E1D19C395B}"/>
                </a:ext>
              </a:extLst>
            </p:cNvPr>
            <p:cNvCxnSpPr>
              <a:stCxn id="269" idx="7"/>
              <a:endCxn id="270" idx="2"/>
            </p:cNvCxnSpPr>
            <p:nvPr/>
          </p:nvCxnSpPr>
          <p:spPr>
            <a:xfrm rot="10800000" flipH="1">
              <a:off x="13154747" y="5328685"/>
              <a:ext cx="174300" cy="984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4" name="Google Shape;182;p1">
              <a:extLst>
                <a:ext uri="{FF2B5EF4-FFF2-40B4-BE49-F238E27FC236}">
                  <a16:creationId xmlns:a16="http://schemas.microsoft.com/office/drawing/2014/main" id="{23D74E42-9647-E967-4CB1-9900307BB643}"/>
                </a:ext>
              </a:extLst>
            </p:cNvPr>
            <p:cNvSpPr/>
            <p:nvPr/>
          </p:nvSpPr>
          <p:spPr>
            <a:xfrm>
              <a:off x="12128466" y="5798435"/>
              <a:ext cx="192300" cy="198000"/>
            </a:xfrm>
            <a:prstGeom prst="ellipse">
              <a:avLst/>
            </a:prstGeom>
            <a:grp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cxnSp>
          <p:nvCxnSpPr>
            <p:cNvPr id="305" name="Google Shape;193;p1">
              <a:extLst>
                <a:ext uri="{FF2B5EF4-FFF2-40B4-BE49-F238E27FC236}">
                  <a16:creationId xmlns:a16="http://schemas.microsoft.com/office/drawing/2014/main" id="{820DCFC4-4B0B-7C85-5261-C0F3FCC809B8}"/>
                </a:ext>
              </a:extLst>
            </p:cNvPr>
            <p:cNvCxnSpPr>
              <a:stCxn id="282" idx="6"/>
              <a:endCxn id="274" idx="2"/>
            </p:cNvCxnSpPr>
            <p:nvPr/>
          </p:nvCxnSpPr>
          <p:spPr>
            <a:xfrm>
              <a:off x="12002606" y="6583990"/>
              <a:ext cx="1258500" cy="1488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stealth" w="med" len="med"/>
              <a:tailEnd type="non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6" name="Google Shape;194;p1">
              <a:extLst>
                <a:ext uri="{FF2B5EF4-FFF2-40B4-BE49-F238E27FC236}">
                  <a16:creationId xmlns:a16="http://schemas.microsoft.com/office/drawing/2014/main" id="{840C78C3-BF45-1E85-9F7F-7AF1E94FEE83}"/>
                </a:ext>
              </a:extLst>
            </p:cNvPr>
            <p:cNvCxnSpPr>
              <a:stCxn id="275" idx="1"/>
              <a:endCxn id="277" idx="5"/>
            </p:cNvCxnSpPr>
            <p:nvPr/>
          </p:nvCxnSpPr>
          <p:spPr>
            <a:xfrm rot="10800000">
              <a:off x="11729045" y="5839432"/>
              <a:ext cx="1188600" cy="9627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7" name="Google Shape;195;p1">
              <a:extLst>
                <a:ext uri="{FF2B5EF4-FFF2-40B4-BE49-F238E27FC236}">
                  <a16:creationId xmlns:a16="http://schemas.microsoft.com/office/drawing/2014/main" id="{2C72B216-2C2A-8A3A-9ED9-9A0B05AE0201}"/>
                </a:ext>
              </a:extLst>
            </p:cNvPr>
            <p:cNvCxnSpPr>
              <a:stCxn id="304" idx="3"/>
              <a:endCxn id="282" idx="7"/>
            </p:cNvCxnSpPr>
            <p:nvPr/>
          </p:nvCxnSpPr>
          <p:spPr>
            <a:xfrm flipH="1">
              <a:off x="11921428" y="5967439"/>
              <a:ext cx="235200" cy="4158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8" name="Google Shape;196;p1">
              <a:extLst>
                <a:ext uri="{FF2B5EF4-FFF2-40B4-BE49-F238E27FC236}">
                  <a16:creationId xmlns:a16="http://schemas.microsoft.com/office/drawing/2014/main" id="{8A5DED4B-4189-56D3-DC8E-72352E7685CA}"/>
                </a:ext>
              </a:extLst>
            </p:cNvPr>
            <p:cNvCxnSpPr>
              <a:stCxn id="302" idx="5"/>
              <a:endCxn id="275" idx="1"/>
            </p:cNvCxnSpPr>
            <p:nvPr/>
          </p:nvCxnSpPr>
          <p:spPr>
            <a:xfrm>
              <a:off x="12525471" y="6012955"/>
              <a:ext cx="392100" cy="789300"/>
            </a:xfrm>
            <a:prstGeom prst="straightConnector1">
              <a:avLst/>
            </a:prstGeom>
            <a:grp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309" name="Google Shape;197;p1">
              <a:extLst>
                <a:ext uri="{FF2B5EF4-FFF2-40B4-BE49-F238E27FC236}">
                  <a16:creationId xmlns:a16="http://schemas.microsoft.com/office/drawing/2014/main" id="{1F5E8FA9-A28C-EDBB-2B05-6360A9026A3D}"/>
                </a:ext>
              </a:extLst>
            </p:cNvPr>
            <p:cNvCxnSpPr>
              <a:stCxn id="268" idx="6"/>
              <a:endCxn id="273" idx="2"/>
            </p:cNvCxnSpPr>
            <p:nvPr/>
          </p:nvCxnSpPr>
          <p:spPr>
            <a:xfrm>
              <a:off x="12430043" y="5649161"/>
              <a:ext cx="560700" cy="94200"/>
            </a:xfrm>
            <a:prstGeom prst="straightConnector1">
              <a:avLst/>
            </a:prstGeom>
            <a:grpFill/>
            <a:ln>
              <a:solidFill>
                <a:schemeClr val="bg2">
                  <a:lumMod val="10000"/>
                </a:schemeClr>
              </a:solidFill>
              <a:headEnd type="none" w="sm" len="sm"/>
              <a:tailEnd type="stealth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0" name="Google Shape;198;p1">
              <a:extLst>
                <a:ext uri="{FF2B5EF4-FFF2-40B4-BE49-F238E27FC236}">
                  <a16:creationId xmlns:a16="http://schemas.microsoft.com/office/drawing/2014/main" id="{8D301A68-A8DC-0FC2-AC3D-5C827A11A737}"/>
                </a:ext>
              </a:extLst>
            </p:cNvPr>
            <p:cNvCxnSpPr>
              <a:stCxn id="302" idx="6"/>
              <a:endCxn id="276" idx="2"/>
            </p:cNvCxnSpPr>
            <p:nvPr/>
          </p:nvCxnSpPr>
          <p:spPr>
            <a:xfrm>
              <a:off x="12553633" y="5942951"/>
              <a:ext cx="770400" cy="255300"/>
            </a:xfrm>
            <a:prstGeom prst="straightConnector1">
              <a:avLst/>
            </a:prstGeom>
            <a:grp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311" name="Google Shape;199;p1">
              <a:extLst>
                <a:ext uri="{FF2B5EF4-FFF2-40B4-BE49-F238E27FC236}">
                  <a16:creationId xmlns:a16="http://schemas.microsoft.com/office/drawing/2014/main" id="{8F61631B-6E83-CBBB-E0FF-614D73D25E12}"/>
                </a:ext>
              </a:extLst>
            </p:cNvPr>
            <p:cNvCxnSpPr>
              <a:stCxn id="302" idx="3"/>
              <a:endCxn id="282" idx="7"/>
            </p:cNvCxnSpPr>
            <p:nvPr/>
          </p:nvCxnSpPr>
          <p:spPr>
            <a:xfrm flipH="1">
              <a:off x="11921495" y="6012955"/>
              <a:ext cx="468000" cy="370200"/>
            </a:xfrm>
            <a:prstGeom prst="straightConnector1">
              <a:avLst/>
            </a:prstGeom>
            <a:grp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315" name="Google Shape;200;p1">
              <a:extLst>
                <a:ext uri="{FF2B5EF4-FFF2-40B4-BE49-F238E27FC236}">
                  <a16:creationId xmlns:a16="http://schemas.microsoft.com/office/drawing/2014/main" id="{8AC75B14-67B7-C3EC-AEE8-F3B232E889CF}"/>
                </a:ext>
              </a:extLst>
            </p:cNvPr>
            <p:cNvCxnSpPr>
              <a:stCxn id="302" idx="6"/>
              <a:endCxn id="274" idx="1"/>
            </p:cNvCxnSpPr>
            <p:nvPr/>
          </p:nvCxnSpPr>
          <p:spPr>
            <a:xfrm>
              <a:off x="12553633" y="5942951"/>
              <a:ext cx="755400" cy="670800"/>
            </a:xfrm>
            <a:prstGeom prst="straightConnector1">
              <a:avLst/>
            </a:prstGeom>
            <a:grpFill/>
            <a:ln w="179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stealth" w="med" len="med"/>
            </a:ln>
          </p:spPr>
        </p:cxnSp>
      </p:grpSp>
      <p:graphicFrame>
        <p:nvGraphicFramePr>
          <p:cNvPr id="12" name="Table">
            <a:extLst>
              <a:ext uri="{FF2B5EF4-FFF2-40B4-BE49-F238E27FC236}">
                <a16:creationId xmlns:a16="http://schemas.microsoft.com/office/drawing/2014/main" id="{8A6C3249-EAAC-0B4B-28AB-5C383679AE67}"/>
              </a:ext>
            </a:extLst>
          </p:cNvPr>
          <p:cNvGraphicFramePr/>
          <p:nvPr/>
        </p:nvGraphicFramePr>
        <p:xfrm>
          <a:off x="5367268" y="2834640"/>
          <a:ext cx="627864" cy="593755"/>
        </p:xfrm>
        <a:graphic>
          <a:graphicData uri="http://schemas.openxmlformats.org/drawingml/2006/table">
            <a:tbl>
              <a:tblPr firstRow="1">
                <a:tableStyleId>{4C3C2611-4C71-4FC5-86AE-919BDF0F9419}</a:tableStyleId>
              </a:tblPr>
              <a:tblGrid>
                <a:gridCol w="209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8751"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3" name="Table">
            <a:extLst>
              <a:ext uri="{FF2B5EF4-FFF2-40B4-BE49-F238E27FC236}">
                <a16:creationId xmlns:a16="http://schemas.microsoft.com/office/drawing/2014/main" id="{D64A28F2-A7C2-FD87-85BB-1A25888CB68A}"/>
              </a:ext>
            </a:extLst>
          </p:cNvPr>
          <p:cNvGraphicFramePr/>
          <p:nvPr/>
        </p:nvGraphicFramePr>
        <p:xfrm>
          <a:off x="5217803" y="3657600"/>
          <a:ext cx="418576" cy="593755"/>
        </p:xfrm>
        <a:graphic>
          <a:graphicData uri="http://schemas.openxmlformats.org/drawingml/2006/table">
            <a:tbl>
              <a:tblPr firstRow="1">
                <a:tableStyleId>{4C3C2611-4C71-4FC5-86AE-919BDF0F9419}</a:tableStyleId>
              </a:tblPr>
              <a:tblGrid>
                <a:gridCol w="209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8751"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5" name="Table">
            <a:extLst>
              <a:ext uri="{FF2B5EF4-FFF2-40B4-BE49-F238E27FC236}">
                <a16:creationId xmlns:a16="http://schemas.microsoft.com/office/drawing/2014/main" id="{FE95B880-9A32-8FBF-6758-27E11486E7A2}"/>
              </a:ext>
            </a:extLst>
          </p:cNvPr>
          <p:cNvGraphicFramePr/>
          <p:nvPr/>
        </p:nvGraphicFramePr>
        <p:xfrm>
          <a:off x="6614203" y="2834640"/>
          <a:ext cx="627864" cy="593755"/>
        </p:xfrm>
        <a:graphic>
          <a:graphicData uri="http://schemas.openxmlformats.org/drawingml/2006/table">
            <a:tbl>
              <a:tblPr firstRow="1">
                <a:tableStyleId>{4C3C2611-4C71-4FC5-86AE-919BDF0F9419}</a:tableStyleId>
              </a:tblPr>
              <a:tblGrid>
                <a:gridCol w="209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8751"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8" name="Table">
            <a:extLst>
              <a:ext uri="{FF2B5EF4-FFF2-40B4-BE49-F238E27FC236}">
                <a16:creationId xmlns:a16="http://schemas.microsoft.com/office/drawing/2014/main" id="{13180637-F841-743C-7CFD-8900EB4C00B1}"/>
              </a:ext>
            </a:extLst>
          </p:cNvPr>
          <p:cNvGraphicFramePr/>
          <p:nvPr/>
        </p:nvGraphicFramePr>
        <p:xfrm>
          <a:off x="7890671" y="2834640"/>
          <a:ext cx="627864" cy="593755"/>
        </p:xfrm>
        <a:graphic>
          <a:graphicData uri="http://schemas.openxmlformats.org/drawingml/2006/table">
            <a:tbl>
              <a:tblPr firstRow="1">
                <a:tableStyleId>{4C3C2611-4C71-4FC5-86AE-919BDF0F9419}</a:tableStyleId>
              </a:tblPr>
              <a:tblGrid>
                <a:gridCol w="209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8751"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EC8F253-EF3D-5F70-942B-A924D6D3FBCE}"/>
              </a:ext>
            </a:extLst>
          </p:cNvPr>
          <p:cNvSpPr txBox="1"/>
          <p:nvPr/>
        </p:nvSpPr>
        <p:spPr>
          <a:xfrm>
            <a:off x="6659605" y="2309615"/>
            <a:ext cx="512359" cy="236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b="0" dirty="0"/>
              <a:t>.json</a:t>
            </a:r>
            <a:endParaRPr kumimoji="0" lang="en-US" sz="1000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sym typeface="Source Sans Pro"/>
            </a:endParaRPr>
          </a:p>
        </p:txBody>
      </p:sp>
      <p:pic>
        <p:nvPicPr>
          <p:cNvPr id="21" name="Graphic 20" descr="Paper outline">
            <a:extLst>
              <a:ext uri="{FF2B5EF4-FFF2-40B4-BE49-F238E27FC236}">
                <a16:creationId xmlns:a16="http://schemas.microsoft.com/office/drawing/2014/main" id="{F6F40F79-F5FF-D252-BA00-5AD33F288C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0650" y="1920240"/>
            <a:ext cx="430268" cy="43026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0B25E12-DDAA-2358-A945-D1DA0D285BB2}"/>
              </a:ext>
            </a:extLst>
          </p:cNvPr>
          <p:cNvSpPr txBox="1"/>
          <p:nvPr/>
        </p:nvSpPr>
        <p:spPr>
          <a:xfrm>
            <a:off x="7942729" y="2295378"/>
            <a:ext cx="512359" cy="236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b="0" dirty="0"/>
              <a:t>.mbox</a:t>
            </a:r>
            <a:endParaRPr kumimoji="0" lang="en-US" sz="1000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sym typeface="Source Sans Pro"/>
            </a:endParaRPr>
          </a:p>
        </p:txBody>
      </p:sp>
      <p:pic>
        <p:nvPicPr>
          <p:cNvPr id="25" name="Graphic 24" descr="Paper outline">
            <a:extLst>
              <a:ext uri="{FF2B5EF4-FFF2-40B4-BE49-F238E27FC236}">
                <a16:creationId xmlns:a16="http://schemas.microsoft.com/office/drawing/2014/main" id="{867B23D2-8558-ADBB-B70D-4E913E13BE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83775" y="1920889"/>
            <a:ext cx="430268" cy="430268"/>
          </a:xfrm>
          <a:prstGeom prst="rect">
            <a:avLst/>
          </a:prstGeom>
        </p:spPr>
      </p:pic>
      <p:pic>
        <p:nvPicPr>
          <p:cNvPr id="27" name="Graphic 26" descr="Folder outline">
            <a:extLst>
              <a:ext uri="{FF2B5EF4-FFF2-40B4-BE49-F238E27FC236}">
                <a16:creationId xmlns:a16="http://schemas.microsoft.com/office/drawing/2014/main" id="{4AF09060-F7F0-B014-6A0E-05A5B311C4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07260" y="1920240"/>
            <a:ext cx="550611" cy="55061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77FF68D-CC2C-66BF-4A13-1F3F6F186A5E}"/>
              </a:ext>
            </a:extLst>
          </p:cNvPr>
          <p:cNvSpPr txBox="1"/>
          <p:nvPr/>
        </p:nvSpPr>
        <p:spPr>
          <a:xfrm>
            <a:off x="5422867" y="2337169"/>
            <a:ext cx="512359" cy="236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b="0" dirty="0"/>
              <a:t>.git</a:t>
            </a:r>
            <a:endParaRPr kumimoji="0" lang="en-US" sz="1000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sym typeface="Source Sans Pro"/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047A232-AAB4-0B8C-F957-85BAAE0CB95E}"/>
              </a:ext>
            </a:extLst>
          </p:cNvPr>
          <p:cNvSpPr txBox="1"/>
          <p:nvPr/>
        </p:nvSpPr>
        <p:spPr>
          <a:xfrm>
            <a:off x="6728820" y="8583326"/>
            <a:ext cx="512359" cy="28974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b="0" dirty="0"/>
              <a:t>.dsmj</a:t>
            </a:r>
            <a:endParaRPr kumimoji="0" lang="en-US" sz="1000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sym typeface="Source Sans Pro"/>
            </a:endParaRPr>
          </a:p>
        </p:txBody>
      </p:sp>
      <p:pic>
        <p:nvPicPr>
          <p:cNvPr id="258" name="Graphic 257" descr="Paper outline">
            <a:extLst>
              <a:ext uri="{FF2B5EF4-FFF2-40B4-BE49-F238E27FC236}">
                <a16:creationId xmlns:a16="http://schemas.microsoft.com/office/drawing/2014/main" id="{A28FEFAB-BFE5-EBA2-FD89-B56A6BDF15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69866" y="8235488"/>
            <a:ext cx="430268" cy="430268"/>
          </a:xfrm>
          <a:prstGeom prst="rect">
            <a:avLst/>
          </a:prstGeom>
        </p:spPr>
      </p:pic>
      <p:graphicFrame>
        <p:nvGraphicFramePr>
          <p:cNvPr id="430" name="Table">
            <a:extLst>
              <a:ext uri="{FF2B5EF4-FFF2-40B4-BE49-F238E27FC236}">
                <a16:creationId xmlns:a16="http://schemas.microsoft.com/office/drawing/2014/main" id="{393CD5AF-5531-C212-2C2A-760A5CA39117}"/>
              </a:ext>
            </a:extLst>
          </p:cNvPr>
          <p:cNvGraphicFramePr/>
          <p:nvPr/>
        </p:nvGraphicFramePr>
        <p:xfrm>
          <a:off x="5717228" y="3657600"/>
          <a:ext cx="418576" cy="593755"/>
        </p:xfrm>
        <a:graphic>
          <a:graphicData uri="http://schemas.openxmlformats.org/drawingml/2006/table">
            <a:tbl>
              <a:tblPr firstRow="1">
                <a:tableStyleId>{4C3C2611-4C71-4FC5-86AE-919BDF0F9419}</a:tableStyleId>
              </a:tblPr>
              <a:tblGrid>
                <a:gridCol w="209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8751"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31" name="Table">
            <a:extLst>
              <a:ext uri="{FF2B5EF4-FFF2-40B4-BE49-F238E27FC236}">
                <a16:creationId xmlns:a16="http://schemas.microsoft.com/office/drawing/2014/main" id="{53FB9CC4-BC7C-EA7A-793E-2CAA6A6E5691}"/>
              </a:ext>
            </a:extLst>
          </p:cNvPr>
          <p:cNvGraphicFramePr/>
          <p:nvPr/>
        </p:nvGraphicFramePr>
        <p:xfrm>
          <a:off x="6459637" y="3657600"/>
          <a:ext cx="418576" cy="593755"/>
        </p:xfrm>
        <a:graphic>
          <a:graphicData uri="http://schemas.openxmlformats.org/drawingml/2006/table">
            <a:tbl>
              <a:tblPr firstRow="1">
                <a:tableStyleId>{4C3C2611-4C71-4FC5-86AE-919BDF0F9419}</a:tableStyleId>
              </a:tblPr>
              <a:tblGrid>
                <a:gridCol w="209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8751"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32" name="Table">
            <a:extLst>
              <a:ext uri="{FF2B5EF4-FFF2-40B4-BE49-F238E27FC236}">
                <a16:creationId xmlns:a16="http://schemas.microsoft.com/office/drawing/2014/main" id="{789A2292-A200-37D1-6329-42432E90E5BB}"/>
              </a:ext>
            </a:extLst>
          </p:cNvPr>
          <p:cNvGraphicFramePr/>
          <p:nvPr/>
        </p:nvGraphicFramePr>
        <p:xfrm>
          <a:off x="6953164" y="3659028"/>
          <a:ext cx="418576" cy="593755"/>
        </p:xfrm>
        <a:graphic>
          <a:graphicData uri="http://schemas.openxmlformats.org/drawingml/2006/table">
            <a:tbl>
              <a:tblPr firstRow="1">
                <a:tableStyleId>{4C3C2611-4C71-4FC5-86AE-919BDF0F9419}</a:tableStyleId>
              </a:tblPr>
              <a:tblGrid>
                <a:gridCol w="209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8751"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38" name="Table">
            <a:extLst>
              <a:ext uri="{FF2B5EF4-FFF2-40B4-BE49-F238E27FC236}">
                <a16:creationId xmlns:a16="http://schemas.microsoft.com/office/drawing/2014/main" id="{BAAA4A15-A2CA-FA39-3B35-D308773C9432}"/>
              </a:ext>
            </a:extLst>
          </p:cNvPr>
          <p:cNvGraphicFramePr/>
          <p:nvPr/>
        </p:nvGraphicFramePr>
        <p:xfrm>
          <a:off x="7737264" y="3657600"/>
          <a:ext cx="418576" cy="593755"/>
        </p:xfrm>
        <a:graphic>
          <a:graphicData uri="http://schemas.openxmlformats.org/drawingml/2006/table">
            <a:tbl>
              <a:tblPr firstRow="1">
                <a:tableStyleId>{4C3C2611-4C71-4FC5-86AE-919BDF0F9419}</a:tableStyleId>
              </a:tblPr>
              <a:tblGrid>
                <a:gridCol w="209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8751"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39" name="Table">
            <a:extLst>
              <a:ext uri="{FF2B5EF4-FFF2-40B4-BE49-F238E27FC236}">
                <a16:creationId xmlns:a16="http://schemas.microsoft.com/office/drawing/2014/main" id="{2CB44C32-FB87-514F-8C4C-92D7CBF7BE73}"/>
              </a:ext>
            </a:extLst>
          </p:cNvPr>
          <p:cNvGraphicFramePr/>
          <p:nvPr/>
        </p:nvGraphicFramePr>
        <p:xfrm>
          <a:off x="8230791" y="3657600"/>
          <a:ext cx="418576" cy="593755"/>
        </p:xfrm>
        <a:graphic>
          <a:graphicData uri="http://schemas.openxmlformats.org/drawingml/2006/table">
            <a:tbl>
              <a:tblPr firstRow="1">
                <a:tableStyleId>{4C3C2611-4C71-4FC5-86AE-919BDF0F9419}</a:tableStyleId>
              </a:tblPr>
              <a:tblGrid>
                <a:gridCol w="209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8751"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 b="0">
                          <a:latin typeface="+mj-lt"/>
                          <a:ea typeface="+mj-ea"/>
                          <a:cs typeface="+mj-cs"/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1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751"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700">
                          <a:sym typeface="Source Sans Pro Regular"/>
                        </a:defRPr>
                      </a:pPr>
                      <a:endParaRPr dirty="0">
                        <a:noFill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17" name="Google Shape;156;p1">
            <a:extLst>
              <a:ext uri="{FF2B5EF4-FFF2-40B4-BE49-F238E27FC236}">
                <a16:creationId xmlns:a16="http://schemas.microsoft.com/office/drawing/2014/main" id="{661C4011-770F-71C2-2390-B3AA185EB8A8}"/>
              </a:ext>
            </a:extLst>
          </p:cNvPr>
          <p:cNvGrpSpPr/>
          <p:nvPr/>
        </p:nvGrpSpPr>
        <p:grpSpPr>
          <a:xfrm>
            <a:off x="7852504" y="6496126"/>
            <a:ext cx="1357791" cy="804343"/>
            <a:chOff x="10592773" y="5229745"/>
            <a:chExt cx="3298954" cy="1741391"/>
          </a:xfrm>
        </p:grpSpPr>
        <p:sp>
          <p:nvSpPr>
            <p:cNvPr id="318" name="Google Shape;157;p1">
              <a:extLst>
                <a:ext uri="{FF2B5EF4-FFF2-40B4-BE49-F238E27FC236}">
                  <a16:creationId xmlns:a16="http://schemas.microsoft.com/office/drawing/2014/main" id="{BD4A2FAF-9962-0C53-F1AC-D787A43E9BC2}"/>
                </a:ext>
              </a:extLst>
            </p:cNvPr>
            <p:cNvSpPr/>
            <p:nvPr/>
          </p:nvSpPr>
          <p:spPr>
            <a:xfrm>
              <a:off x="12237743" y="5550161"/>
              <a:ext cx="192300" cy="1980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20" name="Google Shape;158;p1">
              <a:extLst>
                <a:ext uri="{FF2B5EF4-FFF2-40B4-BE49-F238E27FC236}">
                  <a16:creationId xmlns:a16="http://schemas.microsoft.com/office/drawing/2014/main" id="{ECBCB881-C131-D11A-EC5E-246C2A06EC45}"/>
                </a:ext>
              </a:extLst>
            </p:cNvPr>
            <p:cNvSpPr/>
            <p:nvPr/>
          </p:nvSpPr>
          <p:spPr>
            <a:xfrm>
              <a:off x="12990609" y="5398089"/>
              <a:ext cx="192300" cy="1980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21" name="Google Shape;159;p1">
              <a:extLst>
                <a:ext uri="{FF2B5EF4-FFF2-40B4-BE49-F238E27FC236}">
                  <a16:creationId xmlns:a16="http://schemas.microsoft.com/office/drawing/2014/main" id="{DB71C440-092A-5014-8D84-19A26DEF86B1}"/>
                </a:ext>
              </a:extLst>
            </p:cNvPr>
            <p:cNvSpPr/>
            <p:nvPr/>
          </p:nvSpPr>
          <p:spPr>
            <a:xfrm>
              <a:off x="13329043" y="5229745"/>
              <a:ext cx="192300" cy="1980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22" name="Google Shape;160;p1">
              <a:extLst>
                <a:ext uri="{FF2B5EF4-FFF2-40B4-BE49-F238E27FC236}">
                  <a16:creationId xmlns:a16="http://schemas.microsoft.com/office/drawing/2014/main" id="{4CFE16C5-9B9F-2318-2761-3F1A675D36A6}"/>
                </a:ext>
              </a:extLst>
            </p:cNvPr>
            <p:cNvSpPr/>
            <p:nvPr/>
          </p:nvSpPr>
          <p:spPr>
            <a:xfrm>
              <a:off x="13317282" y="5522084"/>
              <a:ext cx="192300" cy="1980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25" name="Google Shape;161;p1">
              <a:extLst>
                <a:ext uri="{FF2B5EF4-FFF2-40B4-BE49-F238E27FC236}">
                  <a16:creationId xmlns:a16="http://schemas.microsoft.com/office/drawing/2014/main" id="{E5F92F66-6487-DB57-0F5C-3D9E99BEE169}"/>
                </a:ext>
              </a:extLst>
            </p:cNvPr>
            <p:cNvSpPr/>
            <p:nvPr/>
          </p:nvSpPr>
          <p:spPr>
            <a:xfrm>
              <a:off x="13699427" y="5306906"/>
              <a:ext cx="192300" cy="1980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27" name="Google Shape;162;p1">
              <a:extLst>
                <a:ext uri="{FF2B5EF4-FFF2-40B4-BE49-F238E27FC236}">
                  <a16:creationId xmlns:a16="http://schemas.microsoft.com/office/drawing/2014/main" id="{96EEE50A-3E4F-577D-74E0-1F4913DAA82B}"/>
                </a:ext>
              </a:extLst>
            </p:cNvPr>
            <p:cNvSpPr/>
            <p:nvPr/>
          </p:nvSpPr>
          <p:spPr>
            <a:xfrm>
              <a:off x="12990598" y="5644267"/>
              <a:ext cx="192300" cy="198000"/>
            </a:xfrm>
            <a:prstGeom prst="ellipse">
              <a:avLst/>
            </a:prstGeom>
            <a:solidFill>
              <a:schemeClr val="bg2">
                <a:lumMod val="10000"/>
              </a:schemeClr>
            </a:solidFill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28" name="Google Shape;163;p1">
              <a:extLst>
                <a:ext uri="{FF2B5EF4-FFF2-40B4-BE49-F238E27FC236}">
                  <a16:creationId xmlns:a16="http://schemas.microsoft.com/office/drawing/2014/main" id="{F17AC113-56C2-966E-EC77-735729C14ADA}"/>
                </a:ext>
              </a:extLst>
            </p:cNvPr>
            <p:cNvSpPr/>
            <p:nvPr/>
          </p:nvSpPr>
          <p:spPr>
            <a:xfrm>
              <a:off x="13261106" y="6564434"/>
              <a:ext cx="328200" cy="336900"/>
            </a:xfrm>
            <a:prstGeom prst="ellipse">
              <a:avLst/>
            </a:prstGeom>
            <a:solidFill>
              <a:schemeClr val="bg2">
                <a:lumMod val="10000"/>
              </a:schemeClr>
            </a:solidFill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29" name="Google Shape;164;p1">
              <a:extLst>
                <a:ext uri="{FF2B5EF4-FFF2-40B4-BE49-F238E27FC236}">
                  <a16:creationId xmlns:a16="http://schemas.microsoft.com/office/drawing/2014/main" id="{F479B0C9-F7D3-D0D9-51C8-B2557547F5F6}"/>
                </a:ext>
              </a:extLst>
            </p:cNvPr>
            <p:cNvSpPr/>
            <p:nvPr/>
          </p:nvSpPr>
          <p:spPr>
            <a:xfrm>
              <a:off x="12889483" y="6773136"/>
              <a:ext cx="192300" cy="198000"/>
            </a:xfrm>
            <a:prstGeom prst="ellipse">
              <a:avLst/>
            </a:prstGeom>
            <a:solidFill>
              <a:schemeClr val="bg2">
                <a:lumMod val="10000"/>
              </a:schemeClr>
            </a:solidFill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31" name="Google Shape;165;p1">
              <a:extLst>
                <a:ext uri="{FF2B5EF4-FFF2-40B4-BE49-F238E27FC236}">
                  <a16:creationId xmlns:a16="http://schemas.microsoft.com/office/drawing/2014/main" id="{F0C52D15-1BC3-75C9-B5CF-94F358FA2ED0}"/>
                </a:ext>
              </a:extLst>
            </p:cNvPr>
            <p:cNvSpPr/>
            <p:nvPr/>
          </p:nvSpPr>
          <p:spPr>
            <a:xfrm>
              <a:off x="13324166" y="6099152"/>
              <a:ext cx="192300" cy="198000"/>
            </a:xfrm>
            <a:prstGeom prst="ellipse">
              <a:avLst/>
            </a:prstGeom>
            <a:solidFill>
              <a:schemeClr val="bg2">
                <a:lumMod val="10000"/>
              </a:schemeClr>
            </a:solidFill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32" name="Google Shape;166;p1">
              <a:extLst>
                <a:ext uri="{FF2B5EF4-FFF2-40B4-BE49-F238E27FC236}">
                  <a16:creationId xmlns:a16="http://schemas.microsoft.com/office/drawing/2014/main" id="{03E587DD-251E-F6D6-9F46-0D6119148C53}"/>
                </a:ext>
              </a:extLst>
            </p:cNvPr>
            <p:cNvSpPr/>
            <p:nvPr/>
          </p:nvSpPr>
          <p:spPr>
            <a:xfrm>
              <a:off x="11468140" y="5576165"/>
              <a:ext cx="305700" cy="308400"/>
            </a:xfrm>
            <a:prstGeom prst="ellipse">
              <a:avLst/>
            </a:prstGeom>
            <a:solidFill>
              <a:srgbClr val="E4E4E3"/>
            </a:solidFill>
            <a:ln w="179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33" name="Google Shape;167;p1">
              <a:extLst>
                <a:ext uri="{FF2B5EF4-FFF2-40B4-BE49-F238E27FC236}">
                  <a16:creationId xmlns:a16="http://schemas.microsoft.com/office/drawing/2014/main" id="{9C670EA1-0FE4-B5E1-269A-1E357F22C477}"/>
                </a:ext>
              </a:extLst>
            </p:cNvPr>
            <p:cNvSpPr/>
            <p:nvPr/>
          </p:nvSpPr>
          <p:spPr>
            <a:xfrm>
              <a:off x="10719482" y="5925385"/>
              <a:ext cx="192300" cy="1980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35" name="Google Shape;168;p1">
              <a:extLst>
                <a:ext uri="{FF2B5EF4-FFF2-40B4-BE49-F238E27FC236}">
                  <a16:creationId xmlns:a16="http://schemas.microsoft.com/office/drawing/2014/main" id="{C7AE135B-C7D7-43BE-151D-201FD73D8AB9}"/>
                </a:ext>
              </a:extLst>
            </p:cNvPr>
            <p:cNvSpPr/>
            <p:nvPr/>
          </p:nvSpPr>
          <p:spPr>
            <a:xfrm>
              <a:off x="11061232" y="5405652"/>
              <a:ext cx="192300" cy="1980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36" name="Google Shape;169;p1">
              <a:extLst>
                <a:ext uri="{FF2B5EF4-FFF2-40B4-BE49-F238E27FC236}">
                  <a16:creationId xmlns:a16="http://schemas.microsoft.com/office/drawing/2014/main" id="{C4DCC4CA-40F6-D06D-37C3-429A433E3AA9}"/>
                </a:ext>
              </a:extLst>
            </p:cNvPr>
            <p:cNvSpPr/>
            <p:nvPr/>
          </p:nvSpPr>
          <p:spPr>
            <a:xfrm>
              <a:off x="10592773" y="6139937"/>
              <a:ext cx="274500" cy="2763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37" name="Google Shape;170;p1">
              <a:extLst>
                <a:ext uri="{FF2B5EF4-FFF2-40B4-BE49-F238E27FC236}">
                  <a16:creationId xmlns:a16="http://schemas.microsoft.com/office/drawing/2014/main" id="{453CC3B7-D5EC-FB52-2AAE-0B420A6C7BC0}"/>
                </a:ext>
              </a:extLst>
            </p:cNvPr>
            <p:cNvSpPr/>
            <p:nvPr/>
          </p:nvSpPr>
          <p:spPr>
            <a:xfrm>
              <a:off x="11037864" y="6333062"/>
              <a:ext cx="192300" cy="1980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38" name="Google Shape;171;p1">
              <a:extLst>
                <a:ext uri="{FF2B5EF4-FFF2-40B4-BE49-F238E27FC236}">
                  <a16:creationId xmlns:a16="http://schemas.microsoft.com/office/drawing/2014/main" id="{9A3C6B66-64A2-CECC-95DC-5945BEE992AD}"/>
                </a:ext>
              </a:extLst>
            </p:cNvPr>
            <p:cNvSpPr/>
            <p:nvPr/>
          </p:nvSpPr>
          <p:spPr>
            <a:xfrm>
              <a:off x="11449106" y="6300040"/>
              <a:ext cx="553500" cy="567900"/>
            </a:xfrm>
            <a:prstGeom prst="ellipse">
              <a:avLst/>
            </a:prstGeom>
            <a:solidFill>
              <a:schemeClr val="bg2">
                <a:lumMod val="10000"/>
              </a:schemeClr>
            </a:solidFill>
            <a:ln w="26900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cxnSp>
          <p:nvCxnSpPr>
            <p:cNvPr id="339" name="Google Shape;172;p1">
              <a:extLst>
                <a:ext uri="{FF2B5EF4-FFF2-40B4-BE49-F238E27FC236}">
                  <a16:creationId xmlns:a16="http://schemas.microsoft.com/office/drawing/2014/main" id="{BC7C9399-BCB7-DDAD-9F9A-B6FEC8FCBBE9}"/>
                </a:ext>
              </a:extLst>
            </p:cNvPr>
            <p:cNvCxnSpPr>
              <a:stCxn id="318" idx="2"/>
              <a:endCxn id="332" idx="6"/>
            </p:cNvCxnSpPr>
            <p:nvPr/>
          </p:nvCxnSpPr>
          <p:spPr>
            <a:xfrm flipH="1">
              <a:off x="11773943" y="5649161"/>
              <a:ext cx="463800" cy="813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340" name="Google Shape;173;p1">
              <a:extLst>
                <a:ext uri="{FF2B5EF4-FFF2-40B4-BE49-F238E27FC236}">
                  <a16:creationId xmlns:a16="http://schemas.microsoft.com/office/drawing/2014/main" id="{099429B7-B63D-529A-66EB-2538DA977037}"/>
                </a:ext>
              </a:extLst>
            </p:cNvPr>
            <p:cNvCxnSpPr>
              <a:stCxn id="332" idx="2"/>
              <a:endCxn id="353" idx="6"/>
            </p:cNvCxnSpPr>
            <p:nvPr/>
          </p:nvCxnSpPr>
          <p:spPr>
            <a:xfrm flipH="1">
              <a:off x="11113540" y="5730365"/>
              <a:ext cx="354600" cy="306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343" name="Google Shape;175;p1">
              <a:extLst>
                <a:ext uri="{FF2B5EF4-FFF2-40B4-BE49-F238E27FC236}">
                  <a16:creationId xmlns:a16="http://schemas.microsoft.com/office/drawing/2014/main" id="{DCC97C2A-00DA-5250-53FE-C2BD40894DD2}"/>
                </a:ext>
              </a:extLst>
            </p:cNvPr>
            <p:cNvCxnSpPr>
              <a:stCxn id="338" idx="1"/>
              <a:endCxn id="350" idx="5"/>
            </p:cNvCxnSpPr>
            <p:nvPr/>
          </p:nvCxnSpPr>
          <p:spPr>
            <a:xfrm rot="10800000">
              <a:off x="11390064" y="6170507"/>
              <a:ext cx="140100" cy="2127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344" name="Google Shape;177;p1">
              <a:extLst>
                <a:ext uri="{FF2B5EF4-FFF2-40B4-BE49-F238E27FC236}">
                  <a16:creationId xmlns:a16="http://schemas.microsoft.com/office/drawing/2014/main" id="{E03C08D8-16F0-7223-FA32-FE9019729A0C}"/>
                </a:ext>
              </a:extLst>
            </p:cNvPr>
            <p:cNvCxnSpPr>
              <a:stCxn id="338" idx="2"/>
              <a:endCxn id="337" idx="5"/>
            </p:cNvCxnSpPr>
            <p:nvPr/>
          </p:nvCxnSpPr>
          <p:spPr>
            <a:xfrm rot="10800000">
              <a:off x="11201906" y="6502090"/>
              <a:ext cx="247200" cy="819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345" name="Google Shape;178;p1">
              <a:extLst>
                <a:ext uri="{FF2B5EF4-FFF2-40B4-BE49-F238E27FC236}">
                  <a16:creationId xmlns:a16="http://schemas.microsoft.com/office/drawing/2014/main" id="{797072A7-008F-A19D-3DE8-94F9EA617731}"/>
                </a:ext>
              </a:extLst>
            </p:cNvPr>
            <p:cNvCxnSpPr>
              <a:stCxn id="337" idx="2"/>
              <a:endCxn id="336" idx="6"/>
            </p:cNvCxnSpPr>
            <p:nvPr/>
          </p:nvCxnSpPr>
          <p:spPr>
            <a:xfrm rot="10800000">
              <a:off x="10867164" y="6278162"/>
              <a:ext cx="170700" cy="1539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346" name="Google Shape;179;p1">
              <a:extLst>
                <a:ext uri="{FF2B5EF4-FFF2-40B4-BE49-F238E27FC236}">
                  <a16:creationId xmlns:a16="http://schemas.microsoft.com/office/drawing/2014/main" id="{5875D63F-2413-F4B0-C86C-A901F2A0813C}"/>
                </a:ext>
              </a:extLst>
            </p:cNvPr>
            <p:cNvCxnSpPr>
              <a:stCxn id="350" idx="2"/>
              <a:endCxn id="333" idx="5"/>
            </p:cNvCxnSpPr>
            <p:nvPr/>
          </p:nvCxnSpPr>
          <p:spPr>
            <a:xfrm rot="10800000">
              <a:off x="10883737" y="6094319"/>
              <a:ext cx="342300" cy="63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347" name="Google Shape;180;p1">
              <a:extLst>
                <a:ext uri="{FF2B5EF4-FFF2-40B4-BE49-F238E27FC236}">
                  <a16:creationId xmlns:a16="http://schemas.microsoft.com/office/drawing/2014/main" id="{B175E5A3-FED9-65A8-C4C4-3C1364C25F81}"/>
                </a:ext>
              </a:extLst>
            </p:cNvPr>
            <p:cNvCxnSpPr>
              <a:stCxn id="332" idx="1"/>
              <a:endCxn id="335" idx="5"/>
            </p:cNvCxnSpPr>
            <p:nvPr/>
          </p:nvCxnSpPr>
          <p:spPr>
            <a:xfrm rot="10800000">
              <a:off x="11225509" y="5574529"/>
              <a:ext cx="287400" cy="468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348" name="Google Shape;181;p1">
              <a:extLst>
                <a:ext uri="{FF2B5EF4-FFF2-40B4-BE49-F238E27FC236}">
                  <a16:creationId xmlns:a16="http://schemas.microsoft.com/office/drawing/2014/main" id="{5D043103-4ECA-E768-51E6-1BB4CAFB39BC}"/>
                </a:ext>
              </a:extLst>
            </p:cNvPr>
            <p:cNvCxnSpPr>
              <a:stCxn id="361" idx="2"/>
              <a:endCxn id="350" idx="6"/>
            </p:cNvCxnSpPr>
            <p:nvPr/>
          </p:nvCxnSpPr>
          <p:spPr>
            <a:xfrm flipH="1">
              <a:off x="11418366" y="5897435"/>
              <a:ext cx="710100" cy="2031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349" name="Google Shape;183;p1">
              <a:extLst>
                <a:ext uri="{FF2B5EF4-FFF2-40B4-BE49-F238E27FC236}">
                  <a16:creationId xmlns:a16="http://schemas.microsoft.com/office/drawing/2014/main" id="{D1DE24CE-F4CB-2EB8-A84E-4A832D501AC3}"/>
                </a:ext>
              </a:extLst>
            </p:cNvPr>
            <p:cNvCxnSpPr>
              <a:stCxn id="361" idx="2"/>
              <a:endCxn id="333" idx="6"/>
            </p:cNvCxnSpPr>
            <p:nvPr/>
          </p:nvCxnSpPr>
          <p:spPr>
            <a:xfrm flipH="1">
              <a:off x="10911666" y="5897435"/>
              <a:ext cx="1216800" cy="1269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sp>
          <p:nvSpPr>
            <p:cNvPr id="350" name="Google Shape;176;p1">
              <a:extLst>
                <a:ext uri="{FF2B5EF4-FFF2-40B4-BE49-F238E27FC236}">
                  <a16:creationId xmlns:a16="http://schemas.microsoft.com/office/drawing/2014/main" id="{40B6B233-3568-1180-83B6-158BCCA62E99}"/>
                </a:ext>
              </a:extLst>
            </p:cNvPr>
            <p:cNvSpPr/>
            <p:nvPr/>
          </p:nvSpPr>
          <p:spPr>
            <a:xfrm>
              <a:off x="11226037" y="6001619"/>
              <a:ext cx="192300" cy="1980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cxnSp>
          <p:nvCxnSpPr>
            <p:cNvPr id="351" name="Google Shape;184;p1">
              <a:extLst>
                <a:ext uri="{FF2B5EF4-FFF2-40B4-BE49-F238E27FC236}">
                  <a16:creationId xmlns:a16="http://schemas.microsoft.com/office/drawing/2014/main" id="{B3840EAB-E1F0-6604-A335-5A5A97534815}"/>
                </a:ext>
              </a:extLst>
            </p:cNvPr>
            <p:cNvCxnSpPr>
              <a:stCxn id="318" idx="2"/>
              <a:endCxn id="337" idx="7"/>
            </p:cNvCxnSpPr>
            <p:nvPr/>
          </p:nvCxnSpPr>
          <p:spPr>
            <a:xfrm flipH="1">
              <a:off x="11202143" y="5649161"/>
              <a:ext cx="1035600" cy="7128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352" name="Google Shape;185;p1">
              <a:extLst>
                <a:ext uri="{FF2B5EF4-FFF2-40B4-BE49-F238E27FC236}">
                  <a16:creationId xmlns:a16="http://schemas.microsoft.com/office/drawing/2014/main" id="{7C0D42F6-3FFD-AD69-A622-397C13F6FE12}"/>
                </a:ext>
              </a:extLst>
            </p:cNvPr>
            <p:cNvCxnSpPr>
              <a:stCxn id="318" idx="5"/>
              <a:endCxn id="328" idx="1"/>
            </p:cNvCxnSpPr>
            <p:nvPr/>
          </p:nvCxnSpPr>
          <p:spPr>
            <a:xfrm>
              <a:off x="12401881" y="5719165"/>
              <a:ext cx="907200" cy="894600"/>
            </a:xfrm>
            <a:prstGeom prst="straightConnector1">
              <a:avLst/>
            </a:prstGeom>
            <a:noFill/>
            <a:ln w="17925" cap="flat" cmpd="sng">
              <a:solidFill>
                <a:srgbClr val="D9D9D9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sp>
          <p:nvSpPr>
            <p:cNvPr id="353" name="Google Shape;174;p1">
              <a:extLst>
                <a:ext uri="{FF2B5EF4-FFF2-40B4-BE49-F238E27FC236}">
                  <a16:creationId xmlns:a16="http://schemas.microsoft.com/office/drawing/2014/main" id="{305C801D-0727-5AE5-0BFB-5B93D24D2172}"/>
                </a:ext>
              </a:extLst>
            </p:cNvPr>
            <p:cNvSpPr/>
            <p:nvPr/>
          </p:nvSpPr>
          <p:spPr>
            <a:xfrm>
              <a:off x="10921235" y="5662025"/>
              <a:ext cx="192300" cy="1980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cxnSp>
          <p:nvCxnSpPr>
            <p:cNvPr id="354" name="Google Shape;186;p1">
              <a:extLst>
                <a:ext uri="{FF2B5EF4-FFF2-40B4-BE49-F238E27FC236}">
                  <a16:creationId xmlns:a16="http://schemas.microsoft.com/office/drawing/2014/main" id="{4C229871-C930-BA17-D80A-34281E58A2A0}"/>
                </a:ext>
              </a:extLst>
            </p:cNvPr>
            <p:cNvCxnSpPr>
              <a:stCxn id="361" idx="2"/>
              <a:endCxn id="337" idx="6"/>
            </p:cNvCxnSpPr>
            <p:nvPr/>
          </p:nvCxnSpPr>
          <p:spPr>
            <a:xfrm flipH="1">
              <a:off x="11230266" y="5897435"/>
              <a:ext cx="898200" cy="5346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356" name="Google Shape;189;p1">
              <a:extLst>
                <a:ext uri="{FF2B5EF4-FFF2-40B4-BE49-F238E27FC236}">
                  <a16:creationId xmlns:a16="http://schemas.microsoft.com/office/drawing/2014/main" id="{5A849896-A74D-F6B8-2F37-5FBCA78B1A61}"/>
                </a:ext>
              </a:extLst>
            </p:cNvPr>
            <p:cNvCxnSpPr>
              <a:stCxn id="327" idx="7"/>
              <a:endCxn id="322" idx="2"/>
            </p:cNvCxnSpPr>
            <p:nvPr/>
          </p:nvCxnSpPr>
          <p:spPr>
            <a:xfrm rot="10800000" flipH="1">
              <a:off x="13154736" y="5621063"/>
              <a:ext cx="162600" cy="52200"/>
            </a:xfrm>
            <a:prstGeom prst="straightConnector1">
              <a:avLst/>
            </a:prstGeom>
            <a:noFill/>
            <a:ln w="9525" cap="flat" cmpd="sng">
              <a:solidFill>
                <a:srgbClr val="E4E4E3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357" name="Google Shape;190;p1">
              <a:extLst>
                <a:ext uri="{FF2B5EF4-FFF2-40B4-BE49-F238E27FC236}">
                  <a16:creationId xmlns:a16="http://schemas.microsoft.com/office/drawing/2014/main" id="{41B3FC94-25B5-4CAF-02DD-8AD60AC024E4}"/>
                </a:ext>
              </a:extLst>
            </p:cNvPr>
            <p:cNvCxnSpPr>
              <a:stCxn id="322" idx="6"/>
              <a:endCxn id="325" idx="2"/>
            </p:cNvCxnSpPr>
            <p:nvPr/>
          </p:nvCxnSpPr>
          <p:spPr>
            <a:xfrm rot="10800000" flipH="1">
              <a:off x="13509582" y="5405984"/>
              <a:ext cx="189900" cy="215100"/>
            </a:xfrm>
            <a:prstGeom prst="straightConnector1">
              <a:avLst/>
            </a:prstGeom>
            <a:noFill/>
            <a:ln w="9525" cap="flat" cmpd="sng">
              <a:solidFill>
                <a:srgbClr val="E4E4E3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358" name="Google Shape;191;p1">
              <a:extLst>
                <a:ext uri="{FF2B5EF4-FFF2-40B4-BE49-F238E27FC236}">
                  <a16:creationId xmlns:a16="http://schemas.microsoft.com/office/drawing/2014/main" id="{D4969438-DC1E-F5BF-6FE8-4A21E88911F8}"/>
                </a:ext>
              </a:extLst>
            </p:cNvPr>
            <p:cNvCxnSpPr>
              <a:stCxn id="318" idx="6"/>
              <a:endCxn id="320" idx="2"/>
            </p:cNvCxnSpPr>
            <p:nvPr/>
          </p:nvCxnSpPr>
          <p:spPr>
            <a:xfrm rot="10800000" flipH="1">
              <a:off x="12430043" y="5497061"/>
              <a:ext cx="560700" cy="152100"/>
            </a:xfrm>
            <a:prstGeom prst="straightConnector1">
              <a:avLst/>
            </a:prstGeom>
            <a:noFill/>
            <a:ln w="9525" cap="flat" cmpd="sng">
              <a:solidFill>
                <a:srgbClr val="E4E4E3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sp>
          <p:nvSpPr>
            <p:cNvPr id="359" name="Google Shape;188;p1">
              <a:extLst>
                <a:ext uri="{FF2B5EF4-FFF2-40B4-BE49-F238E27FC236}">
                  <a16:creationId xmlns:a16="http://schemas.microsoft.com/office/drawing/2014/main" id="{5403C421-B182-6172-3D82-780F4F2785F5}"/>
                </a:ext>
              </a:extLst>
            </p:cNvPr>
            <p:cNvSpPr/>
            <p:nvPr/>
          </p:nvSpPr>
          <p:spPr>
            <a:xfrm>
              <a:off x="12361333" y="5843951"/>
              <a:ext cx="192300" cy="198000"/>
            </a:xfrm>
            <a:prstGeom prst="ellipse">
              <a:avLst/>
            </a:prstGeom>
            <a:solidFill>
              <a:schemeClr val="bg2">
                <a:lumMod val="10000"/>
              </a:schemeClr>
            </a:solidFill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cxnSp>
          <p:nvCxnSpPr>
            <p:cNvPr id="360" name="Google Shape;192;p1">
              <a:extLst>
                <a:ext uri="{FF2B5EF4-FFF2-40B4-BE49-F238E27FC236}">
                  <a16:creationId xmlns:a16="http://schemas.microsoft.com/office/drawing/2014/main" id="{AEEAEDDC-EB76-8569-65BE-9960D90ECC25}"/>
                </a:ext>
              </a:extLst>
            </p:cNvPr>
            <p:cNvCxnSpPr>
              <a:stCxn id="320" idx="7"/>
              <a:endCxn id="321" idx="2"/>
            </p:cNvCxnSpPr>
            <p:nvPr/>
          </p:nvCxnSpPr>
          <p:spPr>
            <a:xfrm rot="10800000" flipH="1">
              <a:off x="13154747" y="5328685"/>
              <a:ext cx="174300" cy="98400"/>
            </a:xfrm>
            <a:prstGeom prst="straightConnector1">
              <a:avLst/>
            </a:prstGeom>
            <a:noFill/>
            <a:ln w="9525" cap="flat" cmpd="sng">
              <a:solidFill>
                <a:srgbClr val="E4E4E3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sp>
          <p:nvSpPr>
            <p:cNvPr id="361" name="Google Shape;182;p1">
              <a:extLst>
                <a:ext uri="{FF2B5EF4-FFF2-40B4-BE49-F238E27FC236}">
                  <a16:creationId xmlns:a16="http://schemas.microsoft.com/office/drawing/2014/main" id="{CF85D9F7-130D-B90E-9EE7-6976F77917FD}"/>
                </a:ext>
              </a:extLst>
            </p:cNvPr>
            <p:cNvSpPr/>
            <p:nvPr/>
          </p:nvSpPr>
          <p:spPr>
            <a:xfrm>
              <a:off x="12128466" y="5798435"/>
              <a:ext cx="192300" cy="1980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cxnSp>
          <p:nvCxnSpPr>
            <p:cNvPr id="362" name="Google Shape;193;p1">
              <a:extLst>
                <a:ext uri="{FF2B5EF4-FFF2-40B4-BE49-F238E27FC236}">
                  <a16:creationId xmlns:a16="http://schemas.microsoft.com/office/drawing/2014/main" id="{3E2CB464-2281-B225-64D0-C469A22133B2}"/>
                </a:ext>
              </a:extLst>
            </p:cNvPr>
            <p:cNvCxnSpPr>
              <a:stCxn id="338" idx="6"/>
              <a:endCxn id="328" idx="2"/>
            </p:cNvCxnSpPr>
            <p:nvPr/>
          </p:nvCxnSpPr>
          <p:spPr>
            <a:xfrm>
              <a:off x="12002606" y="6583990"/>
              <a:ext cx="1258500" cy="148800"/>
            </a:xfrm>
            <a:prstGeom prst="straightConnector1">
              <a:avLst/>
            </a:prstGeom>
            <a:noFill/>
            <a:ln w="35850" cap="flat" cmpd="sng">
              <a:solidFill>
                <a:srgbClr val="E4E4E3"/>
              </a:solidFill>
              <a:prstDash val="solid"/>
              <a:round/>
              <a:headEnd type="stealth" w="med" len="med"/>
              <a:tailEnd type="none" w="sm" len="sm"/>
            </a:ln>
          </p:spPr>
        </p:cxnSp>
        <p:cxnSp>
          <p:nvCxnSpPr>
            <p:cNvPr id="363" name="Google Shape;194;p1">
              <a:extLst>
                <a:ext uri="{FF2B5EF4-FFF2-40B4-BE49-F238E27FC236}">
                  <a16:creationId xmlns:a16="http://schemas.microsoft.com/office/drawing/2014/main" id="{FD69479A-ECA1-68A1-0E63-98FD1FCCC80F}"/>
                </a:ext>
              </a:extLst>
            </p:cNvPr>
            <p:cNvCxnSpPr>
              <a:stCxn id="329" idx="1"/>
              <a:endCxn id="332" idx="5"/>
            </p:cNvCxnSpPr>
            <p:nvPr/>
          </p:nvCxnSpPr>
          <p:spPr>
            <a:xfrm rot="10800000">
              <a:off x="11729045" y="5839432"/>
              <a:ext cx="1188600" cy="9627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364" name="Google Shape;195;p1">
              <a:extLst>
                <a:ext uri="{FF2B5EF4-FFF2-40B4-BE49-F238E27FC236}">
                  <a16:creationId xmlns:a16="http://schemas.microsoft.com/office/drawing/2014/main" id="{E1812DE6-62E3-FFEA-3C06-17F04C68A8A7}"/>
                </a:ext>
              </a:extLst>
            </p:cNvPr>
            <p:cNvCxnSpPr>
              <a:stCxn id="361" idx="3"/>
              <a:endCxn id="338" idx="7"/>
            </p:cNvCxnSpPr>
            <p:nvPr/>
          </p:nvCxnSpPr>
          <p:spPr>
            <a:xfrm flipH="1">
              <a:off x="11921428" y="5967439"/>
              <a:ext cx="235200" cy="415800"/>
            </a:xfrm>
            <a:prstGeom prst="straightConnector1">
              <a:avLst/>
            </a:prstGeom>
            <a:noFill/>
            <a:ln w="35850" cap="flat" cmpd="sng">
              <a:solidFill>
                <a:srgbClr val="E4E4E3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366" name="Google Shape;197;p1">
              <a:extLst>
                <a:ext uri="{FF2B5EF4-FFF2-40B4-BE49-F238E27FC236}">
                  <a16:creationId xmlns:a16="http://schemas.microsoft.com/office/drawing/2014/main" id="{2C54D3CB-8BB2-0418-CE8E-05108AE684A0}"/>
                </a:ext>
              </a:extLst>
            </p:cNvPr>
            <p:cNvCxnSpPr>
              <a:stCxn id="318" idx="6"/>
              <a:endCxn id="327" idx="2"/>
            </p:cNvCxnSpPr>
            <p:nvPr/>
          </p:nvCxnSpPr>
          <p:spPr>
            <a:xfrm>
              <a:off x="12430043" y="5649161"/>
              <a:ext cx="560700" cy="94200"/>
            </a:xfrm>
            <a:prstGeom prst="straightConnector1">
              <a:avLst/>
            </a:prstGeom>
            <a:noFill/>
            <a:ln w="9525" cap="flat" cmpd="sng">
              <a:solidFill>
                <a:srgbClr val="E4E4E3"/>
              </a:solidFill>
              <a:prstDash val="solid"/>
              <a:round/>
              <a:headEnd type="none" w="sm" len="sm"/>
              <a:tailEnd type="stealth" w="med" len="med"/>
            </a:ln>
          </p:spPr>
        </p:cxnSp>
      </p:grpSp>
      <p:grpSp>
        <p:nvGrpSpPr>
          <p:cNvPr id="32" name="Google Shape;156;p1">
            <a:extLst>
              <a:ext uri="{FF2B5EF4-FFF2-40B4-BE49-F238E27FC236}">
                <a16:creationId xmlns:a16="http://schemas.microsoft.com/office/drawing/2014/main" id="{03433D60-A844-D0DA-02F2-32CE35D84614}"/>
              </a:ext>
            </a:extLst>
          </p:cNvPr>
          <p:cNvGrpSpPr/>
          <p:nvPr/>
        </p:nvGrpSpPr>
        <p:grpSpPr>
          <a:xfrm>
            <a:off x="6353314" y="6492240"/>
            <a:ext cx="1361060" cy="803822"/>
            <a:chOff x="10592773" y="5229745"/>
            <a:chExt cx="3298954" cy="1741391"/>
          </a:xfrm>
        </p:grpSpPr>
        <p:sp>
          <p:nvSpPr>
            <p:cNvPr id="33" name="Google Shape;157;p1">
              <a:extLst>
                <a:ext uri="{FF2B5EF4-FFF2-40B4-BE49-F238E27FC236}">
                  <a16:creationId xmlns:a16="http://schemas.microsoft.com/office/drawing/2014/main" id="{0D9A1D7B-2842-EAF9-8DEC-EE8A858A3820}"/>
                </a:ext>
              </a:extLst>
            </p:cNvPr>
            <p:cNvSpPr/>
            <p:nvPr/>
          </p:nvSpPr>
          <p:spPr>
            <a:xfrm>
              <a:off x="12237743" y="5550161"/>
              <a:ext cx="192300" cy="198000"/>
            </a:xfrm>
            <a:prstGeom prst="ellipse">
              <a:avLst/>
            </a:prstGeom>
            <a:solidFill>
              <a:schemeClr val="bg2">
                <a:lumMod val="10000"/>
              </a:schemeClr>
            </a:solidFill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5" name="Google Shape;158;p1">
              <a:extLst>
                <a:ext uri="{FF2B5EF4-FFF2-40B4-BE49-F238E27FC236}">
                  <a16:creationId xmlns:a16="http://schemas.microsoft.com/office/drawing/2014/main" id="{5A3E5A1A-7940-DCE8-0C76-330F87E90652}"/>
                </a:ext>
              </a:extLst>
            </p:cNvPr>
            <p:cNvSpPr/>
            <p:nvPr/>
          </p:nvSpPr>
          <p:spPr>
            <a:xfrm>
              <a:off x="12990609" y="5398089"/>
              <a:ext cx="192300" cy="1980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6" name="Google Shape;159;p1">
              <a:extLst>
                <a:ext uri="{FF2B5EF4-FFF2-40B4-BE49-F238E27FC236}">
                  <a16:creationId xmlns:a16="http://schemas.microsoft.com/office/drawing/2014/main" id="{3A903ADA-2E57-66BB-3FB0-6F39C9EDEA8B}"/>
                </a:ext>
              </a:extLst>
            </p:cNvPr>
            <p:cNvSpPr/>
            <p:nvPr/>
          </p:nvSpPr>
          <p:spPr>
            <a:xfrm>
              <a:off x="13329043" y="5229745"/>
              <a:ext cx="192300" cy="1980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7" name="Google Shape;160;p1">
              <a:extLst>
                <a:ext uri="{FF2B5EF4-FFF2-40B4-BE49-F238E27FC236}">
                  <a16:creationId xmlns:a16="http://schemas.microsoft.com/office/drawing/2014/main" id="{008DB1EC-DB0A-1165-5F67-DF95D28E0193}"/>
                </a:ext>
              </a:extLst>
            </p:cNvPr>
            <p:cNvSpPr/>
            <p:nvPr/>
          </p:nvSpPr>
          <p:spPr>
            <a:xfrm>
              <a:off x="13317282" y="5522084"/>
              <a:ext cx="192300" cy="1980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8" name="Google Shape;161;p1">
              <a:extLst>
                <a:ext uri="{FF2B5EF4-FFF2-40B4-BE49-F238E27FC236}">
                  <a16:creationId xmlns:a16="http://schemas.microsoft.com/office/drawing/2014/main" id="{E48E85F0-E3B5-37F3-922B-FA5266C4F3B1}"/>
                </a:ext>
              </a:extLst>
            </p:cNvPr>
            <p:cNvSpPr/>
            <p:nvPr/>
          </p:nvSpPr>
          <p:spPr>
            <a:xfrm>
              <a:off x="13699427" y="5306906"/>
              <a:ext cx="192300" cy="1980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39" name="Google Shape;162;p1">
              <a:extLst>
                <a:ext uri="{FF2B5EF4-FFF2-40B4-BE49-F238E27FC236}">
                  <a16:creationId xmlns:a16="http://schemas.microsoft.com/office/drawing/2014/main" id="{37E5B600-7C90-F4DC-A620-C79FAA4B71AB}"/>
                </a:ext>
              </a:extLst>
            </p:cNvPr>
            <p:cNvSpPr/>
            <p:nvPr/>
          </p:nvSpPr>
          <p:spPr>
            <a:xfrm>
              <a:off x="12990598" y="5644267"/>
              <a:ext cx="192300" cy="198000"/>
            </a:xfrm>
            <a:prstGeom prst="ellipse">
              <a:avLst/>
            </a:prstGeom>
            <a:solidFill>
              <a:schemeClr val="bg2">
                <a:lumMod val="10000"/>
              </a:schemeClr>
            </a:solidFill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40" name="Google Shape;163;p1">
              <a:extLst>
                <a:ext uri="{FF2B5EF4-FFF2-40B4-BE49-F238E27FC236}">
                  <a16:creationId xmlns:a16="http://schemas.microsoft.com/office/drawing/2014/main" id="{1E10D562-6848-21DC-5407-0E16600FE279}"/>
                </a:ext>
              </a:extLst>
            </p:cNvPr>
            <p:cNvSpPr/>
            <p:nvPr/>
          </p:nvSpPr>
          <p:spPr>
            <a:xfrm>
              <a:off x="13261106" y="6564434"/>
              <a:ext cx="328200" cy="336900"/>
            </a:xfrm>
            <a:prstGeom prst="ellipse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>
              <a:solidFill>
                <a:schemeClr val="tx1">
                  <a:lumMod val="20000"/>
                  <a:lumOff val="8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44" name="Google Shape;164;p1">
              <a:extLst>
                <a:ext uri="{FF2B5EF4-FFF2-40B4-BE49-F238E27FC236}">
                  <a16:creationId xmlns:a16="http://schemas.microsoft.com/office/drawing/2014/main" id="{582FE6D4-4078-0FFA-6485-5A15D047E605}"/>
                </a:ext>
              </a:extLst>
            </p:cNvPr>
            <p:cNvSpPr/>
            <p:nvPr/>
          </p:nvSpPr>
          <p:spPr>
            <a:xfrm>
              <a:off x="12889483" y="6773136"/>
              <a:ext cx="192300" cy="198000"/>
            </a:xfrm>
            <a:prstGeom prst="ellipse">
              <a:avLst/>
            </a:prstGeom>
            <a:solidFill>
              <a:schemeClr val="bg2">
                <a:lumMod val="10000"/>
              </a:schemeClr>
            </a:solidFill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45" name="Google Shape;165;p1">
              <a:extLst>
                <a:ext uri="{FF2B5EF4-FFF2-40B4-BE49-F238E27FC236}">
                  <a16:creationId xmlns:a16="http://schemas.microsoft.com/office/drawing/2014/main" id="{C45A999E-CD30-9AA1-C0D0-014564F53989}"/>
                </a:ext>
              </a:extLst>
            </p:cNvPr>
            <p:cNvSpPr/>
            <p:nvPr/>
          </p:nvSpPr>
          <p:spPr>
            <a:xfrm>
              <a:off x="13324166" y="6099152"/>
              <a:ext cx="192300" cy="198000"/>
            </a:xfrm>
            <a:prstGeom prst="ellipse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>
              <a:solidFill>
                <a:schemeClr val="tx1">
                  <a:lumMod val="20000"/>
                  <a:lumOff val="8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46" name="Google Shape;166;p1">
              <a:extLst>
                <a:ext uri="{FF2B5EF4-FFF2-40B4-BE49-F238E27FC236}">
                  <a16:creationId xmlns:a16="http://schemas.microsoft.com/office/drawing/2014/main" id="{19601A04-2B4D-1A9F-DDB5-6490DD97E79E}"/>
                </a:ext>
              </a:extLst>
            </p:cNvPr>
            <p:cNvSpPr/>
            <p:nvPr/>
          </p:nvSpPr>
          <p:spPr>
            <a:xfrm>
              <a:off x="11468140" y="5576165"/>
              <a:ext cx="305700" cy="308400"/>
            </a:xfrm>
            <a:prstGeom prst="ellipse">
              <a:avLst/>
            </a:prstGeom>
            <a:solidFill>
              <a:schemeClr val="bg2">
                <a:lumMod val="10000"/>
              </a:schemeClr>
            </a:solidFill>
            <a:ln w="179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47" name="Google Shape;167;p1">
              <a:extLst>
                <a:ext uri="{FF2B5EF4-FFF2-40B4-BE49-F238E27FC236}">
                  <a16:creationId xmlns:a16="http://schemas.microsoft.com/office/drawing/2014/main" id="{EF8C878C-0B0A-E2E0-2BCD-ABA9714E1E30}"/>
                </a:ext>
              </a:extLst>
            </p:cNvPr>
            <p:cNvSpPr/>
            <p:nvPr/>
          </p:nvSpPr>
          <p:spPr>
            <a:xfrm>
              <a:off x="10719482" y="5925385"/>
              <a:ext cx="192300" cy="1980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49" name="Google Shape;168;p1">
              <a:extLst>
                <a:ext uri="{FF2B5EF4-FFF2-40B4-BE49-F238E27FC236}">
                  <a16:creationId xmlns:a16="http://schemas.microsoft.com/office/drawing/2014/main" id="{C547EBDF-504C-4CE7-3B7C-023E00DCA2CB}"/>
                </a:ext>
              </a:extLst>
            </p:cNvPr>
            <p:cNvSpPr/>
            <p:nvPr/>
          </p:nvSpPr>
          <p:spPr>
            <a:xfrm>
              <a:off x="11061232" y="5405652"/>
              <a:ext cx="192300" cy="1980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50" name="Google Shape;169;p1">
              <a:extLst>
                <a:ext uri="{FF2B5EF4-FFF2-40B4-BE49-F238E27FC236}">
                  <a16:creationId xmlns:a16="http://schemas.microsoft.com/office/drawing/2014/main" id="{3B3DD9C5-2E62-1D2D-962E-D419A98BE416}"/>
                </a:ext>
              </a:extLst>
            </p:cNvPr>
            <p:cNvSpPr/>
            <p:nvPr/>
          </p:nvSpPr>
          <p:spPr>
            <a:xfrm>
              <a:off x="10592773" y="6139937"/>
              <a:ext cx="274500" cy="276300"/>
            </a:xfrm>
            <a:prstGeom prst="ellipse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>
              <a:solidFill>
                <a:schemeClr val="tx1">
                  <a:lumMod val="20000"/>
                  <a:lumOff val="8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51" name="Google Shape;170;p1">
              <a:extLst>
                <a:ext uri="{FF2B5EF4-FFF2-40B4-BE49-F238E27FC236}">
                  <a16:creationId xmlns:a16="http://schemas.microsoft.com/office/drawing/2014/main" id="{3D2EB38E-2FA4-93C8-DEAD-C7722F3EC67C}"/>
                </a:ext>
              </a:extLst>
            </p:cNvPr>
            <p:cNvSpPr/>
            <p:nvPr/>
          </p:nvSpPr>
          <p:spPr>
            <a:xfrm>
              <a:off x="11037864" y="6333062"/>
              <a:ext cx="192300" cy="1980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sp>
          <p:nvSpPr>
            <p:cNvPr id="52" name="Google Shape;171;p1">
              <a:extLst>
                <a:ext uri="{FF2B5EF4-FFF2-40B4-BE49-F238E27FC236}">
                  <a16:creationId xmlns:a16="http://schemas.microsoft.com/office/drawing/2014/main" id="{5943D9C0-ABB6-9ECE-864F-6BFB78D411CB}"/>
                </a:ext>
              </a:extLst>
            </p:cNvPr>
            <p:cNvSpPr/>
            <p:nvPr/>
          </p:nvSpPr>
          <p:spPr>
            <a:xfrm>
              <a:off x="11449106" y="6300040"/>
              <a:ext cx="553500" cy="567900"/>
            </a:xfrm>
            <a:prstGeom prst="ellipse">
              <a:avLst/>
            </a:prstGeom>
            <a:solidFill>
              <a:schemeClr val="tx1">
                <a:lumMod val="20000"/>
                <a:lumOff val="80000"/>
              </a:schemeClr>
            </a:solidFill>
            <a:ln w="26900" cap="flat" cmpd="sng">
              <a:solidFill>
                <a:schemeClr val="tx1">
                  <a:lumMod val="20000"/>
                  <a:lumOff val="8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cxnSp>
          <p:nvCxnSpPr>
            <p:cNvPr id="54" name="Google Shape;172;p1">
              <a:extLst>
                <a:ext uri="{FF2B5EF4-FFF2-40B4-BE49-F238E27FC236}">
                  <a16:creationId xmlns:a16="http://schemas.microsoft.com/office/drawing/2014/main" id="{1745CAF4-EB11-44B7-F35E-BB4B2CB1B018}"/>
                </a:ext>
              </a:extLst>
            </p:cNvPr>
            <p:cNvCxnSpPr>
              <a:cxnSpLocks/>
              <a:stCxn id="33" idx="2"/>
              <a:endCxn id="46" idx="6"/>
            </p:cNvCxnSpPr>
            <p:nvPr/>
          </p:nvCxnSpPr>
          <p:spPr>
            <a:xfrm flipH="1">
              <a:off x="11773943" y="5649161"/>
              <a:ext cx="463800" cy="81300"/>
            </a:xfrm>
            <a:prstGeom prst="straightConnector1">
              <a:avLst/>
            </a:prstGeom>
            <a:no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55" name="Google Shape;173;p1">
              <a:extLst>
                <a:ext uri="{FF2B5EF4-FFF2-40B4-BE49-F238E27FC236}">
                  <a16:creationId xmlns:a16="http://schemas.microsoft.com/office/drawing/2014/main" id="{C6971447-EA1C-DF30-2E3B-7001597336FD}"/>
                </a:ext>
              </a:extLst>
            </p:cNvPr>
            <p:cNvCxnSpPr>
              <a:stCxn id="46" idx="2"/>
              <a:endCxn id="452" idx="6"/>
            </p:cNvCxnSpPr>
            <p:nvPr/>
          </p:nvCxnSpPr>
          <p:spPr>
            <a:xfrm flipH="1">
              <a:off x="11113540" y="5730365"/>
              <a:ext cx="354600" cy="30600"/>
            </a:xfrm>
            <a:prstGeom prst="straightConnector1">
              <a:avLst/>
            </a:prstGeom>
            <a:no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57" name="Google Shape;175;p1">
              <a:extLst>
                <a:ext uri="{FF2B5EF4-FFF2-40B4-BE49-F238E27FC236}">
                  <a16:creationId xmlns:a16="http://schemas.microsoft.com/office/drawing/2014/main" id="{E0F13C2B-5528-2A35-735E-7E7BA540E6A3}"/>
                </a:ext>
              </a:extLst>
            </p:cNvPr>
            <p:cNvCxnSpPr>
              <a:stCxn id="52" idx="1"/>
              <a:endCxn id="448" idx="5"/>
            </p:cNvCxnSpPr>
            <p:nvPr/>
          </p:nvCxnSpPr>
          <p:spPr>
            <a:xfrm rot="10800000">
              <a:off x="11390064" y="6170507"/>
              <a:ext cx="140100" cy="2127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58" name="Google Shape;177;p1">
              <a:extLst>
                <a:ext uri="{FF2B5EF4-FFF2-40B4-BE49-F238E27FC236}">
                  <a16:creationId xmlns:a16="http://schemas.microsoft.com/office/drawing/2014/main" id="{1F858A7B-E6EC-8A2E-7A3C-FBBE32957BF2}"/>
                </a:ext>
              </a:extLst>
            </p:cNvPr>
            <p:cNvCxnSpPr>
              <a:stCxn id="52" idx="2"/>
              <a:endCxn id="51" idx="5"/>
            </p:cNvCxnSpPr>
            <p:nvPr/>
          </p:nvCxnSpPr>
          <p:spPr>
            <a:xfrm rot="10800000">
              <a:off x="11201906" y="6502090"/>
              <a:ext cx="247200" cy="819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59" name="Google Shape;178;p1">
              <a:extLst>
                <a:ext uri="{FF2B5EF4-FFF2-40B4-BE49-F238E27FC236}">
                  <a16:creationId xmlns:a16="http://schemas.microsoft.com/office/drawing/2014/main" id="{DE014F1F-6463-1698-9E10-5003544957CB}"/>
                </a:ext>
              </a:extLst>
            </p:cNvPr>
            <p:cNvCxnSpPr>
              <a:stCxn id="51" idx="2"/>
              <a:endCxn id="50" idx="6"/>
            </p:cNvCxnSpPr>
            <p:nvPr/>
          </p:nvCxnSpPr>
          <p:spPr>
            <a:xfrm rot="10800000">
              <a:off x="10867164" y="6278162"/>
              <a:ext cx="170700" cy="153900"/>
            </a:xfrm>
            <a:prstGeom prst="straightConnector1">
              <a:avLst/>
            </a:prstGeom>
            <a:noFill/>
            <a:ln w="9525" cap="flat" cmpd="sng">
              <a:solidFill>
                <a:schemeClr val="tx1">
                  <a:lumMod val="20000"/>
                  <a:lumOff val="80000"/>
                </a:schemeClr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60" name="Google Shape;179;p1">
              <a:extLst>
                <a:ext uri="{FF2B5EF4-FFF2-40B4-BE49-F238E27FC236}">
                  <a16:creationId xmlns:a16="http://schemas.microsoft.com/office/drawing/2014/main" id="{9AFAB3F8-2D91-C349-EA30-B58D867618D4}"/>
                </a:ext>
              </a:extLst>
            </p:cNvPr>
            <p:cNvCxnSpPr>
              <a:stCxn id="448" idx="2"/>
              <a:endCxn id="47" idx="5"/>
            </p:cNvCxnSpPr>
            <p:nvPr/>
          </p:nvCxnSpPr>
          <p:spPr>
            <a:xfrm rot="10800000">
              <a:off x="10883737" y="6094319"/>
              <a:ext cx="342300" cy="63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61" name="Google Shape;180;p1">
              <a:extLst>
                <a:ext uri="{FF2B5EF4-FFF2-40B4-BE49-F238E27FC236}">
                  <a16:creationId xmlns:a16="http://schemas.microsoft.com/office/drawing/2014/main" id="{2DD1ABBE-4BF1-D15A-7C82-999CD5F50ED4}"/>
                </a:ext>
              </a:extLst>
            </p:cNvPr>
            <p:cNvCxnSpPr>
              <a:stCxn id="46" idx="1"/>
              <a:endCxn id="49" idx="5"/>
            </p:cNvCxnSpPr>
            <p:nvPr/>
          </p:nvCxnSpPr>
          <p:spPr>
            <a:xfrm rot="10800000">
              <a:off x="11225509" y="5574529"/>
              <a:ext cx="287400" cy="468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62" name="Google Shape;181;p1">
              <a:extLst>
                <a:ext uri="{FF2B5EF4-FFF2-40B4-BE49-F238E27FC236}">
                  <a16:creationId xmlns:a16="http://schemas.microsoft.com/office/drawing/2014/main" id="{3CF8E67E-7C59-E0AA-F574-C7BFE4E46B18}"/>
                </a:ext>
              </a:extLst>
            </p:cNvPr>
            <p:cNvCxnSpPr>
              <a:stCxn id="466" idx="2"/>
              <a:endCxn id="448" idx="6"/>
            </p:cNvCxnSpPr>
            <p:nvPr/>
          </p:nvCxnSpPr>
          <p:spPr>
            <a:xfrm flipH="1">
              <a:off x="11418366" y="5897435"/>
              <a:ext cx="710100" cy="2031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63" name="Google Shape;183;p1">
              <a:extLst>
                <a:ext uri="{FF2B5EF4-FFF2-40B4-BE49-F238E27FC236}">
                  <a16:creationId xmlns:a16="http://schemas.microsoft.com/office/drawing/2014/main" id="{9ADD1A20-543B-31BD-9181-9961FB737E53}"/>
                </a:ext>
              </a:extLst>
            </p:cNvPr>
            <p:cNvCxnSpPr>
              <a:stCxn id="466" idx="2"/>
              <a:endCxn id="47" idx="6"/>
            </p:cNvCxnSpPr>
            <p:nvPr/>
          </p:nvCxnSpPr>
          <p:spPr>
            <a:xfrm flipH="1">
              <a:off x="10911666" y="5897435"/>
              <a:ext cx="1216800" cy="1269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sp>
          <p:nvSpPr>
            <p:cNvPr id="448" name="Google Shape;176;p1">
              <a:extLst>
                <a:ext uri="{FF2B5EF4-FFF2-40B4-BE49-F238E27FC236}">
                  <a16:creationId xmlns:a16="http://schemas.microsoft.com/office/drawing/2014/main" id="{8B621B07-D6B9-3215-9A91-2C7CAC164A01}"/>
                </a:ext>
              </a:extLst>
            </p:cNvPr>
            <p:cNvSpPr/>
            <p:nvPr/>
          </p:nvSpPr>
          <p:spPr>
            <a:xfrm>
              <a:off x="11226037" y="6001619"/>
              <a:ext cx="192300" cy="1980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cxnSp>
          <p:nvCxnSpPr>
            <p:cNvPr id="449" name="Google Shape;184;p1">
              <a:extLst>
                <a:ext uri="{FF2B5EF4-FFF2-40B4-BE49-F238E27FC236}">
                  <a16:creationId xmlns:a16="http://schemas.microsoft.com/office/drawing/2014/main" id="{35CECF86-A79A-2E3C-6E26-F760DDD9B8CF}"/>
                </a:ext>
              </a:extLst>
            </p:cNvPr>
            <p:cNvCxnSpPr>
              <a:stCxn id="33" idx="2"/>
              <a:endCxn id="51" idx="7"/>
            </p:cNvCxnSpPr>
            <p:nvPr/>
          </p:nvCxnSpPr>
          <p:spPr>
            <a:xfrm flipH="1">
              <a:off x="11202143" y="5649161"/>
              <a:ext cx="1035600" cy="7128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450" name="Google Shape;185;p1">
              <a:extLst>
                <a:ext uri="{FF2B5EF4-FFF2-40B4-BE49-F238E27FC236}">
                  <a16:creationId xmlns:a16="http://schemas.microsoft.com/office/drawing/2014/main" id="{969ED485-BA13-011B-4CB1-AE371D451599}"/>
                </a:ext>
              </a:extLst>
            </p:cNvPr>
            <p:cNvCxnSpPr>
              <a:stCxn id="33" idx="5"/>
              <a:endCxn id="40" idx="1"/>
            </p:cNvCxnSpPr>
            <p:nvPr/>
          </p:nvCxnSpPr>
          <p:spPr>
            <a:xfrm>
              <a:off x="12401881" y="5719165"/>
              <a:ext cx="907200" cy="894600"/>
            </a:xfrm>
            <a:prstGeom prst="straightConnector1">
              <a:avLst/>
            </a:prstGeom>
            <a:noFill/>
            <a:ln w="17925" cap="flat" cmpd="sng">
              <a:solidFill>
                <a:srgbClr val="D9D9D9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sp>
          <p:nvSpPr>
            <p:cNvPr id="452" name="Google Shape;174;p1">
              <a:extLst>
                <a:ext uri="{FF2B5EF4-FFF2-40B4-BE49-F238E27FC236}">
                  <a16:creationId xmlns:a16="http://schemas.microsoft.com/office/drawing/2014/main" id="{DF8F2C9E-B6D4-F5D1-7963-9DBB091A7672}"/>
                </a:ext>
              </a:extLst>
            </p:cNvPr>
            <p:cNvSpPr/>
            <p:nvPr/>
          </p:nvSpPr>
          <p:spPr>
            <a:xfrm>
              <a:off x="10921235" y="5662025"/>
              <a:ext cx="192300" cy="198000"/>
            </a:xfrm>
            <a:prstGeom prst="ellipse">
              <a:avLst/>
            </a:prstGeom>
            <a:solidFill>
              <a:schemeClr val="bg2">
                <a:lumMod val="10000"/>
              </a:schemeClr>
            </a:solidFill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cxnSp>
          <p:nvCxnSpPr>
            <p:cNvPr id="453" name="Google Shape;186;p1">
              <a:extLst>
                <a:ext uri="{FF2B5EF4-FFF2-40B4-BE49-F238E27FC236}">
                  <a16:creationId xmlns:a16="http://schemas.microsoft.com/office/drawing/2014/main" id="{C7164743-2C8C-AF71-D123-7BFEA0B444A1}"/>
                </a:ext>
              </a:extLst>
            </p:cNvPr>
            <p:cNvCxnSpPr>
              <a:stCxn id="466" idx="2"/>
              <a:endCxn id="51" idx="6"/>
            </p:cNvCxnSpPr>
            <p:nvPr/>
          </p:nvCxnSpPr>
          <p:spPr>
            <a:xfrm flipH="1">
              <a:off x="11230266" y="5897435"/>
              <a:ext cx="898200" cy="534600"/>
            </a:xfrm>
            <a:prstGeom prst="straightConnector1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456" name="Google Shape;187;p1">
              <a:extLst>
                <a:ext uri="{FF2B5EF4-FFF2-40B4-BE49-F238E27FC236}">
                  <a16:creationId xmlns:a16="http://schemas.microsoft.com/office/drawing/2014/main" id="{E32C7E87-3770-CD21-EC1D-742408BE7605}"/>
                </a:ext>
              </a:extLst>
            </p:cNvPr>
            <p:cNvCxnSpPr>
              <a:stCxn id="461" idx="6"/>
              <a:endCxn id="39" idx="2"/>
            </p:cNvCxnSpPr>
            <p:nvPr/>
          </p:nvCxnSpPr>
          <p:spPr>
            <a:xfrm rot="10800000" flipH="1">
              <a:off x="12553633" y="5743151"/>
              <a:ext cx="437100" cy="199800"/>
            </a:xfrm>
            <a:prstGeom prst="straightConnector1">
              <a:avLst/>
            </a:prstGeom>
            <a:no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457" name="Google Shape;189;p1">
              <a:extLst>
                <a:ext uri="{FF2B5EF4-FFF2-40B4-BE49-F238E27FC236}">
                  <a16:creationId xmlns:a16="http://schemas.microsoft.com/office/drawing/2014/main" id="{E11CD28C-6871-E901-D47C-0DC835436B7B}"/>
                </a:ext>
              </a:extLst>
            </p:cNvPr>
            <p:cNvCxnSpPr>
              <a:stCxn id="39" idx="7"/>
              <a:endCxn id="37" idx="2"/>
            </p:cNvCxnSpPr>
            <p:nvPr/>
          </p:nvCxnSpPr>
          <p:spPr>
            <a:xfrm rot="10800000" flipH="1">
              <a:off x="13154736" y="5621063"/>
              <a:ext cx="162600" cy="52200"/>
            </a:xfrm>
            <a:prstGeom prst="straightConnector1">
              <a:avLst/>
            </a:prstGeom>
            <a:noFill/>
            <a:ln w="9525" cap="flat" cmpd="sng">
              <a:solidFill>
                <a:srgbClr val="E4E4E3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458" name="Google Shape;190;p1">
              <a:extLst>
                <a:ext uri="{FF2B5EF4-FFF2-40B4-BE49-F238E27FC236}">
                  <a16:creationId xmlns:a16="http://schemas.microsoft.com/office/drawing/2014/main" id="{571F07DB-1937-EEA9-1548-DED38E72C3C0}"/>
                </a:ext>
              </a:extLst>
            </p:cNvPr>
            <p:cNvCxnSpPr>
              <a:stCxn id="37" idx="6"/>
              <a:endCxn id="38" idx="2"/>
            </p:cNvCxnSpPr>
            <p:nvPr/>
          </p:nvCxnSpPr>
          <p:spPr>
            <a:xfrm rot="10800000" flipH="1">
              <a:off x="13509582" y="5405984"/>
              <a:ext cx="189900" cy="215100"/>
            </a:xfrm>
            <a:prstGeom prst="straightConnector1">
              <a:avLst/>
            </a:prstGeom>
            <a:noFill/>
            <a:ln w="9525" cap="flat" cmpd="sng">
              <a:solidFill>
                <a:srgbClr val="E4E4E3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459" name="Google Shape;191;p1">
              <a:extLst>
                <a:ext uri="{FF2B5EF4-FFF2-40B4-BE49-F238E27FC236}">
                  <a16:creationId xmlns:a16="http://schemas.microsoft.com/office/drawing/2014/main" id="{6D4C6CF2-7736-9F68-82B6-3EA92D9A6FA5}"/>
                </a:ext>
              </a:extLst>
            </p:cNvPr>
            <p:cNvCxnSpPr>
              <a:stCxn id="33" idx="6"/>
              <a:endCxn id="35" idx="2"/>
            </p:cNvCxnSpPr>
            <p:nvPr/>
          </p:nvCxnSpPr>
          <p:spPr>
            <a:xfrm rot="10800000" flipH="1">
              <a:off x="12430043" y="5497061"/>
              <a:ext cx="560700" cy="152100"/>
            </a:xfrm>
            <a:prstGeom prst="straightConnector1">
              <a:avLst/>
            </a:prstGeom>
            <a:noFill/>
            <a:ln w="9525" cap="flat" cmpd="sng">
              <a:solidFill>
                <a:srgbClr val="E4E4E3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sp>
          <p:nvSpPr>
            <p:cNvPr id="461" name="Google Shape;188;p1">
              <a:extLst>
                <a:ext uri="{FF2B5EF4-FFF2-40B4-BE49-F238E27FC236}">
                  <a16:creationId xmlns:a16="http://schemas.microsoft.com/office/drawing/2014/main" id="{F2AFA970-3013-A28D-BDB6-ABC3C1761762}"/>
                </a:ext>
              </a:extLst>
            </p:cNvPr>
            <p:cNvSpPr/>
            <p:nvPr/>
          </p:nvSpPr>
          <p:spPr>
            <a:xfrm>
              <a:off x="12361333" y="5843951"/>
              <a:ext cx="192300" cy="198000"/>
            </a:xfrm>
            <a:prstGeom prst="ellipse">
              <a:avLst/>
            </a:prstGeom>
            <a:solidFill>
              <a:schemeClr val="bg2">
                <a:lumMod val="10000"/>
              </a:schemeClr>
            </a:solidFill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cxnSp>
          <p:nvCxnSpPr>
            <p:cNvPr id="465" name="Google Shape;192;p1">
              <a:extLst>
                <a:ext uri="{FF2B5EF4-FFF2-40B4-BE49-F238E27FC236}">
                  <a16:creationId xmlns:a16="http://schemas.microsoft.com/office/drawing/2014/main" id="{2DA2C577-98E7-E4F5-3F8F-B15D992B9754}"/>
                </a:ext>
              </a:extLst>
            </p:cNvPr>
            <p:cNvCxnSpPr>
              <a:stCxn id="35" idx="7"/>
              <a:endCxn id="36" idx="2"/>
            </p:cNvCxnSpPr>
            <p:nvPr/>
          </p:nvCxnSpPr>
          <p:spPr>
            <a:xfrm rot="10800000" flipH="1">
              <a:off x="13154747" y="5328685"/>
              <a:ext cx="174300" cy="98400"/>
            </a:xfrm>
            <a:prstGeom prst="straightConnector1">
              <a:avLst/>
            </a:prstGeom>
            <a:noFill/>
            <a:ln w="9525" cap="flat" cmpd="sng">
              <a:solidFill>
                <a:srgbClr val="E4E4E3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sp>
          <p:nvSpPr>
            <p:cNvPr id="466" name="Google Shape;182;p1">
              <a:extLst>
                <a:ext uri="{FF2B5EF4-FFF2-40B4-BE49-F238E27FC236}">
                  <a16:creationId xmlns:a16="http://schemas.microsoft.com/office/drawing/2014/main" id="{07430157-D487-FE37-93B8-21E25D098736}"/>
                </a:ext>
              </a:extLst>
            </p:cNvPr>
            <p:cNvSpPr/>
            <p:nvPr/>
          </p:nvSpPr>
          <p:spPr>
            <a:xfrm>
              <a:off x="12128466" y="5798435"/>
              <a:ext cx="192300" cy="198000"/>
            </a:xfrm>
            <a:prstGeom prst="ellipse">
              <a:avLst/>
            </a:prstGeom>
            <a:solidFill>
              <a:srgbClr val="E4E4E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400" tIns="65400" rIns="65400" bIns="65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1"/>
                <a:buFont typeface="Arial"/>
                <a:buNone/>
              </a:pPr>
              <a:endParaRPr sz="1001" b="0" i="0" u="none" strike="noStrike" cap="none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  <a:sym typeface="Arial"/>
              </a:endParaRPr>
            </a:p>
          </p:txBody>
        </p:sp>
        <p:cxnSp>
          <p:nvCxnSpPr>
            <p:cNvPr id="468" name="Google Shape;193;p1">
              <a:extLst>
                <a:ext uri="{FF2B5EF4-FFF2-40B4-BE49-F238E27FC236}">
                  <a16:creationId xmlns:a16="http://schemas.microsoft.com/office/drawing/2014/main" id="{DDB41A31-BF67-4923-E431-7D88EE6EFBC8}"/>
                </a:ext>
              </a:extLst>
            </p:cNvPr>
            <p:cNvCxnSpPr>
              <a:stCxn id="52" idx="6"/>
              <a:endCxn id="40" idx="2"/>
            </p:cNvCxnSpPr>
            <p:nvPr/>
          </p:nvCxnSpPr>
          <p:spPr>
            <a:xfrm>
              <a:off x="12002606" y="6583990"/>
              <a:ext cx="1258500" cy="148800"/>
            </a:xfrm>
            <a:prstGeom prst="straightConnector1">
              <a:avLst/>
            </a:prstGeom>
            <a:noFill/>
            <a:ln w="35850" cap="flat" cmpd="sng">
              <a:solidFill>
                <a:srgbClr val="E4E4E3"/>
              </a:solidFill>
              <a:prstDash val="solid"/>
              <a:round/>
              <a:headEnd type="stealth" w="med" len="med"/>
              <a:tailEnd type="none" w="sm" len="sm"/>
            </a:ln>
          </p:spPr>
        </p:cxnSp>
        <p:cxnSp>
          <p:nvCxnSpPr>
            <p:cNvPr id="470" name="Google Shape;194;p1">
              <a:extLst>
                <a:ext uri="{FF2B5EF4-FFF2-40B4-BE49-F238E27FC236}">
                  <a16:creationId xmlns:a16="http://schemas.microsoft.com/office/drawing/2014/main" id="{E687FC90-FB9C-384A-641C-AE7550712EC0}"/>
                </a:ext>
              </a:extLst>
            </p:cNvPr>
            <p:cNvCxnSpPr>
              <a:stCxn id="44" idx="1"/>
              <a:endCxn id="46" idx="5"/>
            </p:cNvCxnSpPr>
            <p:nvPr/>
          </p:nvCxnSpPr>
          <p:spPr>
            <a:xfrm rot="10800000">
              <a:off x="11729045" y="5839432"/>
              <a:ext cx="1188600" cy="962700"/>
            </a:xfrm>
            <a:prstGeom prst="straightConnector1">
              <a:avLst/>
            </a:prstGeom>
            <a:no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471" name="Google Shape;195;p1">
              <a:extLst>
                <a:ext uri="{FF2B5EF4-FFF2-40B4-BE49-F238E27FC236}">
                  <a16:creationId xmlns:a16="http://schemas.microsoft.com/office/drawing/2014/main" id="{26344311-515B-50B5-7F73-75A484A6646A}"/>
                </a:ext>
              </a:extLst>
            </p:cNvPr>
            <p:cNvCxnSpPr>
              <a:stCxn id="466" idx="3"/>
              <a:endCxn id="52" idx="7"/>
            </p:cNvCxnSpPr>
            <p:nvPr/>
          </p:nvCxnSpPr>
          <p:spPr>
            <a:xfrm flipH="1">
              <a:off x="11921428" y="5967439"/>
              <a:ext cx="235200" cy="415800"/>
            </a:xfrm>
            <a:prstGeom prst="straightConnector1">
              <a:avLst/>
            </a:prstGeom>
            <a:noFill/>
            <a:ln w="35850" cap="flat" cmpd="sng">
              <a:solidFill>
                <a:srgbClr val="E4E4E3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472" name="Google Shape;196;p1">
              <a:extLst>
                <a:ext uri="{FF2B5EF4-FFF2-40B4-BE49-F238E27FC236}">
                  <a16:creationId xmlns:a16="http://schemas.microsoft.com/office/drawing/2014/main" id="{CAA393BD-1369-8166-8EED-A536E3888A87}"/>
                </a:ext>
              </a:extLst>
            </p:cNvPr>
            <p:cNvCxnSpPr>
              <a:stCxn id="461" idx="5"/>
              <a:endCxn id="44" idx="1"/>
            </p:cNvCxnSpPr>
            <p:nvPr/>
          </p:nvCxnSpPr>
          <p:spPr>
            <a:xfrm>
              <a:off x="12525471" y="6012955"/>
              <a:ext cx="392100" cy="789300"/>
            </a:xfrm>
            <a:prstGeom prst="straightConnector1">
              <a:avLst/>
            </a:prstGeom>
            <a:no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473" name="Google Shape;197;p1">
              <a:extLst>
                <a:ext uri="{FF2B5EF4-FFF2-40B4-BE49-F238E27FC236}">
                  <a16:creationId xmlns:a16="http://schemas.microsoft.com/office/drawing/2014/main" id="{0D1323CD-2731-24FB-5641-AD95FC452CAC}"/>
                </a:ext>
              </a:extLst>
            </p:cNvPr>
            <p:cNvCxnSpPr>
              <a:stCxn id="33" idx="6"/>
              <a:endCxn id="39" idx="2"/>
            </p:cNvCxnSpPr>
            <p:nvPr/>
          </p:nvCxnSpPr>
          <p:spPr>
            <a:xfrm>
              <a:off x="12430043" y="5649161"/>
              <a:ext cx="560700" cy="94200"/>
            </a:xfrm>
            <a:prstGeom prst="straightConnector1">
              <a:avLst/>
            </a:prstGeom>
            <a:noFill/>
            <a:ln w="9525" cap="flat" cmpd="sng">
              <a:solidFill>
                <a:schemeClr val="bg2">
                  <a:lumMod val="10000"/>
                </a:schemeClr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478" name="Google Shape;198;p1">
              <a:extLst>
                <a:ext uri="{FF2B5EF4-FFF2-40B4-BE49-F238E27FC236}">
                  <a16:creationId xmlns:a16="http://schemas.microsoft.com/office/drawing/2014/main" id="{CE10506B-BE0B-7A97-8400-D8EFA370FCD2}"/>
                </a:ext>
              </a:extLst>
            </p:cNvPr>
            <p:cNvCxnSpPr>
              <a:stCxn id="461" idx="6"/>
              <a:endCxn id="45" idx="2"/>
            </p:cNvCxnSpPr>
            <p:nvPr/>
          </p:nvCxnSpPr>
          <p:spPr>
            <a:xfrm>
              <a:off x="12553633" y="5942951"/>
              <a:ext cx="770400" cy="255300"/>
            </a:xfrm>
            <a:prstGeom prst="straightConnector1">
              <a:avLst/>
            </a:prstGeom>
            <a:noFill/>
            <a:ln w="9525" cap="flat" cmpd="sng">
              <a:solidFill>
                <a:schemeClr val="tx1">
                  <a:lumMod val="20000"/>
                  <a:lumOff val="80000"/>
                </a:schemeClr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479" name="Google Shape;199;p1">
              <a:extLst>
                <a:ext uri="{FF2B5EF4-FFF2-40B4-BE49-F238E27FC236}">
                  <a16:creationId xmlns:a16="http://schemas.microsoft.com/office/drawing/2014/main" id="{A2F077F2-3EA0-BF5D-1A25-055FF430D953}"/>
                </a:ext>
              </a:extLst>
            </p:cNvPr>
            <p:cNvCxnSpPr>
              <a:stCxn id="461" idx="3"/>
              <a:endCxn id="52" idx="7"/>
            </p:cNvCxnSpPr>
            <p:nvPr/>
          </p:nvCxnSpPr>
          <p:spPr>
            <a:xfrm flipH="1">
              <a:off x="11921495" y="6012955"/>
              <a:ext cx="468000" cy="370200"/>
            </a:xfrm>
            <a:prstGeom prst="straightConnector1">
              <a:avLst/>
            </a:prstGeom>
            <a:noFill/>
            <a:ln w="9525" cap="flat" cmpd="sng">
              <a:solidFill>
                <a:schemeClr val="tx1">
                  <a:lumMod val="20000"/>
                  <a:lumOff val="80000"/>
                </a:schemeClr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481" name="Google Shape;200;p1">
              <a:extLst>
                <a:ext uri="{FF2B5EF4-FFF2-40B4-BE49-F238E27FC236}">
                  <a16:creationId xmlns:a16="http://schemas.microsoft.com/office/drawing/2014/main" id="{D768B278-F553-72D6-2D50-4EB2E78080A6}"/>
                </a:ext>
              </a:extLst>
            </p:cNvPr>
            <p:cNvCxnSpPr>
              <a:stCxn id="461" idx="6"/>
              <a:endCxn id="40" idx="1"/>
            </p:cNvCxnSpPr>
            <p:nvPr/>
          </p:nvCxnSpPr>
          <p:spPr>
            <a:xfrm>
              <a:off x="12553633" y="5942951"/>
              <a:ext cx="755400" cy="670800"/>
            </a:xfrm>
            <a:prstGeom prst="straightConnector1">
              <a:avLst/>
            </a:prstGeom>
            <a:noFill/>
            <a:ln w="17925" cap="flat" cmpd="sng">
              <a:solidFill>
                <a:schemeClr val="tx1">
                  <a:lumMod val="20000"/>
                  <a:lumOff val="80000"/>
                </a:schemeClr>
              </a:solidFill>
              <a:prstDash val="solid"/>
              <a:round/>
              <a:headEnd type="none" w="sm" len="sm"/>
              <a:tailEnd type="stealth" w="med" len="med"/>
            </a:ln>
          </p:spPr>
        </p:cxn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000670-2F6A-BA47-6590-F3F8B0F8C80E}"/>
              </a:ext>
            </a:extLst>
          </p:cNvPr>
          <p:cNvCxnSpPr>
            <a:stCxn id="359" idx="3"/>
            <a:endCxn id="338" idx="7"/>
          </p:cNvCxnSpPr>
          <p:nvPr/>
        </p:nvCxnSpPr>
        <p:spPr>
          <a:xfrm flipH="1">
            <a:off x="8399404" y="6857889"/>
            <a:ext cx="192599" cy="171018"/>
          </a:xfrm>
          <a:prstGeom prst="line">
            <a:avLst/>
          </a:prstGeom>
          <a:noFill/>
          <a:ln w="9525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7D5DFB1-FA2B-5A7D-26F7-616D3DD1569C}"/>
              </a:ext>
            </a:extLst>
          </p:cNvPr>
          <p:cNvCxnSpPr>
            <a:cxnSpLocks/>
            <a:stCxn id="359" idx="5"/>
            <a:endCxn id="329" idx="1"/>
          </p:cNvCxnSpPr>
          <p:nvPr/>
        </p:nvCxnSpPr>
        <p:spPr>
          <a:xfrm>
            <a:off x="8647968" y="6857889"/>
            <a:ext cx="161412" cy="364517"/>
          </a:xfrm>
          <a:prstGeom prst="line">
            <a:avLst/>
          </a:prstGeom>
          <a:noFill/>
          <a:ln w="9525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4760FB2-CB1D-45F3-7961-F42595D51F2C}"/>
              </a:ext>
            </a:extLst>
          </p:cNvPr>
          <p:cNvCxnSpPr>
            <a:stCxn id="359" idx="6"/>
            <a:endCxn id="328" idx="1"/>
          </p:cNvCxnSpPr>
          <p:nvPr/>
        </p:nvCxnSpPr>
        <p:spPr>
          <a:xfrm>
            <a:off x="8659559" y="6825554"/>
            <a:ext cx="310966" cy="309850"/>
          </a:xfrm>
          <a:prstGeom prst="line">
            <a:avLst/>
          </a:prstGeom>
          <a:noFill/>
          <a:ln w="127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94B8471-E4D2-15FC-762C-F13CB57BD87A}"/>
              </a:ext>
            </a:extLst>
          </p:cNvPr>
          <p:cNvCxnSpPr>
            <a:stCxn id="359" idx="6"/>
            <a:endCxn id="331" idx="2"/>
          </p:cNvCxnSpPr>
          <p:nvPr/>
        </p:nvCxnSpPr>
        <p:spPr>
          <a:xfrm>
            <a:off x="8659559" y="6825554"/>
            <a:ext cx="317138" cy="117876"/>
          </a:xfrm>
          <a:prstGeom prst="line">
            <a:avLst/>
          </a:prstGeom>
          <a:noFill/>
          <a:ln w="9525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082276C-1511-FD0E-7DAC-4D99E2791D09}"/>
              </a:ext>
            </a:extLst>
          </p:cNvPr>
          <p:cNvCxnSpPr>
            <a:cxnSpLocks/>
            <a:stCxn id="359" idx="7"/>
            <a:endCxn id="327" idx="2"/>
          </p:cNvCxnSpPr>
          <p:nvPr/>
        </p:nvCxnSpPr>
        <p:spPr>
          <a:xfrm flipV="1">
            <a:off x="8647968" y="6733320"/>
            <a:ext cx="191438" cy="59899"/>
          </a:xfrm>
          <a:prstGeom prst="line">
            <a:avLst/>
          </a:prstGeom>
          <a:noFill/>
          <a:ln w="127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368" name="Line">
            <a:extLst>
              <a:ext uri="{FF2B5EF4-FFF2-40B4-BE49-F238E27FC236}">
                <a16:creationId xmlns:a16="http://schemas.microsoft.com/office/drawing/2014/main" id="{07F93DC9-B015-1FE6-AD23-5629BAAC6B9B}"/>
              </a:ext>
            </a:extLst>
          </p:cNvPr>
          <p:cNvSpPr/>
          <p:nvPr/>
        </p:nvSpPr>
        <p:spPr>
          <a:xfrm flipV="1">
            <a:off x="4522135" y="1950770"/>
            <a:ext cx="0" cy="426545"/>
          </a:xfrm>
          <a:prstGeom prst="line">
            <a:avLst/>
          </a:prstGeom>
          <a:ln w="12700">
            <a:solidFill>
              <a:schemeClr val="tx1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441" name="Line">
            <a:extLst>
              <a:ext uri="{FF2B5EF4-FFF2-40B4-BE49-F238E27FC236}">
                <a16:creationId xmlns:a16="http://schemas.microsoft.com/office/drawing/2014/main" id="{6C56CD6C-2DB9-B7D0-4DC5-23218D3C0750}"/>
              </a:ext>
            </a:extLst>
          </p:cNvPr>
          <p:cNvSpPr/>
          <p:nvPr/>
        </p:nvSpPr>
        <p:spPr>
          <a:xfrm flipV="1">
            <a:off x="4528417" y="2925125"/>
            <a:ext cx="0" cy="426545"/>
          </a:xfrm>
          <a:prstGeom prst="line">
            <a:avLst/>
          </a:prstGeom>
          <a:ln w="12700">
            <a:solidFill>
              <a:schemeClr val="tx1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442" name="Line">
            <a:extLst>
              <a:ext uri="{FF2B5EF4-FFF2-40B4-BE49-F238E27FC236}">
                <a16:creationId xmlns:a16="http://schemas.microsoft.com/office/drawing/2014/main" id="{5F5DBC1C-B109-B239-C093-E3947E684DC5}"/>
              </a:ext>
            </a:extLst>
          </p:cNvPr>
          <p:cNvSpPr/>
          <p:nvPr/>
        </p:nvSpPr>
        <p:spPr>
          <a:xfrm flipV="1">
            <a:off x="4522135" y="3712979"/>
            <a:ext cx="0" cy="616883"/>
          </a:xfrm>
          <a:prstGeom prst="line">
            <a:avLst/>
          </a:prstGeom>
          <a:ln w="12700">
            <a:solidFill>
              <a:schemeClr val="tx1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443" name="Line">
            <a:extLst>
              <a:ext uri="{FF2B5EF4-FFF2-40B4-BE49-F238E27FC236}">
                <a16:creationId xmlns:a16="http://schemas.microsoft.com/office/drawing/2014/main" id="{0B070A94-484C-1F85-327C-B8522FA6B1DA}"/>
              </a:ext>
            </a:extLst>
          </p:cNvPr>
          <p:cNvSpPr/>
          <p:nvPr/>
        </p:nvSpPr>
        <p:spPr>
          <a:xfrm flipV="1">
            <a:off x="4522135" y="4885657"/>
            <a:ext cx="0" cy="859416"/>
          </a:xfrm>
          <a:prstGeom prst="line">
            <a:avLst/>
          </a:prstGeom>
          <a:ln w="12700">
            <a:solidFill>
              <a:schemeClr val="tx1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444" name="Line">
            <a:extLst>
              <a:ext uri="{FF2B5EF4-FFF2-40B4-BE49-F238E27FC236}">
                <a16:creationId xmlns:a16="http://schemas.microsoft.com/office/drawing/2014/main" id="{F3A79D4E-052A-881D-C04C-A21FD29931E8}"/>
              </a:ext>
            </a:extLst>
          </p:cNvPr>
          <p:cNvSpPr/>
          <p:nvPr/>
        </p:nvSpPr>
        <p:spPr>
          <a:xfrm flipV="1">
            <a:off x="4522135" y="6345871"/>
            <a:ext cx="0" cy="1081129"/>
          </a:xfrm>
          <a:prstGeom prst="line">
            <a:avLst/>
          </a:prstGeom>
          <a:ln w="12700">
            <a:solidFill>
              <a:schemeClr val="tx1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445" name="Line">
            <a:extLst>
              <a:ext uri="{FF2B5EF4-FFF2-40B4-BE49-F238E27FC236}">
                <a16:creationId xmlns:a16="http://schemas.microsoft.com/office/drawing/2014/main" id="{A882E228-6013-469B-6720-295324934DD7}"/>
              </a:ext>
            </a:extLst>
          </p:cNvPr>
          <p:cNvSpPr/>
          <p:nvPr/>
        </p:nvSpPr>
        <p:spPr>
          <a:xfrm flipV="1">
            <a:off x="4526280" y="8228494"/>
            <a:ext cx="0" cy="426545"/>
          </a:xfrm>
          <a:prstGeom prst="line">
            <a:avLst/>
          </a:prstGeom>
          <a:ln w="12700">
            <a:solidFill>
              <a:schemeClr val="tx1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513" name="TextBox 512">
            <a:extLst>
              <a:ext uri="{FF2B5EF4-FFF2-40B4-BE49-F238E27FC236}">
                <a16:creationId xmlns:a16="http://schemas.microsoft.com/office/drawing/2014/main" id="{C7CF9F48-65E2-784B-F900-CDB9CE9106F8}"/>
              </a:ext>
            </a:extLst>
          </p:cNvPr>
          <p:cNvSpPr txBox="1"/>
          <p:nvPr/>
        </p:nvSpPr>
        <p:spPr>
          <a:xfrm>
            <a:off x="3840480" y="3761082"/>
            <a:ext cx="582846" cy="46927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b="0" dirty="0"/>
              <a:t>Node/</a:t>
            </a:r>
          </a:p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b="0" dirty="0"/>
              <a:t>Edgelist</a:t>
            </a:r>
            <a:endParaRPr kumimoji="0" lang="en-US" sz="1000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sym typeface="Source Sans Pro"/>
            </a:endParaRPr>
          </a:p>
        </p:txBody>
      </p:sp>
      <p:sp>
        <p:nvSpPr>
          <p:cNvPr id="529" name="Manipulate Variables">
            <a:extLst>
              <a:ext uri="{FF2B5EF4-FFF2-40B4-BE49-F238E27FC236}">
                <a16:creationId xmlns:a16="http://schemas.microsoft.com/office/drawing/2014/main" id="{FB2BE27B-97CE-9C42-523C-1C79AA5EC17C}"/>
              </a:ext>
            </a:extLst>
          </p:cNvPr>
          <p:cNvSpPr txBox="1"/>
          <p:nvPr/>
        </p:nvSpPr>
        <p:spPr>
          <a:xfrm>
            <a:off x="274320" y="3474720"/>
            <a:ext cx="1800173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Downloaders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FD7596-DFBC-AF09-A0D7-DE7222337296}"/>
              </a:ext>
            </a:extLst>
          </p:cNvPr>
          <p:cNvSpPr txBox="1"/>
          <p:nvPr/>
        </p:nvSpPr>
        <p:spPr>
          <a:xfrm>
            <a:off x="6080760" y="10327008"/>
            <a:ext cx="7747698" cy="5000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b="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SA</a:t>
            </a:r>
            <a:r>
              <a:rPr lang="en-US" sz="1000" b="0" dirty="0">
                <a:solidFill>
                  <a:schemeClr val="tx1"/>
                </a:solidFill>
              </a:rPr>
              <a:t> Jared Seto</a:t>
            </a:r>
            <a:r>
              <a:rPr kumimoji="0" lang="en-US" sz="10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rPr>
              <a:t>, Carlos Paradis • Kai</a:t>
            </a:r>
            <a:r>
              <a:rPr kumimoji="0" lang="haw-US" sz="1000" b="0" i="0" u="none" strike="noStrike" cap="none" spc="0" normalizeH="0" baseline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rPr>
              <a:t>ā</a:t>
            </a:r>
            <a:r>
              <a:rPr kumimoji="0" lang="en-US" sz="10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rPr>
              <a:t>ulu package version 0.0.0.9700 (in development) •  Updated: 2026-04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cxnSp>
        <p:nvCxnSpPr>
          <p:cNvPr id="519" name="Connector: Elbow 518">
            <a:extLst>
              <a:ext uri="{FF2B5EF4-FFF2-40B4-BE49-F238E27FC236}">
                <a16:creationId xmlns:a16="http://schemas.microsoft.com/office/drawing/2014/main" id="{317BD4D3-2BDD-F486-BB37-C4C8B1B35A28}"/>
              </a:ext>
            </a:extLst>
          </p:cNvPr>
          <p:cNvCxnSpPr>
            <a:cxnSpLocks/>
            <a:endCxn id="421" idx="1"/>
          </p:cNvCxnSpPr>
          <p:nvPr/>
        </p:nvCxnSpPr>
        <p:spPr>
          <a:xfrm flipV="1">
            <a:off x="5249371" y="8491055"/>
            <a:ext cx="4626149" cy="557801"/>
          </a:xfrm>
          <a:prstGeom prst="bentConnector3">
            <a:avLst>
              <a:gd name="adj1" fmla="val 95719"/>
            </a:avLst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47" name="Connector: Elbow 546">
            <a:extLst>
              <a:ext uri="{FF2B5EF4-FFF2-40B4-BE49-F238E27FC236}">
                <a16:creationId xmlns:a16="http://schemas.microsoft.com/office/drawing/2014/main" id="{FBE9EB6B-0DBF-FEDE-C370-176C677E5D6C}"/>
              </a:ext>
            </a:extLst>
          </p:cNvPr>
          <p:cNvCxnSpPr>
            <a:stCxn id="529" idx="3"/>
            <a:endCxn id="447" idx="1"/>
          </p:cNvCxnSpPr>
          <p:nvPr/>
        </p:nvCxnSpPr>
        <p:spPr>
          <a:xfrm flipV="1">
            <a:off x="2074493" y="2148962"/>
            <a:ext cx="1765987" cy="1495773"/>
          </a:xfrm>
          <a:prstGeom prst="bentConnector3">
            <a:avLst>
              <a:gd name="adj1" fmla="val 82702"/>
            </a:avLst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50" name="Straight Connector 549">
            <a:extLst>
              <a:ext uri="{FF2B5EF4-FFF2-40B4-BE49-F238E27FC236}">
                <a16:creationId xmlns:a16="http://schemas.microsoft.com/office/drawing/2014/main" id="{1852C2A1-04BC-91F2-2529-4ECE638025BE}"/>
              </a:ext>
            </a:extLst>
          </p:cNvPr>
          <p:cNvCxnSpPr>
            <a:cxnSpLocks/>
            <a:stCxn id="488" idx="3"/>
            <a:endCxn id="512" idx="1"/>
          </p:cNvCxnSpPr>
          <p:nvPr/>
        </p:nvCxnSpPr>
        <p:spPr>
          <a:xfrm flipV="1">
            <a:off x="1292227" y="3099580"/>
            <a:ext cx="2548253" cy="2373955"/>
          </a:xfrm>
          <a:prstGeom prst="bentConnector3">
            <a:avLst>
              <a:gd name="adj1" fmla="val 91549"/>
            </a:avLst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56" name="Connector: Elbow 555">
            <a:extLst>
              <a:ext uri="{FF2B5EF4-FFF2-40B4-BE49-F238E27FC236}">
                <a16:creationId xmlns:a16="http://schemas.microsoft.com/office/drawing/2014/main" id="{64BB1902-84BD-0E31-3105-CD8049B558C3}"/>
              </a:ext>
            </a:extLst>
          </p:cNvPr>
          <p:cNvCxnSpPr>
            <a:cxnSpLocks/>
            <a:stCxn id="326" idx="3"/>
            <a:endCxn id="513" idx="1"/>
          </p:cNvCxnSpPr>
          <p:nvPr/>
        </p:nvCxnSpPr>
        <p:spPr>
          <a:xfrm flipV="1">
            <a:off x="2100141" y="3995721"/>
            <a:ext cx="1740339" cy="3672374"/>
          </a:xfrm>
          <a:prstGeom prst="bentConnector3">
            <a:avLst>
              <a:gd name="adj1" fmla="val 92171"/>
            </a:avLst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65" name="Connector: Elbow 564">
            <a:extLst>
              <a:ext uri="{FF2B5EF4-FFF2-40B4-BE49-F238E27FC236}">
                <a16:creationId xmlns:a16="http://schemas.microsoft.com/office/drawing/2014/main" id="{4D71BE41-7D5A-5406-24C8-A4C7A47C5CD2}"/>
              </a:ext>
            </a:extLst>
          </p:cNvPr>
          <p:cNvCxnSpPr>
            <a:stCxn id="28" idx="2"/>
            <a:endCxn id="12" idx="0"/>
          </p:cNvCxnSpPr>
          <p:nvPr/>
        </p:nvCxnSpPr>
        <p:spPr>
          <a:xfrm rot="16200000" flipH="1">
            <a:off x="5549608" y="2703047"/>
            <a:ext cx="261031" cy="2153"/>
          </a:xfrm>
          <a:prstGeom prst="bentConnector3">
            <a:avLst/>
          </a:prstGeom>
          <a:noFill/>
          <a:ln w="25400" cap="flat">
            <a:solidFill>
              <a:srgbClr val="000000"/>
            </a:solidFill>
            <a:prstDash val="dash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66" name="Connector: Elbow 565">
            <a:extLst>
              <a:ext uri="{FF2B5EF4-FFF2-40B4-BE49-F238E27FC236}">
                <a16:creationId xmlns:a16="http://schemas.microsoft.com/office/drawing/2014/main" id="{8027A995-FDDF-0A87-70DC-835E4441C175}"/>
              </a:ext>
            </a:extLst>
          </p:cNvPr>
          <p:cNvCxnSpPr>
            <a:cxnSpLocks/>
            <a:stCxn id="20" idx="2"/>
            <a:endCxn id="15" idx="0"/>
          </p:cNvCxnSpPr>
          <p:nvPr/>
        </p:nvCxnSpPr>
        <p:spPr>
          <a:xfrm rot="16200000" flipH="1">
            <a:off x="6777668" y="2684172"/>
            <a:ext cx="288585" cy="12350"/>
          </a:xfrm>
          <a:prstGeom prst="bentConnector3">
            <a:avLst/>
          </a:prstGeom>
          <a:noFill/>
          <a:ln w="25400" cap="flat">
            <a:solidFill>
              <a:srgbClr val="000000"/>
            </a:solidFill>
            <a:prstDash val="dash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69" name="Connector: Elbow 568">
            <a:extLst>
              <a:ext uri="{FF2B5EF4-FFF2-40B4-BE49-F238E27FC236}">
                <a16:creationId xmlns:a16="http://schemas.microsoft.com/office/drawing/2014/main" id="{3F37A830-5C8F-6548-1AE9-6BC74F4A2171}"/>
              </a:ext>
            </a:extLst>
          </p:cNvPr>
          <p:cNvCxnSpPr>
            <a:cxnSpLocks/>
            <a:stCxn id="24" idx="2"/>
            <a:endCxn id="18" idx="0"/>
          </p:cNvCxnSpPr>
          <p:nvPr/>
        </p:nvCxnSpPr>
        <p:spPr>
          <a:xfrm rot="16200000" flipH="1">
            <a:off x="8050345" y="2680382"/>
            <a:ext cx="302822" cy="5694"/>
          </a:xfrm>
          <a:prstGeom prst="bentConnector3">
            <a:avLst>
              <a:gd name="adj1" fmla="val 50000"/>
            </a:avLst>
          </a:prstGeom>
          <a:noFill/>
          <a:ln w="25400" cap="flat">
            <a:solidFill>
              <a:srgbClr val="000000"/>
            </a:solidFill>
            <a:prstDash val="dash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72" name="Connector: Elbow 571">
            <a:extLst>
              <a:ext uri="{FF2B5EF4-FFF2-40B4-BE49-F238E27FC236}">
                <a16:creationId xmlns:a16="http://schemas.microsoft.com/office/drawing/2014/main" id="{918CA74F-06D5-A3BC-8C96-F695EBE1B6AB}"/>
              </a:ext>
            </a:extLst>
          </p:cNvPr>
          <p:cNvCxnSpPr>
            <a:cxnSpLocks/>
            <a:stCxn id="12" idx="2"/>
          </p:cNvCxnSpPr>
          <p:nvPr/>
        </p:nvCxnSpPr>
        <p:spPr>
          <a:xfrm rot="16200000" flipH="1">
            <a:off x="5570266" y="3539329"/>
            <a:ext cx="223234" cy="1366"/>
          </a:xfrm>
          <a:prstGeom prst="bentConnector3">
            <a:avLst>
              <a:gd name="adj1" fmla="val 50000"/>
            </a:avLst>
          </a:prstGeom>
          <a:noFill/>
          <a:ln w="25400" cap="flat">
            <a:solidFill>
              <a:srgbClr val="000000"/>
            </a:solidFill>
            <a:prstDash val="dash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75" name="Connector: Elbow 574">
            <a:extLst>
              <a:ext uri="{FF2B5EF4-FFF2-40B4-BE49-F238E27FC236}">
                <a16:creationId xmlns:a16="http://schemas.microsoft.com/office/drawing/2014/main" id="{AE1D04CA-4565-7701-20F7-2236388EAF49}"/>
              </a:ext>
            </a:extLst>
          </p:cNvPr>
          <p:cNvCxnSpPr>
            <a:cxnSpLocks/>
            <a:stCxn id="15" idx="2"/>
          </p:cNvCxnSpPr>
          <p:nvPr/>
        </p:nvCxnSpPr>
        <p:spPr>
          <a:xfrm rot="5400000">
            <a:off x="6822937" y="3533593"/>
            <a:ext cx="210396" cy="0"/>
          </a:xfrm>
          <a:prstGeom prst="bentConnector3">
            <a:avLst>
              <a:gd name="adj1" fmla="val 50000"/>
            </a:avLst>
          </a:prstGeom>
          <a:noFill/>
          <a:ln w="25400" cap="flat">
            <a:solidFill>
              <a:srgbClr val="000000"/>
            </a:solidFill>
            <a:prstDash val="dash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A500FA4A-CCEA-AD60-ACCF-DCF6E3EB7C8B}"/>
              </a:ext>
            </a:extLst>
          </p:cNvPr>
          <p:cNvCxnSpPr>
            <a:cxnSpLocks/>
            <a:stCxn id="18" idx="2"/>
          </p:cNvCxnSpPr>
          <p:nvPr/>
        </p:nvCxnSpPr>
        <p:spPr>
          <a:xfrm rot="5400000">
            <a:off x="8099447" y="3533551"/>
            <a:ext cx="210312" cy="0"/>
          </a:xfrm>
          <a:prstGeom prst="bentConnector3">
            <a:avLst>
              <a:gd name="adj1" fmla="val 50000"/>
            </a:avLst>
          </a:prstGeom>
          <a:noFill/>
          <a:ln w="25400" cap="flat">
            <a:solidFill>
              <a:srgbClr val="000000"/>
            </a:solidFill>
            <a:prstDash val="dash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355" name="Connector: Elbow 354">
            <a:extLst>
              <a:ext uri="{FF2B5EF4-FFF2-40B4-BE49-F238E27FC236}">
                <a16:creationId xmlns:a16="http://schemas.microsoft.com/office/drawing/2014/main" id="{00C71DB0-8351-09C7-A0DF-3DCBFE5A9F96}"/>
              </a:ext>
            </a:extLst>
          </p:cNvPr>
          <p:cNvCxnSpPr>
            <a:cxnSpLocks/>
            <a:endCxn id="369" idx="1"/>
          </p:cNvCxnSpPr>
          <p:nvPr/>
        </p:nvCxnSpPr>
        <p:spPr>
          <a:xfrm rot="16200000" flipH="1">
            <a:off x="5457123" y="4535855"/>
            <a:ext cx="664634" cy="213754"/>
          </a:xfrm>
          <a:prstGeom prst="bentConnector2">
            <a:avLst/>
          </a:prstGeom>
          <a:noFill/>
          <a:ln w="25400" cap="flat">
            <a:solidFill>
              <a:srgbClr val="000000"/>
            </a:solidFill>
            <a:prstDash val="dash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369" name="TextBox 368">
            <a:extLst>
              <a:ext uri="{FF2B5EF4-FFF2-40B4-BE49-F238E27FC236}">
                <a16:creationId xmlns:a16="http://schemas.microsoft.com/office/drawing/2014/main" id="{5088E348-78A6-38A9-8B4A-8E7DA104013D}"/>
              </a:ext>
            </a:extLst>
          </p:cNvPr>
          <p:cNvSpPr txBox="1"/>
          <p:nvPr/>
        </p:nvSpPr>
        <p:spPr>
          <a:xfrm>
            <a:off x="5896317" y="4604475"/>
            <a:ext cx="2124618" cy="74114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dirty="0"/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cxnSp>
        <p:nvCxnSpPr>
          <p:cNvPr id="382" name="Connector: Elbow 381">
            <a:extLst>
              <a:ext uri="{FF2B5EF4-FFF2-40B4-BE49-F238E27FC236}">
                <a16:creationId xmlns:a16="http://schemas.microsoft.com/office/drawing/2014/main" id="{04DFAE84-CE06-30CC-E9DE-864CA3A6D37F}"/>
              </a:ext>
            </a:extLst>
          </p:cNvPr>
          <p:cNvCxnSpPr>
            <a:cxnSpLocks/>
            <a:endCxn id="369" idx="0"/>
          </p:cNvCxnSpPr>
          <p:nvPr/>
        </p:nvCxnSpPr>
        <p:spPr>
          <a:xfrm rot="16200000" flipH="1">
            <a:off x="6776146" y="4452487"/>
            <a:ext cx="303976" cy="0"/>
          </a:xfrm>
          <a:prstGeom prst="bentConnector3">
            <a:avLst/>
          </a:prstGeom>
          <a:noFill/>
          <a:ln w="25400" cap="flat">
            <a:solidFill>
              <a:srgbClr val="000000"/>
            </a:solidFill>
            <a:prstDash val="dash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25" name="Connector: Elbow 424">
            <a:extLst>
              <a:ext uri="{FF2B5EF4-FFF2-40B4-BE49-F238E27FC236}">
                <a16:creationId xmlns:a16="http://schemas.microsoft.com/office/drawing/2014/main" id="{4E10EFFA-2171-A7FD-0BD3-82C4DDA8711B}"/>
              </a:ext>
            </a:extLst>
          </p:cNvPr>
          <p:cNvCxnSpPr>
            <a:cxnSpLocks/>
            <a:endCxn id="369" idx="3"/>
          </p:cNvCxnSpPr>
          <p:nvPr/>
        </p:nvCxnSpPr>
        <p:spPr>
          <a:xfrm rot="5400000">
            <a:off x="7747432" y="4530189"/>
            <a:ext cx="718364" cy="171357"/>
          </a:xfrm>
          <a:prstGeom prst="bentConnector2">
            <a:avLst/>
          </a:prstGeom>
          <a:noFill/>
          <a:ln w="25400" cap="flat">
            <a:solidFill>
              <a:srgbClr val="000000"/>
            </a:solidFill>
            <a:prstDash val="dash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33" name="Connector: Elbow 432">
            <a:extLst>
              <a:ext uri="{FF2B5EF4-FFF2-40B4-BE49-F238E27FC236}">
                <a16:creationId xmlns:a16="http://schemas.microsoft.com/office/drawing/2014/main" id="{E6DBC591-E7A8-4F93-85F4-D44F5725C457}"/>
              </a:ext>
            </a:extLst>
          </p:cNvPr>
          <p:cNvCxnSpPr>
            <a:cxnSpLocks/>
          </p:cNvCxnSpPr>
          <p:nvPr/>
        </p:nvCxnSpPr>
        <p:spPr>
          <a:xfrm rot="5400000">
            <a:off x="6675120" y="6223177"/>
            <a:ext cx="580803" cy="0"/>
          </a:xfrm>
          <a:prstGeom prst="bentConnector3">
            <a:avLst/>
          </a:prstGeom>
          <a:noFill/>
          <a:ln w="25400" cap="flat">
            <a:solidFill>
              <a:srgbClr val="000000"/>
            </a:solidFill>
            <a:prstDash val="dash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36" name="Connector: Elbow 435">
            <a:extLst>
              <a:ext uri="{FF2B5EF4-FFF2-40B4-BE49-F238E27FC236}">
                <a16:creationId xmlns:a16="http://schemas.microsoft.com/office/drawing/2014/main" id="{BBCC7275-B0AF-E568-1CCE-8B7E583DACA5}"/>
              </a:ext>
            </a:extLst>
          </p:cNvPr>
          <p:cNvCxnSpPr>
            <a:cxnSpLocks/>
            <a:stCxn id="440" idx="1"/>
          </p:cNvCxnSpPr>
          <p:nvPr/>
        </p:nvCxnSpPr>
        <p:spPr>
          <a:xfrm rot="10800000" flipV="1">
            <a:off x="5466126" y="5555851"/>
            <a:ext cx="439624" cy="591063"/>
          </a:xfrm>
          <a:prstGeom prst="bentConnector2">
            <a:avLst/>
          </a:prstGeom>
          <a:noFill/>
          <a:ln w="25400" cap="flat">
            <a:solidFill>
              <a:srgbClr val="000000"/>
            </a:solidFill>
            <a:prstDash val="dash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40" name="TextBox 439">
            <a:extLst>
              <a:ext uri="{FF2B5EF4-FFF2-40B4-BE49-F238E27FC236}">
                <a16:creationId xmlns:a16="http://schemas.microsoft.com/office/drawing/2014/main" id="{F56AA4A8-9F6D-24EA-E067-ADD0332962F4}"/>
              </a:ext>
            </a:extLst>
          </p:cNvPr>
          <p:cNvSpPr txBox="1"/>
          <p:nvPr/>
        </p:nvSpPr>
        <p:spPr>
          <a:xfrm>
            <a:off x="5905750" y="5185278"/>
            <a:ext cx="2124618" cy="74114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dirty="0"/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cxnSp>
        <p:nvCxnSpPr>
          <p:cNvPr id="576" name="Connector: Elbow 575">
            <a:extLst>
              <a:ext uri="{FF2B5EF4-FFF2-40B4-BE49-F238E27FC236}">
                <a16:creationId xmlns:a16="http://schemas.microsoft.com/office/drawing/2014/main" id="{40421267-B2A4-8395-C64C-14BD1EE24BD5}"/>
              </a:ext>
            </a:extLst>
          </p:cNvPr>
          <p:cNvCxnSpPr>
            <a:cxnSpLocks/>
            <a:stCxn id="440" idx="3"/>
          </p:cNvCxnSpPr>
          <p:nvPr/>
        </p:nvCxnSpPr>
        <p:spPr>
          <a:xfrm>
            <a:off x="8030368" y="5555852"/>
            <a:ext cx="542787" cy="893070"/>
          </a:xfrm>
          <a:prstGeom prst="bentConnector2">
            <a:avLst/>
          </a:prstGeom>
          <a:noFill/>
          <a:ln w="25400" cap="flat">
            <a:solidFill>
              <a:srgbClr val="000000"/>
            </a:solidFill>
            <a:prstDash val="dash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80" name="Connector: Elbow 579">
            <a:extLst>
              <a:ext uri="{FF2B5EF4-FFF2-40B4-BE49-F238E27FC236}">
                <a16:creationId xmlns:a16="http://schemas.microsoft.com/office/drawing/2014/main" id="{00E6FF21-9201-632F-5617-DF2710A5BB82}"/>
              </a:ext>
            </a:extLst>
          </p:cNvPr>
          <p:cNvCxnSpPr>
            <a:cxnSpLocks/>
            <a:endCxn id="258" idx="1"/>
          </p:cNvCxnSpPr>
          <p:nvPr/>
        </p:nvCxnSpPr>
        <p:spPr>
          <a:xfrm>
            <a:off x="5705594" y="7554120"/>
            <a:ext cx="1064272" cy="896502"/>
          </a:xfrm>
          <a:prstGeom prst="bentConnector3">
            <a:avLst>
              <a:gd name="adj1" fmla="val -119"/>
            </a:avLst>
          </a:prstGeom>
          <a:noFill/>
          <a:ln w="25400" cap="flat">
            <a:solidFill>
              <a:srgbClr val="000000"/>
            </a:solidFill>
            <a:prstDash val="dash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83" name="Connector: Elbow 582">
            <a:extLst>
              <a:ext uri="{FF2B5EF4-FFF2-40B4-BE49-F238E27FC236}">
                <a16:creationId xmlns:a16="http://schemas.microsoft.com/office/drawing/2014/main" id="{A4ACA83D-3C45-F577-CA1A-76878A78AA4A}"/>
              </a:ext>
            </a:extLst>
          </p:cNvPr>
          <p:cNvCxnSpPr>
            <a:cxnSpLocks/>
          </p:cNvCxnSpPr>
          <p:nvPr/>
        </p:nvCxnSpPr>
        <p:spPr>
          <a:xfrm rot="5400000">
            <a:off x="6583680" y="7835471"/>
            <a:ext cx="800034" cy="0"/>
          </a:xfrm>
          <a:prstGeom prst="bentConnector3">
            <a:avLst/>
          </a:prstGeom>
          <a:noFill/>
          <a:ln w="25400" cap="flat">
            <a:solidFill>
              <a:srgbClr val="000000"/>
            </a:solidFill>
            <a:prstDash val="dash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88" name="Connector: Elbow 587">
            <a:extLst>
              <a:ext uri="{FF2B5EF4-FFF2-40B4-BE49-F238E27FC236}">
                <a16:creationId xmlns:a16="http://schemas.microsoft.com/office/drawing/2014/main" id="{E6A199E4-C323-70D5-4DF0-48DBC5C4C438}"/>
              </a:ext>
            </a:extLst>
          </p:cNvPr>
          <p:cNvCxnSpPr>
            <a:cxnSpLocks/>
            <a:endCxn id="258" idx="3"/>
          </p:cNvCxnSpPr>
          <p:nvPr/>
        </p:nvCxnSpPr>
        <p:spPr>
          <a:xfrm rot="10800000" flipV="1">
            <a:off x="7276368" y="7477246"/>
            <a:ext cx="1371600" cy="973376"/>
          </a:xfrm>
          <a:prstGeom prst="bentConnector3">
            <a:avLst>
              <a:gd name="adj1" fmla="val 1055"/>
            </a:avLst>
          </a:prstGeom>
          <a:noFill/>
          <a:ln w="25400" cap="flat">
            <a:solidFill>
              <a:srgbClr val="000000"/>
            </a:solidFill>
            <a:prstDash val="dash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A5440E2-B3EB-E626-9474-E5CED33B3ADE}"/>
              </a:ext>
            </a:extLst>
          </p:cNvPr>
          <p:cNvGrpSpPr/>
          <p:nvPr/>
        </p:nvGrpSpPr>
        <p:grpSpPr>
          <a:xfrm>
            <a:off x="4743746" y="6200121"/>
            <a:ext cx="1467990" cy="1268806"/>
            <a:chOff x="4743746" y="6200121"/>
            <a:chExt cx="1467990" cy="1268806"/>
          </a:xfrm>
        </p:grpSpPr>
        <p:grpSp>
          <p:nvGrpSpPr>
            <p:cNvPr id="373" name="Google Shape;156;p1">
              <a:extLst>
                <a:ext uri="{FF2B5EF4-FFF2-40B4-BE49-F238E27FC236}">
                  <a16:creationId xmlns:a16="http://schemas.microsoft.com/office/drawing/2014/main" id="{557DF384-9494-A8AD-BBE1-5D47A3076282}"/>
                </a:ext>
              </a:extLst>
            </p:cNvPr>
            <p:cNvGrpSpPr/>
            <p:nvPr/>
          </p:nvGrpSpPr>
          <p:grpSpPr>
            <a:xfrm>
              <a:off x="4743746" y="6633828"/>
              <a:ext cx="1467990" cy="835099"/>
              <a:chOff x="10592773" y="5229745"/>
              <a:chExt cx="3298954" cy="1741391"/>
            </a:xfrm>
          </p:grpSpPr>
          <p:sp>
            <p:nvSpPr>
              <p:cNvPr id="374" name="Google Shape;157;p1">
                <a:extLst>
                  <a:ext uri="{FF2B5EF4-FFF2-40B4-BE49-F238E27FC236}">
                    <a16:creationId xmlns:a16="http://schemas.microsoft.com/office/drawing/2014/main" id="{4B367089-88A7-97FD-3F89-95D0932745EF}"/>
                  </a:ext>
                </a:extLst>
              </p:cNvPr>
              <p:cNvSpPr/>
              <p:nvPr/>
            </p:nvSpPr>
            <p:spPr>
              <a:xfrm>
                <a:off x="12237743" y="5550161"/>
                <a:ext cx="192300" cy="198000"/>
              </a:xfrm>
              <a:prstGeom prst="ellipse">
                <a:avLst/>
              </a:prstGeom>
              <a:solidFill>
                <a:srgbClr val="E4E4E3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sp>
            <p:nvSpPr>
              <p:cNvPr id="375" name="Google Shape;158;p1">
                <a:extLst>
                  <a:ext uri="{FF2B5EF4-FFF2-40B4-BE49-F238E27FC236}">
                    <a16:creationId xmlns:a16="http://schemas.microsoft.com/office/drawing/2014/main" id="{F9F320CA-EA95-58E2-30DB-B1594273ED9B}"/>
                  </a:ext>
                </a:extLst>
              </p:cNvPr>
              <p:cNvSpPr/>
              <p:nvPr/>
            </p:nvSpPr>
            <p:spPr>
              <a:xfrm>
                <a:off x="12990609" y="5398089"/>
                <a:ext cx="192300" cy="198000"/>
              </a:xfrm>
              <a:prstGeom prst="ellipse">
                <a:avLst/>
              </a:prstGeom>
              <a:solidFill>
                <a:srgbClr val="E4E4E3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sp>
            <p:nvSpPr>
              <p:cNvPr id="376" name="Google Shape;159;p1">
                <a:extLst>
                  <a:ext uri="{FF2B5EF4-FFF2-40B4-BE49-F238E27FC236}">
                    <a16:creationId xmlns:a16="http://schemas.microsoft.com/office/drawing/2014/main" id="{C73540F7-E851-A7BA-0190-4D93E3D13AAE}"/>
                  </a:ext>
                </a:extLst>
              </p:cNvPr>
              <p:cNvSpPr/>
              <p:nvPr/>
            </p:nvSpPr>
            <p:spPr>
              <a:xfrm>
                <a:off x="13329043" y="5229745"/>
                <a:ext cx="192300" cy="198000"/>
              </a:xfrm>
              <a:prstGeom prst="ellipse">
                <a:avLst/>
              </a:prstGeom>
              <a:solidFill>
                <a:srgbClr val="E4E4E3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sp>
            <p:nvSpPr>
              <p:cNvPr id="377" name="Google Shape;160;p1">
                <a:extLst>
                  <a:ext uri="{FF2B5EF4-FFF2-40B4-BE49-F238E27FC236}">
                    <a16:creationId xmlns:a16="http://schemas.microsoft.com/office/drawing/2014/main" id="{9A3717E6-1C4B-E5A3-1E7E-6F0FA51076F7}"/>
                  </a:ext>
                </a:extLst>
              </p:cNvPr>
              <p:cNvSpPr/>
              <p:nvPr/>
            </p:nvSpPr>
            <p:spPr>
              <a:xfrm>
                <a:off x="13317282" y="5522084"/>
                <a:ext cx="192300" cy="198000"/>
              </a:xfrm>
              <a:prstGeom prst="ellipse">
                <a:avLst/>
              </a:prstGeom>
              <a:solidFill>
                <a:srgbClr val="E4E4E3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sp>
            <p:nvSpPr>
              <p:cNvPr id="378" name="Google Shape;161;p1">
                <a:extLst>
                  <a:ext uri="{FF2B5EF4-FFF2-40B4-BE49-F238E27FC236}">
                    <a16:creationId xmlns:a16="http://schemas.microsoft.com/office/drawing/2014/main" id="{7021E6C8-034E-B05E-749B-057B04DC7D3D}"/>
                  </a:ext>
                </a:extLst>
              </p:cNvPr>
              <p:cNvSpPr/>
              <p:nvPr/>
            </p:nvSpPr>
            <p:spPr>
              <a:xfrm>
                <a:off x="13699427" y="5306906"/>
                <a:ext cx="192300" cy="198000"/>
              </a:xfrm>
              <a:prstGeom prst="ellipse">
                <a:avLst/>
              </a:prstGeom>
              <a:solidFill>
                <a:srgbClr val="E4E4E3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sp>
            <p:nvSpPr>
              <p:cNvPr id="379" name="Google Shape;162;p1">
                <a:extLst>
                  <a:ext uri="{FF2B5EF4-FFF2-40B4-BE49-F238E27FC236}">
                    <a16:creationId xmlns:a16="http://schemas.microsoft.com/office/drawing/2014/main" id="{53BB3D37-908F-B0DB-D982-E0796F9B0DD5}"/>
                  </a:ext>
                </a:extLst>
              </p:cNvPr>
              <p:cNvSpPr/>
              <p:nvPr/>
            </p:nvSpPr>
            <p:spPr>
              <a:xfrm>
                <a:off x="12990598" y="5644267"/>
                <a:ext cx="192300" cy="198000"/>
              </a:xfrm>
              <a:prstGeom prst="ellipse">
                <a:avLst/>
              </a:prstGeom>
              <a:solidFill>
                <a:schemeClr val="accent3"/>
              </a:solidFill>
              <a:ln w="9525" cap="flat" cmpd="sng">
                <a:solidFill>
                  <a:srgbClr val="26262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sp>
            <p:nvSpPr>
              <p:cNvPr id="380" name="Google Shape;163;p1">
                <a:extLst>
                  <a:ext uri="{FF2B5EF4-FFF2-40B4-BE49-F238E27FC236}">
                    <a16:creationId xmlns:a16="http://schemas.microsoft.com/office/drawing/2014/main" id="{CFF00200-CEFC-C448-09E7-D6A6351A1DDA}"/>
                  </a:ext>
                </a:extLst>
              </p:cNvPr>
              <p:cNvSpPr/>
              <p:nvPr/>
            </p:nvSpPr>
            <p:spPr>
              <a:xfrm>
                <a:off x="13261106" y="6564434"/>
                <a:ext cx="328200" cy="336900"/>
              </a:xfrm>
              <a:prstGeom prst="ellipse">
                <a:avLst/>
              </a:prstGeom>
              <a:solidFill>
                <a:schemeClr val="tx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sp>
            <p:nvSpPr>
              <p:cNvPr id="381" name="Google Shape;164;p1">
                <a:extLst>
                  <a:ext uri="{FF2B5EF4-FFF2-40B4-BE49-F238E27FC236}">
                    <a16:creationId xmlns:a16="http://schemas.microsoft.com/office/drawing/2014/main" id="{A7FB777C-400A-3B4E-A5A1-144290FE1C31}"/>
                  </a:ext>
                </a:extLst>
              </p:cNvPr>
              <p:cNvSpPr/>
              <p:nvPr/>
            </p:nvSpPr>
            <p:spPr>
              <a:xfrm>
                <a:off x="12889483" y="6773136"/>
                <a:ext cx="192300" cy="198000"/>
              </a:xfrm>
              <a:prstGeom prst="ellipse">
                <a:avLst/>
              </a:prstGeom>
              <a:solidFill>
                <a:schemeClr val="tx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sp>
            <p:nvSpPr>
              <p:cNvPr id="383" name="Google Shape;165;p1">
                <a:extLst>
                  <a:ext uri="{FF2B5EF4-FFF2-40B4-BE49-F238E27FC236}">
                    <a16:creationId xmlns:a16="http://schemas.microsoft.com/office/drawing/2014/main" id="{6A5B0B10-A48B-89E4-9C9A-CDBA751DC359}"/>
                  </a:ext>
                </a:extLst>
              </p:cNvPr>
              <p:cNvSpPr/>
              <p:nvPr/>
            </p:nvSpPr>
            <p:spPr>
              <a:xfrm>
                <a:off x="13324166" y="6099152"/>
                <a:ext cx="192300" cy="198000"/>
              </a:xfrm>
              <a:prstGeom prst="ellipse">
                <a:avLst/>
              </a:prstGeom>
              <a:solidFill>
                <a:schemeClr val="accent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sp>
            <p:nvSpPr>
              <p:cNvPr id="385" name="Google Shape;166;p1">
                <a:extLst>
                  <a:ext uri="{FF2B5EF4-FFF2-40B4-BE49-F238E27FC236}">
                    <a16:creationId xmlns:a16="http://schemas.microsoft.com/office/drawing/2014/main" id="{89FBABE8-271F-B8D8-C6AD-7280022E0561}"/>
                  </a:ext>
                </a:extLst>
              </p:cNvPr>
              <p:cNvSpPr/>
              <p:nvPr/>
            </p:nvSpPr>
            <p:spPr>
              <a:xfrm>
                <a:off x="11468140" y="5576165"/>
                <a:ext cx="305700" cy="308400"/>
              </a:xfrm>
              <a:prstGeom prst="ellipse">
                <a:avLst/>
              </a:prstGeom>
              <a:solidFill>
                <a:srgbClr val="E4E4E3"/>
              </a:solidFill>
              <a:ln w="179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sp>
            <p:nvSpPr>
              <p:cNvPr id="386" name="Google Shape;167;p1">
                <a:extLst>
                  <a:ext uri="{FF2B5EF4-FFF2-40B4-BE49-F238E27FC236}">
                    <a16:creationId xmlns:a16="http://schemas.microsoft.com/office/drawing/2014/main" id="{0FC31C3C-BF43-6479-6A2A-BFF847EA96D0}"/>
                  </a:ext>
                </a:extLst>
              </p:cNvPr>
              <p:cNvSpPr/>
              <p:nvPr/>
            </p:nvSpPr>
            <p:spPr>
              <a:xfrm>
                <a:off x="10719482" y="5925385"/>
                <a:ext cx="192300" cy="198000"/>
              </a:xfrm>
              <a:prstGeom prst="ellipse">
                <a:avLst/>
              </a:prstGeom>
              <a:solidFill>
                <a:srgbClr val="E4E4E3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sp>
            <p:nvSpPr>
              <p:cNvPr id="387" name="Google Shape;168;p1">
                <a:extLst>
                  <a:ext uri="{FF2B5EF4-FFF2-40B4-BE49-F238E27FC236}">
                    <a16:creationId xmlns:a16="http://schemas.microsoft.com/office/drawing/2014/main" id="{B61CE04E-E18B-1212-71F8-B0A4F3992B28}"/>
                  </a:ext>
                </a:extLst>
              </p:cNvPr>
              <p:cNvSpPr/>
              <p:nvPr/>
            </p:nvSpPr>
            <p:spPr>
              <a:xfrm>
                <a:off x="11061232" y="5405652"/>
                <a:ext cx="192300" cy="198000"/>
              </a:xfrm>
              <a:prstGeom prst="ellipse">
                <a:avLst/>
              </a:prstGeom>
              <a:solidFill>
                <a:srgbClr val="E4E4E3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sp>
            <p:nvSpPr>
              <p:cNvPr id="388" name="Google Shape;169;p1">
                <a:extLst>
                  <a:ext uri="{FF2B5EF4-FFF2-40B4-BE49-F238E27FC236}">
                    <a16:creationId xmlns:a16="http://schemas.microsoft.com/office/drawing/2014/main" id="{00FDCB4A-B4FC-8619-F9DC-464B2A32FD7C}"/>
                  </a:ext>
                </a:extLst>
              </p:cNvPr>
              <p:cNvSpPr/>
              <p:nvPr/>
            </p:nvSpPr>
            <p:spPr>
              <a:xfrm>
                <a:off x="10592773" y="6139937"/>
                <a:ext cx="274500" cy="276300"/>
              </a:xfrm>
              <a:prstGeom prst="ellipse">
                <a:avLst/>
              </a:prstGeom>
              <a:solidFill>
                <a:srgbClr val="E4E4E3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sp>
            <p:nvSpPr>
              <p:cNvPr id="389" name="Google Shape;170;p1">
                <a:extLst>
                  <a:ext uri="{FF2B5EF4-FFF2-40B4-BE49-F238E27FC236}">
                    <a16:creationId xmlns:a16="http://schemas.microsoft.com/office/drawing/2014/main" id="{714F82B2-DBBE-09C1-832A-C15783751311}"/>
                  </a:ext>
                </a:extLst>
              </p:cNvPr>
              <p:cNvSpPr/>
              <p:nvPr/>
            </p:nvSpPr>
            <p:spPr>
              <a:xfrm>
                <a:off x="11037864" y="6333062"/>
                <a:ext cx="192300" cy="198000"/>
              </a:xfrm>
              <a:prstGeom prst="ellipse">
                <a:avLst/>
              </a:prstGeom>
              <a:solidFill>
                <a:srgbClr val="D9D9D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sp>
            <p:nvSpPr>
              <p:cNvPr id="390" name="Google Shape;171;p1">
                <a:extLst>
                  <a:ext uri="{FF2B5EF4-FFF2-40B4-BE49-F238E27FC236}">
                    <a16:creationId xmlns:a16="http://schemas.microsoft.com/office/drawing/2014/main" id="{D6E152D1-5E04-331B-AC95-148F51196E81}"/>
                  </a:ext>
                </a:extLst>
              </p:cNvPr>
              <p:cNvSpPr/>
              <p:nvPr/>
            </p:nvSpPr>
            <p:spPr>
              <a:xfrm>
                <a:off x="11449106" y="6300040"/>
                <a:ext cx="553500" cy="567900"/>
              </a:xfrm>
              <a:prstGeom prst="ellipse">
                <a:avLst/>
              </a:prstGeom>
              <a:solidFill>
                <a:srgbClr val="FFE599"/>
              </a:solidFill>
              <a:ln w="2690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cxnSp>
            <p:nvCxnSpPr>
              <p:cNvPr id="391" name="Google Shape;172;p1">
                <a:extLst>
                  <a:ext uri="{FF2B5EF4-FFF2-40B4-BE49-F238E27FC236}">
                    <a16:creationId xmlns:a16="http://schemas.microsoft.com/office/drawing/2014/main" id="{3547655A-0B68-88D1-9F54-A8045297F5ED}"/>
                  </a:ext>
                </a:extLst>
              </p:cNvPr>
              <p:cNvCxnSpPr>
                <a:stCxn id="374" idx="2"/>
                <a:endCxn id="385" idx="6"/>
              </p:cNvCxnSpPr>
              <p:nvPr/>
            </p:nvCxnSpPr>
            <p:spPr>
              <a:xfrm flipH="1">
                <a:off x="11773943" y="5649161"/>
                <a:ext cx="463800" cy="8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392" name="Google Shape;173;p1">
                <a:extLst>
                  <a:ext uri="{FF2B5EF4-FFF2-40B4-BE49-F238E27FC236}">
                    <a16:creationId xmlns:a16="http://schemas.microsoft.com/office/drawing/2014/main" id="{0E4427F2-DB0D-5446-8279-283A8F085389}"/>
                  </a:ext>
                </a:extLst>
              </p:cNvPr>
              <p:cNvCxnSpPr>
                <a:stCxn id="385" idx="2"/>
                <a:endCxn id="403" idx="6"/>
              </p:cNvCxnSpPr>
              <p:nvPr/>
            </p:nvCxnSpPr>
            <p:spPr>
              <a:xfrm flipH="1">
                <a:off x="11113540" y="5730365"/>
                <a:ext cx="354600" cy="30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393" name="Google Shape;175;p1">
                <a:extLst>
                  <a:ext uri="{FF2B5EF4-FFF2-40B4-BE49-F238E27FC236}">
                    <a16:creationId xmlns:a16="http://schemas.microsoft.com/office/drawing/2014/main" id="{3C9E4E7B-16A8-84A6-5CF2-DE7A7CFF1502}"/>
                  </a:ext>
                </a:extLst>
              </p:cNvPr>
              <p:cNvCxnSpPr>
                <a:stCxn id="390" idx="1"/>
                <a:endCxn id="400" idx="5"/>
              </p:cNvCxnSpPr>
              <p:nvPr/>
            </p:nvCxnSpPr>
            <p:spPr>
              <a:xfrm rot="10800000">
                <a:off x="11390064" y="6170507"/>
                <a:ext cx="140100" cy="2127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394" name="Google Shape;177;p1">
                <a:extLst>
                  <a:ext uri="{FF2B5EF4-FFF2-40B4-BE49-F238E27FC236}">
                    <a16:creationId xmlns:a16="http://schemas.microsoft.com/office/drawing/2014/main" id="{99758D70-7DE8-DCAC-0962-667BACADE27A}"/>
                  </a:ext>
                </a:extLst>
              </p:cNvPr>
              <p:cNvCxnSpPr>
                <a:stCxn id="390" idx="2"/>
                <a:endCxn id="389" idx="5"/>
              </p:cNvCxnSpPr>
              <p:nvPr/>
            </p:nvCxnSpPr>
            <p:spPr>
              <a:xfrm rot="10800000">
                <a:off x="11201906" y="6502090"/>
                <a:ext cx="247200" cy="819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395" name="Google Shape;178;p1">
                <a:extLst>
                  <a:ext uri="{FF2B5EF4-FFF2-40B4-BE49-F238E27FC236}">
                    <a16:creationId xmlns:a16="http://schemas.microsoft.com/office/drawing/2014/main" id="{8C4D5E36-559B-E7C0-FEBF-5E2B0F240B06}"/>
                  </a:ext>
                </a:extLst>
              </p:cNvPr>
              <p:cNvCxnSpPr>
                <a:stCxn id="389" idx="2"/>
                <a:endCxn id="388" idx="6"/>
              </p:cNvCxnSpPr>
              <p:nvPr/>
            </p:nvCxnSpPr>
            <p:spPr>
              <a:xfrm rot="10800000">
                <a:off x="10867164" y="6278162"/>
                <a:ext cx="170700" cy="1539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B7B7B7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396" name="Google Shape;179;p1">
                <a:extLst>
                  <a:ext uri="{FF2B5EF4-FFF2-40B4-BE49-F238E27FC236}">
                    <a16:creationId xmlns:a16="http://schemas.microsoft.com/office/drawing/2014/main" id="{8A37B587-540B-3D9A-0378-5EB525585D5E}"/>
                  </a:ext>
                </a:extLst>
              </p:cNvPr>
              <p:cNvCxnSpPr>
                <a:stCxn id="400" idx="2"/>
                <a:endCxn id="386" idx="5"/>
              </p:cNvCxnSpPr>
              <p:nvPr/>
            </p:nvCxnSpPr>
            <p:spPr>
              <a:xfrm rot="10800000">
                <a:off x="10883737" y="6094319"/>
                <a:ext cx="342300" cy="6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397" name="Google Shape;180;p1">
                <a:extLst>
                  <a:ext uri="{FF2B5EF4-FFF2-40B4-BE49-F238E27FC236}">
                    <a16:creationId xmlns:a16="http://schemas.microsoft.com/office/drawing/2014/main" id="{6A7204DD-220C-6AE5-1EC2-36EFB136C86E}"/>
                  </a:ext>
                </a:extLst>
              </p:cNvPr>
              <p:cNvCxnSpPr>
                <a:stCxn id="385" idx="1"/>
                <a:endCxn id="387" idx="5"/>
              </p:cNvCxnSpPr>
              <p:nvPr/>
            </p:nvCxnSpPr>
            <p:spPr>
              <a:xfrm rot="10800000">
                <a:off x="11225509" y="5574529"/>
                <a:ext cx="287400" cy="46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398" name="Google Shape;181;p1">
                <a:extLst>
                  <a:ext uri="{FF2B5EF4-FFF2-40B4-BE49-F238E27FC236}">
                    <a16:creationId xmlns:a16="http://schemas.microsoft.com/office/drawing/2014/main" id="{2F6C80D0-1ACD-E8F1-7BCD-B0CB92F8A937}"/>
                  </a:ext>
                </a:extLst>
              </p:cNvPr>
              <p:cNvCxnSpPr>
                <a:stCxn id="411" idx="2"/>
                <a:endCxn id="400" idx="6"/>
              </p:cNvCxnSpPr>
              <p:nvPr/>
            </p:nvCxnSpPr>
            <p:spPr>
              <a:xfrm flipH="1">
                <a:off x="11418366" y="5897435"/>
                <a:ext cx="710100" cy="203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399" name="Google Shape;183;p1">
                <a:extLst>
                  <a:ext uri="{FF2B5EF4-FFF2-40B4-BE49-F238E27FC236}">
                    <a16:creationId xmlns:a16="http://schemas.microsoft.com/office/drawing/2014/main" id="{5398C726-9ED3-049F-78D9-29C6F83065AA}"/>
                  </a:ext>
                </a:extLst>
              </p:cNvPr>
              <p:cNvCxnSpPr>
                <a:stCxn id="411" idx="2"/>
                <a:endCxn id="386" idx="6"/>
              </p:cNvCxnSpPr>
              <p:nvPr/>
            </p:nvCxnSpPr>
            <p:spPr>
              <a:xfrm flipH="1">
                <a:off x="10911666" y="5897435"/>
                <a:ext cx="1216800" cy="1269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sp>
            <p:nvSpPr>
              <p:cNvPr id="400" name="Google Shape;176;p1">
                <a:extLst>
                  <a:ext uri="{FF2B5EF4-FFF2-40B4-BE49-F238E27FC236}">
                    <a16:creationId xmlns:a16="http://schemas.microsoft.com/office/drawing/2014/main" id="{5670E7A9-AA9C-BF47-11BA-C751A375906A}"/>
                  </a:ext>
                </a:extLst>
              </p:cNvPr>
              <p:cNvSpPr/>
              <p:nvPr/>
            </p:nvSpPr>
            <p:spPr>
              <a:xfrm>
                <a:off x="11226037" y="6001619"/>
                <a:ext cx="192300" cy="198000"/>
              </a:xfrm>
              <a:prstGeom prst="ellipse">
                <a:avLst/>
              </a:prstGeom>
              <a:solidFill>
                <a:srgbClr val="E4E4E3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cxnSp>
            <p:nvCxnSpPr>
              <p:cNvPr id="401" name="Google Shape;184;p1">
                <a:extLst>
                  <a:ext uri="{FF2B5EF4-FFF2-40B4-BE49-F238E27FC236}">
                    <a16:creationId xmlns:a16="http://schemas.microsoft.com/office/drawing/2014/main" id="{F895C011-0749-ED46-FE95-98304511E152}"/>
                  </a:ext>
                </a:extLst>
              </p:cNvPr>
              <p:cNvCxnSpPr>
                <a:stCxn id="374" idx="2"/>
                <a:endCxn id="389" idx="7"/>
              </p:cNvCxnSpPr>
              <p:nvPr/>
            </p:nvCxnSpPr>
            <p:spPr>
              <a:xfrm flipH="1">
                <a:off x="11202143" y="5649161"/>
                <a:ext cx="1035600" cy="71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402" name="Google Shape;185;p1">
                <a:extLst>
                  <a:ext uri="{FF2B5EF4-FFF2-40B4-BE49-F238E27FC236}">
                    <a16:creationId xmlns:a16="http://schemas.microsoft.com/office/drawing/2014/main" id="{6F6D821D-7757-CBD7-C733-E017C9CBD354}"/>
                  </a:ext>
                </a:extLst>
              </p:cNvPr>
              <p:cNvCxnSpPr>
                <a:stCxn id="374" idx="5"/>
                <a:endCxn id="380" idx="1"/>
              </p:cNvCxnSpPr>
              <p:nvPr/>
            </p:nvCxnSpPr>
            <p:spPr>
              <a:xfrm>
                <a:off x="12401881" y="5719165"/>
                <a:ext cx="907200" cy="894600"/>
              </a:xfrm>
              <a:prstGeom prst="straightConnector1">
                <a:avLst/>
              </a:prstGeom>
              <a:noFill/>
              <a:ln w="17925" cap="flat" cmpd="sng">
                <a:solidFill>
                  <a:srgbClr val="D9D9D9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sp>
            <p:nvSpPr>
              <p:cNvPr id="403" name="Google Shape;174;p1">
                <a:extLst>
                  <a:ext uri="{FF2B5EF4-FFF2-40B4-BE49-F238E27FC236}">
                    <a16:creationId xmlns:a16="http://schemas.microsoft.com/office/drawing/2014/main" id="{0760B263-FCA4-8895-FA7D-F07654B7E48E}"/>
                  </a:ext>
                </a:extLst>
              </p:cNvPr>
              <p:cNvSpPr/>
              <p:nvPr/>
            </p:nvSpPr>
            <p:spPr>
              <a:xfrm>
                <a:off x="10921235" y="5662025"/>
                <a:ext cx="192300" cy="198000"/>
              </a:xfrm>
              <a:prstGeom prst="ellipse">
                <a:avLst/>
              </a:prstGeom>
              <a:solidFill>
                <a:srgbClr val="E4E4E3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cxnSp>
            <p:nvCxnSpPr>
              <p:cNvPr id="404" name="Google Shape;186;p1">
                <a:extLst>
                  <a:ext uri="{FF2B5EF4-FFF2-40B4-BE49-F238E27FC236}">
                    <a16:creationId xmlns:a16="http://schemas.microsoft.com/office/drawing/2014/main" id="{E39CEDDD-E01E-406C-AB4B-0F8BC088BF3F}"/>
                  </a:ext>
                </a:extLst>
              </p:cNvPr>
              <p:cNvCxnSpPr>
                <a:stCxn id="411" idx="2"/>
                <a:endCxn id="389" idx="6"/>
              </p:cNvCxnSpPr>
              <p:nvPr/>
            </p:nvCxnSpPr>
            <p:spPr>
              <a:xfrm flipH="1">
                <a:off x="11230266" y="5897435"/>
                <a:ext cx="898200" cy="534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405" name="Google Shape;187;p1">
                <a:extLst>
                  <a:ext uri="{FF2B5EF4-FFF2-40B4-BE49-F238E27FC236}">
                    <a16:creationId xmlns:a16="http://schemas.microsoft.com/office/drawing/2014/main" id="{D25DAB40-36BA-673A-5010-17AB3001EDAB}"/>
                  </a:ext>
                </a:extLst>
              </p:cNvPr>
              <p:cNvCxnSpPr>
                <a:stCxn id="409" idx="6"/>
                <a:endCxn id="379" idx="2"/>
              </p:cNvCxnSpPr>
              <p:nvPr/>
            </p:nvCxnSpPr>
            <p:spPr>
              <a:xfrm rot="10800000" flipH="1">
                <a:off x="12553633" y="5743151"/>
                <a:ext cx="437100" cy="19980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406" name="Google Shape;189;p1">
                <a:extLst>
                  <a:ext uri="{FF2B5EF4-FFF2-40B4-BE49-F238E27FC236}">
                    <a16:creationId xmlns:a16="http://schemas.microsoft.com/office/drawing/2014/main" id="{C60F9E9A-45BA-84A0-7AC5-B100F086CA3F}"/>
                  </a:ext>
                </a:extLst>
              </p:cNvPr>
              <p:cNvCxnSpPr>
                <a:stCxn id="379" idx="7"/>
                <a:endCxn id="377" idx="2"/>
              </p:cNvCxnSpPr>
              <p:nvPr/>
            </p:nvCxnSpPr>
            <p:spPr>
              <a:xfrm rot="10800000" flipH="1">
                <a:off x="13154736" y="5621063"/>
                <a:ext cx="162600" cy="522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4E4E3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407" name="Google Shape;190;p1">
                <a:extLst>
                  <a:ext uri="{FF2B5EF4-FFF2-40B4-BE49-F238E27FC236}">
                    <a16:creationId xmlns:a16="http://schemas.microsoft.com/office/drawing/2014/main" id="{627F3916-102F-2D3B-F287-6B1607F166B8}"/>
                  </a:ext>
                </a:extLst>
              </p:cNvPr>
              <p:cNvCxnSpPr>
                <a:stCxn id="377" idx="6"/>
                <a:endCxn id="378" idx="2"/>
              </p:cNvCxnSpPr>
              <p:nvPr/>
            </p:nvCxnSpPr>
            <p:spPr>
              <a:xfrm rot="10800000" flipH="1">
                <a:off x="13509582" y="5405984"/>
                <a:ext cx="189900" cy="215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4E4E3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408" name="Google Shape;191;p1">
                <a:extLst>
                  <a:ext uri="{FF2B5EF4-FFF2-40B4-BE49-F238E27FC236}">
                    <a16:creationId xmlns:a16="http://schemas.microsoft.com/office/drawing/2014/main" id="{DBBF9DFC-676F-44A2-0275-FD68D3BDAB84}"/>
                  </a:ext>
                </a:extLst>
              </p:cNvPr>
              <p:cNvCxnSpPr>
                <a:stCxn id="374" idx="6"/>
                <a:endCxn id="375" idx="2"/>
              </p:cNvCxnSpPr>
              <p:nvPr/>
            </p:nvCxnSpPr>
            <p:spPr>
              <a:xfrm rot="10800000" flipH="1">
                <a:off x="12430043" y="5497061"/>
                <a:ext cx="560700" cy="152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4E4E3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sp>
            <p:nvSpPr>
              <p:cNvPr id="409" name="Google Shape;188;p1">
                <a:extLst>
                  <a:ext uri="{FF2B5EF4-FFF2-40B4-BE49-F238E27FC236}">
                    <a16:creationId xmlns:a16="http://schemas.microsoft.com/office/drawing/2014/main" id="{61C1DDE7-803C-A98D-DC8E-8C02E39DBC8D}"/>
                  </a:ext>
                </a:extLst>
              </p:cNvPr>
              <p:cNvSpPr/>
              <p:nvPr/>
            </p:nvSpPr>
            <p:spPr>
              <a:xfrm>
                <a:off x="12361333" y="5843951"/>
                <a:ext cx="192300" cy="198000"/>
              </a:xfrm>
              <a:prstGeom prst="ellipse">
                <a:avLst/>
              </a:prstGeom>
              <a:solidFill>
                <a:schemeClr val="tx1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cxnSp>
            <p:nvCxnSpPr>
              <p:cNvPr id="410" name="Google Shape;192;p1">
                <a:extLst>
                  <a:ext uri="{FF2B5EF4-FFF2-40B4-BE49-F238E27FC236}">
                    <a16:creationId xmlns:a16="http://schemas.microsoft.com/office/drawing/2014/main" id="{CACF5458-FB36-53C0-DE5E-4111A96C4352}"/>
                  </a:ext>
                </a:extLst>
              </p:cNvPr>
              <p:cNvCxnSpPr>
                <a:stCxn id="375" idx="7"/>
                <a:endCxn id="376" idx="2"/>
              </p:cNvCxnSpPr>
              <p:nvPr/>
            </p:nvCxnSpPr>
            <p:spPr>
              <a:xfrm rot="10800000" flipH="1">
                <a:off x="13154747" y="5328685"/>
                <a:ext cx="174300" cy="98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4E4E3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sp>
            <p:nvSpPr>
              <p:cNvPr id="411" name="Google Shape;182;p1">
                <a:extLst>
                  <a:ext uri="{FF2B5EF4-FFF2-40B4-BE49-F238E27FC236}">
                    <a16:creationId xmlns:a16="http://schemas.microsoft.com/office/drawing/2014/main" id="{367C7319-BB16-52A3-FF62-C1E8E38DD335}"/>
                  </a:ext>
                </a:extLst>
              </p:cNvPr>
              <p:cNvSpPr/>
              <p:nvPr/>
            </p:nvSpPr>
            <p:spPr>
              <a:xfrm>
                <a:off x="12128466" y="5798435"/>
                <a:ext cx="192300" cy="198000"/>
              </a:xfrm>
              <a:prstGeom prst="ellipse">
                <a:avLst/>
              </a:prstGeom>
              <a:solidFill>
                <a:srgbClr val="E4E4E3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5400" tIns="65400" rIns="65400" bIns="65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1"/>
                  <a:buFont typeface="Arial"/>
                  <a:buNone/>
                </a:pPr>
                <a:endParaRPr dirty="0">
                  <a:sym typeface="Arial"/>
                </a:endParaRPr>
              </a:p>
            </p:txBody>
          </p:sp>
          <p:cxnSp>
            <p:nvCxnSpPr>
              <p:cNvPr id="412" name="Google Shape;193;p1">
                <a:extLst>
                  <a:ext uri="{FF2B5EF4-FFF2-40B4-BE49-F238E27FC236}">
                    <a16:creationId xmlns:a16="http://schemas.microsoft.com/office/drawing/2014/main" id="{B608ADF9-4FA7-6E29-49CC-063BBF344AB7}"/>
                  </a:ext>
                </a:extLst>
              </p:cNvPr>
              <p:cNvCxnSpPr>
                <a:stCxn id="390" idx="6"/>
                <a:endCxn id="380" idx="2"/>
              </p:cNvCxnSpPr>
              <p:nvPr/>
            </p:nvCxnSpPr>
            <p:spPr>
              <a:xfrm>
                <a:off x="12002606" y="6583990"/>
                <a:ext cx="1258500" cy="148800"/>
              </a:xfrm>
              <a:prstGeom prst="straightConnector1">
                <a:avLst/>
              </a:prstGeom>
              <a:noFill/>
              <a:ln w="35850" cap="flat" cmpd="sng">
                <a:solidFill>
                  <a:srgbClr val="E4E4E3"/>
                </a:solidFill>
                <a:prstDash val="solid"/>
                <a:round/>
                <a:headEnd type="stealth" w="med" len="med"/>
                <a:tailEnd type="none" w="sm" len="sm"/>
              </a:ln>
            </p:spPr>
          </p:cxnSp>
          <p:cxnSp>
            <p:nvCxnSpPr>
              <p:cNvPr id="413" name="Google Shape;194;p1">
                <a:extLst>
                  <a:ext uri="{FF2B5EF4-FFF2-40B4-BE49-F238E27FC236}">
                    <a16:creationId xmlns:a16="http://schemas.microsoft.com/office/drawing/2014/main" id="{92184AC2-326D-F82D-CF13-5F416E388DB4}"/>
                  </a:ext>
                </a:extLst>
              </p:cNvPr>
              <p:cNvCxnSpPr>
                <a:stCxn id="381" idx="1"/>
                <a:endCxn id="385" idx="5"/>
              </p:cNvCxnSpPr>
              <p:nvPr/>
            </p:nvCxnSpPr>
            <p:spPr>
              <a:xfrm rot="10800000">
                <a:off x="11729045" y="5839432"/>
                <a:ext cx="1188600" cy="9627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414" name="Google Shape;195;p1">
                <a:extLst>
                  <a:ext uri="{FF2B5EF4-FFF2-40B4-BE49-F238E27FC236}">
                    <a16:creationId xmlns:a16="http://schemas.microsoft.com/office/drawing/2014/main" id="{5D655AA9-FDA5-F2A4-8808-C30B43AF68FB}"/>
                  </a:ext>
                </a:extLst>
              </p:cNvPr>
              <p:cNvCxnSpPr>
                <a:stCxn id="411" idx="3"/>
                <a:endCxn id="390" idx="7"/>
              </p:cNvCxnSpPr>
              <p:nvPr/>
            </p:nvCxnSpPr>
            <p:spPr>
              <a:xfrm flipH="1">
                <a:off x="11921428" y="5967439"/>
                <a:ext cx="235200" cy="415800"/>
              </a:xfrm>
              <a:prstGeom prst="straightConnector1">
                <a:avLst/>
              </a:prstGeom>
              <a:noFill/>
              <a:ln w="35850" cap="flat" cmpd="sng">
                <a:solidFill>
                  <a:srgbClr val="E4E4E3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415" name="Google Shape;196;p1">
                <a:extLst>
                  <a:ext uri="{FF2B5EF4-FFF2-40B4-BE49-F238E27FC236}">
                    <a16:creationId xmlns:a16="http://schemas.microsoft.com/office/drawing/2014/main" id="{E5831266-1C7C-81B1-C4DC-1D401E05A4EB}"/>
                  </a:ext>
                </a:extLst>
              </p:cNvPr>
              <p:cNvCxnSpPr>
                <a:stCxn id="409" idx="5"/>
                <a:endCxn id="381" idx="1"/>
              </p:cNvCxnSpPr>
              <p:nvPr/>
            </p:nvCxnSpPr>
            <p:spPr>
              <a:xfrm>
                <a:off x="12525471" y="6012955"/>
                <a:ext cx="392100" cy="789300"/>
              </a:xfrm>
              <a:prstGeom prst="straightConnector1">
                <a:avLst/>
              </a:prstGeom>
              <a:noFill/>
              <a:ln w="317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416" name="Google Shape;197;p1">
                <a:extLst>
                  <a:ext uri="{FF2B5EF4-FFF2-40B4-BE49-F238E27FC236}">
                    <a16:creationId xmlns:a16="http://schemas.microsoft.com/office/drawing/2014/main" id="{8FA715C6-B197-1B5F-6FFD-E9B077BB5EB5}"/>
                  </a:ext>
                </a:extLst>
              </p:cNvPr>
              <p:cNvCxnSpPr>
                <a:stCxn id="374" idx="6"/>
                <a:endCxn id="379" idx="2"/>
              </p:cNvCxnSpPr>
              <p:nvPr/>
            </p:nvCxnSpPr>
            <p:spPr>
              <a:xfrm>
                <a:off x="12430043" y="5649161"/>
                <a:ext cx="560700" cy="942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4E4E3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417" name="Google Shape;198;p1">
                <a:extLst>
                  <a:ext uri="{FF2B5EF4-FFF2-40B4-BE49-F238E27FC236}">
                    <a16:creationId xmlns:a16="http://schemas.microsoft.com/office/drawing/2014/main" id="{4DD749CD-1E84-7789-A13D-5A60CD628BB8}"/>
                  </a:ext>
                </a:extLst>
              </p:cNvPr>
              <p:cNvCxnSpPr>
                <a:stCxn id="409" idx="6"/>
                <a:endCxn id="383" idx="2"/>
              </p:cNvCxnSpPr>
              <p:nvPr/>
            </p:nvCxnSpPr>
            <p:spPr>
              <a:xfrm>
                <a:off x="12553633" y="5942951"/>
                <a:ext cx="770400" cy="255300"/>
              </a:xfrm>
              <a:prstGeom prst="straightConnector1">
                <a:avLst/>
              </a:prstGeom>
              <a:noFill/>
              <a:ln w="317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418" name="Google Shape;199;p1">
                <a:extLst>
                  <a:ext uri="{FF2B5EF4-FFF2-40B4-BE49-F238E27FC236}">
                    <a16:creationId xmlns:a16="http://schemas.microsoft.com/office/drawing/2014/main" id="{31242443-454F-F5B9-B12A-9F6A57D2F134}"/>
                  </a:ext>
                </a:extLst>
              </p:cNvPr>
              <p:cNvCxnSpPr>
                <a:stCxn id="409" idx="3"/>
                <a:endCxn id="390" idx="7"/>
              </p:cNvCxnSpPr>
              <p:nvPr/>
            </p:nvCxnSpPr>
            <p:spPr>
              <a:xfrm flipH="1">
                <a:off x="11921495" y="6012955"/>
                <a:ext cx="468000" cy="370200"/>
              </a:xfrm>
              <a:prstGeom prst="straightConnector1">
                <a:avLst/>
              </a:prstGeom>
              <a:noFill/>
              <a:ln w="317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  <p:cxnSp>
            <p:nvCxnSpPr>
              <p:cNvPr id="419" name="Google Shape;200;p1">
                <a:extLst>
                  <a:ext uri="{FF2B5EF4-FFF2-40B4-BE49-F238E27FC236}">
                    <a16:creationId xmlns:a16="http://schemas.microsoft.com/office/drawing/2014/main" id="{973099B0-5943-5508-A469-F9BDAAEFF17E}"/>
                  </a:ext>
                </a:extLst>
              </p:cNvPr>
              <p:cNvCxnSpPr>
                <a:stCxn id="409" idx="6"/>
                <a:endCxn id="380" idx="1"/>
              </p:cNvCxnSpPr>
              <p:nvPr/>
            </p:nvCxnSpPr>
            <p:spPr>
              <a:xfrm>
                <a:off x="12553633" y="5942951"/>
                <a:ext cx="755400" cy="670800"/>
              </a:xfrm>
              <a:prstGeom prst="straightConnector1">
                <a:avLst/>
              </a:prstGeom>
              <a:noFill/>
              <a:ln w="349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stealth" w="med" len="med"/>
              </a:ln>
            </p:spPr>
          </p:cxnSp>
        </p:grpSp>
        <p:graphicFrame>
          <p:nvGraphicFramePr>
            <p:cNvPr id="17" name="Table">
              <a:extLst>
                <a:ext uri="{FF2B5EF4-FFF2-40B4-BE49-F238E27FC236}">
                  <a16:creationId xmlns:a16="http://schemas.microsoft.com/office/drawing/2014/main" id="{4BB3AF93-BC74-C905-2296-2170BD1AC16D}"/>
                </a:ext>
              </a:extLst>
            </p:cNvPr>
            <p:cNvGraphicFramePr/>
            <p:nvPr/>
          </p:nvGraphicFramePr>
          <p:xfrm>
            <a:off x="5154380" y="6200121"/>
            <a:ext cx="627864" cy="475004"/>
          </p:xfrm>
          <a:graphic>
            <a:graphicData uri="http://schemas.openxmlformats.org/drawingml/2006/table">
              <a:tbl>
                <a:tblPr firstRow="1">
                  <a:tableStyleId>{4C3C2611-4C71-4FC5-86AE-919BDF0F9419}</a:tableStyleId>
                </a:tblPr>
                <a:tblGrid>
                  <a:gridCol w="209288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09288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09288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</a:tblGrid>
                <a:tr h="118751">
                  <a:tc>
                    <a:txBody>
                      <a:bodyPr/>
                      <a:lstStyle/>
                      <a:p>
                        <a:pPr defTabSz="914400">
                          <a:defRPr sz="700" b="0">
                            <a:latin typeface="+mj-lt"/>
                            <a:ea typeface="+mj-ea"/>
                            <a:cs typeface="+mj-cs"/>
                            <a:sym typeface="Source Sans Pro Regular"/>
                          </a:defRPr>
                        </a:pPr>
                        <a:endParaRPr dirty="0">
                          <a:noFill/>
                        </a:endParaRPr>
                      </a:p>
                    </a:txBody>
                    <a:tcPr marL="0" marR="0" marT="0" marB="0" anchor="ctr" horzOverflow="overflow">
                      <a:lnL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C1C1C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defRPr sz="700" b="0">
                            <a:latin typeface="+mj-lt"/>
                            <a:ea typeface="+mj-ea"/>
                            <a:cs typeface="+mj-cs"/>
                            <a:sym typeface="Source Sans Pro Regular"/>
                          </a:defRPr>
                        </a:pPr>
                        <a:endParaRPr dirty="0">
                          <a:noFill/>
                        </a:endParaRPr>
                      </a:p>
                    </a:txBody>
                    <a:tcPr marL="0" marR="0" marT="0" marB="0" anchor="ctr" horzOverflow="overflow">
                      <a:lnL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C1C1C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defRPr sz="700" b="0">
                            <a:latin typeface="+mj-lt"/>
                            <a:ea typeface="+mj-ea"/>
                            <a:cs typeface="+mj-cs"/>
                            <a:sym typeface="Source Sans Pro Regular"/>
                          </a:defRPr>
                        </a:pPr>
                        <a:endParaRPr dirty="0">
                          <a:noFill/>
                        </a:endParaRPr>
                      </a:p>
                    </a:txBody>
                    <a:tcPr marL="0" marR="0" marT="0" marB="0" anchor="ctr" horzOverflow="overflow">
                      <a:lnL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chemeClr val="accent1">
                          <a:lumMod val="50000"/>
                        </a:schemeClr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118751">
                  <a:tc>
                    <a:txBody>
                      <a:bodyPr/>
                      <a:lstStyle/>
                      <a:p>
                        <a:pPr defTabSz="914400">
                          <a:defRPr sz="700">
                            <a:sym typeface="Source Sans Pro Regular"/>
                          </a:defRPr>
                        </a:pPr>
                        <a:endParaRPr dirty="0">
                          <a:noFill/>
                        </a:endParaRPr>
                      </a:p>
                    </a:txBody>
                    <a:tcPr marL="0" marR="0" marT="0" marB="0" anchor="ctr" horzOverflow="overflow">
                      <a:lnL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defRPr sz="700">
                            <a:sym typeface="Source Sans Pro Regular"/>
                          </a:defRPr>
                        </a:pPr>
                        <a:endParaRPr dirty="0">
                          <a:noFill/>
                        </a:endParaRPr>
                      </a:p>
                    </a:txBody>
                    <a:tcPr marL="0" marR="0" marT="0" marB="0" anchor="ctr" horzOverflow="overflow">
                      <a:lnL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defRPr sz="700">
                            <a:sym typeface="Source Sans Pro Regular"/>
                          </a:defRPr>
                        </a:pPr>
                        <a:endParaRPr dirty="0">
                          <a:noFill/>
                        </a:endParaRPr>
                      </a:p>
                    </a:txBody>
                    <a:tcPr marL="0" marR="0" marT="0" marB="0" anchor="ctr" horzOverflow="overflow">
                      <a:lnL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chemeClr val="accent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118751">
                  <a:tc>
                    <a:txBody>
                      <a:bodyPr/>
                      <a:lstStyle/>
                      <a:p>
                        <a:pPr defTabSz="914400">
                          <a:defRPr sz="700">
                            <a:sym typeface="Source Sans Pro Regular"/>
                          </a:defRPr>
                        </a:pPr>
                        <a:endParaRPr dirty="0">
                          <a:noFill/>
                        </a:endParaRPr>
                      </a:p>
                    </a:txBody>
                    <a:tcPr marL="0" marR="0" marT="0" marB="0" anchor="ctr" horzOverflow="overflow">
                      <a:lnL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E0E0E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defRPr sz="700">
                            <a:sym typeface="Source Sans Pro Regular"/>
                          </a:defRPr>
                        </a:pPr>
                        <a:endParaRPr dirty="0">
                          <a:noFill/>
                        </a:endParaRPr>
                      </a:p>
                    </a:txBody>
                    <a:tcPr marL="0" marR="0" marT="0" marB="0" anchor="ctr" horzOverflow="overflow">
                      <a:lnL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defRPr sz="700">
                            <a:sym typeface="Source Sans Pro Regular"/>
                          </a:defRPr>
                        </a:pPr>
                        <a:endParaRPr dirty="0">
                          <a:noFill/>
                        </a:endParaRPr>
                      </a:p>
                    </a:txBody>
                    <a:tcPr marL="0" marR="0" marT="0" marB="0" anchor="ctr" horzOverflow="overflow">
                      <a:lnL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chemeClr val="accent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118751">
                  <a:tc>
                    <a:txBody>
                      <a:bodyPr/>
                      <a:lstStyle/>
                      <a:p>
                        <a:pPr defTabSz="914400">
                          <a:defRPr sz="700">
                            <a:sym typeface="Source Sans Pro Regular"/>
                          </a:defRPr>
                        </a:pPr>
                        <a:endParaRPr dirty="0">
                          <a:noFill/>
                        </a:endParaRPr>
                      </a:p>
                    </a:txBody>
                    <a:tcPr marL="0" marR="0" marT="0" marB="0" anchor="ctr" horzOverflow="overflow">
                      <a:lnL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E0E0E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defRPr sz="700">
                            <a:sym typeface="Source Sans Pro Regular"/>
                          </a:defRPr>
                        </a:pPr>
                        <a:endParaRPr dirty="0">
                          <a:noFill/>
                        </a:endParaRPr>
                      </a:p>
                    </a:txBody>
                    <a:tcPr marL="0" marR="0" marT="0" marB="0" anchor="ctr" horzOverflow="overflow">
                      <a:lnL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defRPr sz="700">
                            <a:sym typeface="Source Sans Pro Regular"/>
                          </a:defRPr>
                        </a:pPr>
                        <a:endParaRPr dirty="0">
                          <a:noFill/>
                        </a:endParaRPr>
                      </a:p>
                    </a:txBody>
                    <a:tcPr marL="0" marR="0" marT="0" marB="0" anchor="ctr" horzOverflow="overflow">
                      <a:lnL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chemeClr val="accent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</a:tbl>
            </a:graphicData>
          </a:graphic>
        </p:graphicFrame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E080807-A0B1-E306-8BD4-B661C39F86AD}"/>
              </a:ext>
            </a:extLst>
          </p:cNvPr>
          <p:cNvSpPr txBox="1"/>
          <p:nvPr/>
        </p:nvSpPr>
        <p:spPr>
          <a:xfrm>
            <a:off x="274319" y="3699618"/>
            <a:ext cx="3291840" cy="156188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r>
              <a:rPr lang="en-US" b="0" dirty="0"/>
              <a:t>Kaiaulu downloaders allow different raw data to be obtained. For reference, see refreshers cheatsheet: cheatsheets/refresher-cheatsheet.pdf</a:t>
            </a:r>
          </a:p>
          <a:p>
            <a:endParaRPr lang="en-US" dirty="0"/>
          </a:p>
          <a:p>
            <a:r>
              <a:rPr lang="en-US" sz="1300" dirty="0"/>
              <a:t>1. download_jira_issues()</a:t>
            </a:r>
          </a:p>
          <a:p>
            <a:r>
              <a:rPr lang="en-US" b="0" dirty="0"/>
              <a:t>Downloads JIRA data locally as JSON files.</a:t>
            </a:r>
            <a:endParaRPr lang="en-US" dirty="0"/>
          </a:p>
          <a:p>
            <a:r>
              <a:rPr lang="en-US" sz="1300" dirty="0"/>
              <a:t>2. …</a:t>
            </a:r>
            <a:endParaRPr lang="en-US" b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E584CB-EF20-1E9D-F6C6-E89DCCE6FDF7}"/>
              </a:ext>
            </a:extLst>
          </p:cNvPr>
          <p:cNvSpPr txBox="1"/>
          <p:nvPr/>
        </p:nvSpPr>
        <p:spPr>
          <a:xfrm>
            <a:off x="274320" y="5493289"/>
            <a:ext cx="3291840" cy="19979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r>
              <a:rPr lang="en-US" b="0" dirty="0"/>
              <a:t>Parse functions format raw data into structured tables that are reusable across multiple transforms.</a:t>
            </a:r>
          </a:p>
          <a:p>
            <a:endParaRPr lang="en-US" dirty="0"/>
          </a:p>
          <a:p>
            <a:r>
              <a:rPr lang="en-US" sz="1300" dirty="0"/>
              <a:t>1. parse_gitlog()</a:t>
            </a:r>
          </a:p>
          <a:p>
            <a:r>
              <a:rPr lang="en-US" b="0" dirty="0"/>
              <a:t>Parses a git repository into a commit table.</a:t>
            </a:r>
            <a:endParaRPr lang="en-US" dirty="0"/>
          </a:p>
          <a:p>
            <a:r>
              <a:rPr lang="en-US" sz="1300" dirty="0"/>
              <a:t>2. parse_jira_replies()</a:t>
            </a:r>
          </a:p>
          <a:p>
            <a:r>
              <a:rPr lang="en-US" b="0" dirty="0"/>
              <a:t>Parses Jira issue comments into a reply table.</a:t>
            </a:r>
            <a:endParaRPr lang="en-US" sz="1400" dirty="0"/>
          </a:p>
          <a:p>
            <a:r>
              <a:rPr lang="en-US" sz="1300" dirty="0"/>
              <a:t>3. …</a:t>
            </a:r>
            <a:endParaRPr lang="en-US" sz="1300" b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B64059-CABF-AF93-E0DA-58AE0C6FA06F}"/>
              </a:ext>
            </a:extLst>
          </p:cNvPr>
          <p:cNvSpPr txBox="1"/>
          <p:nvPr/>
        </p:nvSpPr>
        <p:spPr>
          <a:xfrm>
            <a:off x="274320" y="7772400"/>
            <a:ext cx="3566160" cy="22860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r>
              <a:rPr lang="en-US" b="0" dirty="0"/>
              <a:t>Transform functions construct S3 graph objects from parsed tables by defining nodes, edges, and relationships.</a:t>
            </a:r>
          </a:p>
          <a:p>
            <a:endParaRPr lang="en-US" dirty="0"/>
          </a:p>
          <a:p>
            <a:r>
              <a:rPr lang="en-US" sz="1300" dirty="0"/>
              <a:t>1. transform_gitlog_to_bipartite_network()</a:t>
            </a:r>
          </a:p>
          <a:p>
            <a:r>
              <a:rPr lang="en-US" b="0" dirty="0"/>
              <a:t>Git Log commit table → bipartite graph.</a:t>
            </a:r>
          </a:p>
          <a:p>
            <a:r>
              <a:rPr lang="en-US" sz="1300" dirty="0"/>
              <a:t>2. transform_gitlog_to_multimodal_network()</a:t>
            </a:r>
          </a:p>
          <a:p>
            <a:r>
              <a:rPr lang="en-US" b="0" dirty="0"/>
              <a:t>Git Log commit table → multimodal graph.</a:t>
            </a:r>
          </a:p>
          <a:p>
            <a:r>
              <a:rPr lang="en-US" sz="1300" dirty="0"/>
              <a:t>3. transform_reply_to_bipartite_network()</a:t>
            </a:r>
          </a:p>
          <a:p>
            <a:r>
              <a:rPr lang="en-US" b="0" dirty="0"/>
              <a:t>Reply table → person-issue bipartite graph.</a:t>
            </a:r>
          </a:p>
          <a:p>
            <a:r>
              <a:rPr lang="en-US" sz="1300" dirty="0"/>
              <a:t>4. …</a:t>
            </a:r>
            <a:endParaRPr lang="en-US" sz="1400" b="0" dirty="0"/>
          </a:p>
        </p:txBody>
      </p:sp>
    </p:spTree>
    <p:extLst>
      <p:ext uri="{BB962C8B-B14F-4D97-AF65-F5344CB8AC3E}">
        <p14:creationId xmlns:p14="http://schemas.microsoft.com/office/powerpoint/2010/main" val="3276859624"/>
      </p:ext>
    </p:extLst>
  </p:cSld>
  <p:clrMapOvr>
    <a:masterClrMapping/>
  </p:clrMapOvr>
  <p:transition spd="med"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White">
      <a:dk1>
        <a:srgbClr val="4C4C4C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F7DCA7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Source Sans Pro Light"/>
        <a:ea typeface="Source Sans Pro Light"/>
        <a:cs typeface="Source Sans Pro Light"/>
      </a:majorFont>
      <a:minorFont>
        <a:latin typeface="Source Sans Pro Light"/>
        <a:ea typeface="Source Sans Pro Light"/>
        <a:cs typeface="Source Sans Pro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8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200"/>
          </a:spcBef>
          <a:spcAft>
            <a:spcPts val="0"/>
          </a:spcAft>
          <a:buClrTx/>
          <a:buSzTx/>
          <a:buFontTx/>
          <a:buNone/>
          <a:tabLst/>
          <a:defRPr kumimoji="0" sz="1200" b="1" i="0" u="none" strike="noStrike" cap="none" spc="0" normalizeH="0" baseline="0">
            <a:ln>
              <a:noFill/>
            </a:ln>
            <a:solidFill>
              <a:srgbClr val="4C4C4C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F7DCA7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Source Sans Pro Light"/>
        <a:ea typeface="Source Sans Pro Light"/>
        <a:cs typeface="Source Sans Pro Light"/>
      </a:majorFont>
      <a:minorFont>
        <a:latin typeface="Source Sans Pro Light"/>
        <a:ea typeface="Source Sans Pro Light"/>
        <a:cs typeface="Source Sans Pro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8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200"/>
          </a:spcBef>
          <a:spcAft>
            <a:spcPts val="0"/>
          </a:spcAft>
          <a:buClrTx/>
          <a:buSzTx/>
          <a:buFontTx/>
          <a:buNone/>
          <a:tabLst/>
          <a:defRPr kumimoji="0" sz="1200" b="1" i="0" u="none" strike="noStrike" cap="none" spc="0" normalizeH="0" baseline="0">
            <a:ln>
              <a:noFill/>
            </a:ln>
            <a:solidFill>
              <a:srgbClr val="4C4C4C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543</Words>
  <Application>Microsoft Macintosh PowerPoint</Application>
  <PresentationFormat>Custom</PresentationFormat>
  <Paragraphs>74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Avenir</vt:lpstr>
      <vt:lpstr>Helvetica Light</vt:lpstr>
      <vt:lpstr>Source Sans Pro</vt:lpstr>
      <vt:lpstr>Source Sans Pro Light</vt:lpstr>
      <vt:lpstr>Source Sans Pro Semibold</vt:lpstr>
      <vt:lpstr>White</vt:lpstr>
      <vt:lpstr>Network Transform: : CHEAT SHEET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Four Column Layout : : CHEAT SHEET</dc:title>
  <dc:creator>Nico</dc:creator>
  <cp:lastModifiedBy>Jared Seto</cp:lastModifiedBy>
  <cp:revision>237</cp:revision>
  <dcterms:modified xsi:type="dcterms:W3CDTF">2026-05-08T18:48:58Z</dcterms:modified>
</cp:coreProperties>
</file>