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1"/>
    <p:restoredTop sz="94589"/>
  </p:normalViewPr>
  <p:slideViewPr>
    <p:cSldViewPr snapToGrid="0" snapToObjects="1">
      <p:cViewPr varScale="1">
        <p:scale>
          <a:sx n="76" d="100"/>
          <a:sy n="76" d="100"/>
        </p:scale>
        <p:origin x="1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D321-A92B-63F8-D75B-F5439024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E87AF-175F-0586-C6A8-2F44C356C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7ED30-3193-A9F3-96DA-3F4C3A08D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7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reativecommons.org/licenses/by-sa/4.0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60BA-5BA0-AF4F-261A-5A97ECE5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" descr="Image">
            <a:extLst>
              <a:ext uri="{FF2B5EF4-FFF2-40B4-BE49-F238E27FC236}">
                <a16:creationId xmlns:a16="http://schemas.microsoft.com/office/drawing/2014/main" id="{A2F62703-C143-B799-3593-561228B34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82083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B85EF6AD-A856-EB07-C50B-10E577548EE9}"/>
              </a:ext>
            </a:extLst>
          </p:cNvPr>
          <p:cNvSpPr txBox="1"/>
          <p:nvPr/>
        </p:nvSpPr>
        <p:spPr>
          <a:xfrm>
            <a:off x="3840480" y="2004091"/>
            <a:ext cx="670876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Raw Data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F128F195-DB72-50E7-1E97-A9B539A937B2}"/>
              </a:ext>
            </a:extLst>
          </p:cNvPr>
          <p:cNvSpPr txBox="1"/>
          <p:nvPr/>
        </p:nvSpPr>
        <p:spPr>
          <a:xfrm>
            <a:off x="3840480" y="2877765"/>
            <a:ext cx="670876" cy="4436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Tabular Data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F28AAD1-1D33-61B2-98AB-CC61CB9CFEC6}"/>
              </a:ext>
            </a:extLst>
          </p:cNvPr>
          <p:cNvSpPr txBox="1"/>
          <p:nvPr/>
        </p:nvSpPr>
        <p:spPr>
          <a:xfrm>
            <a:off x="3840480" y="6652009"/>
            <a:ext cx="670876" cy="4436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S3 Graph API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42DA7EF8-AC4E-C6CB-9343-C30F15BCE25E}"/>
              </a:ext>
            </a:extLst>
          </p:cNvPr>
          <p:cNvSpPr txBox="1"/>
          <p:nvPr/>
        </p:nvSpPr>
        <p:spPr>
          <a:xfrm>
            <a:off x="3840480" y="8209269"/>
            <a:ext cx="670876" cy="4436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Graph Export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C60E1-2663-3EC5-15DF-CEBC07458A14}"/>
              </a:ext>
            </a:extLst>
          </p:cNvPr>
          <p:cNvSpPr txBox="1"/>
          <p:nvPr/>
        </p:nvSpPr>
        <p:spPr>
          <a:xfrm>
            <a:off x="9875520" y="3840480"/>
            <a:ext cx="4177348" cy="4023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S3 methods execute the correct behavior based on the graph's class, allowing for analyses functions to work regardless of the data’s origin.</a:t>
            </a:r>
          </a:p>
          <a:p>
            <a:endParaRPr lang="en-US" b="0" dirty="0"/>
          </a:p>
          <a:p>
            <a:r>
              <a:rPr lang="en-US" b="0" dirty="0"/>
              <a:t>Examples of S3 Generic Functions:</a:t>
            </a:r>
            <a:endParaRPr lang="en-US" dirty="0"/>
          </a:p>
          <a:p>
            <a:r>
              <a:rPr lang="en-US" sz="1300" dirty="0"/>
              <a:t>1. bipartite_graph_projection()</a:t>
            </a:r>
          </a:p>
          <a:p>
            <a:r>
              <a:rPr lang="en-US" b="0" dirty="0"/>
              <a:t>Performs bipartite projection on multimodal graphs.</a:t>
            </a:r>
            <a:endParaRPr lang="en-US" sz="1300" dirty="0"/>
          </a:p>
          <a:p>
            <a:r>
              <a:rPr lang="en-US" sz="1300" dirty="0"/>
              <a:t>2. temporal_graph_projection()</a:t>
            </a:r>
          </a:p>
          <a:p>
            <a:r>
              <a:rPr lang="en-US" b="0" dirty="0"/>
              <a:t>Performs temporal projection on multimodal graphs.</a:t>
            </a:r>
            <a:endParaRPr lang="en-US" sz="1300" dirty="0"/>
          </a:p>
          <a:p>
            <a:r>
              <a:rPr lang="en-US" sz="1300" dirty="0"/>
              <a:t>3. community_oslom()</a:t>
            </a:r>
          </a:p>
          <a:p>
            <a:r>
              <a:rPr lang="en-US" b="0" dirty="0"/>
              <a:t>Runs OSLOM community detection on a graph.</a:t>
            </a:r>
          </a:p>
          <a:p>
            <a:r>
              <a:rPr lang="en-US" sz="1300" dirty="0"/>
              <a:t>4. graph_to_dsmj()</a:t>
            </a:r>
          </a:p>
          <a:p>
            <a:r>
              <a:rPr lang="en-US" b="0" dirty="0"/>
              <a:t>Exports graph to a .dsmj file.</a:t>
            </a: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r>
              <a:rPr lang="en-US" b="0" dirty="0"/>
              <a:t>Example of S3 Auxiliary Functions:</a:t>
            </a:r>
            <a:endParaRPr lang="en-US" dirty="0"/>
          </a:p>
          <a:p>
            <a:r>
              <a:rPr lang="en-US" sz="1300" dirty="0"/>
              <a:t>5. subset_bipartite_from_multimodal()</a:t>
            </a:r>
          </a:p>
          <a:p>
            <a:r>
              <a:rPr lang="en-US" b="0" dirty="0"/>
              <a:t>Slices a bipartite graph from a multimodal graph.</a:t>
            </a:r>
          </a:p>
          <a:p>
            <a:r>
              <a:rPr lang="en-US" sz="1300" dirty="0"/>
              <a:t>6. get_bidirected_edges()</a:t>
            </a:r>
          </a:p>
          <a:p>
            <a:r>
              <a:rPr lang="en-US" b="0" dirty="0"/>
              <a:t>Returns all mutual edge pairs from a graph.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E05E5074-A8A1-1C0F-7CBB-E71862B7B6B9}"/>
              </a:ext>
            </a:extLst>
          </p:cNvPr>
          <p:cNvSpPr txBox="1"/>
          <p:nvPr/>
        </p:nvSpPr>
        <p:spPr>
          <a:xfrm>
            <a:off x="3840480" y="5027556"/>
            <a:ext cx="670876" cy="4436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sym typeface="Source Sans Pro"/>
              </a:rPr>
              <a:t>S3 Graph Class</a:t>
            </a:r>
          </a:p>
        </p:txBody>
      </p:sp>
      <p:sp>
        <p:nvSpPr>
          <p:cNvPr id="312" name="Line">
            <a:extLst>
              <a:ext uri="{FF2B5EF4-FFF2-40B4-BE49-F238E27FC236}">
                <a16:creationId xmlns:a16="http://schemas.microsoft.com/office/drawing/2014/main" id="{29E76B25-1FD2-46A2-2E78-AD9205E6C94B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13" name="YOUR LOGO…">
            <a:extLst>
              <a:ext uri="{FF2B5EF4-FFF2-40B4-BE49-F238E27FC236}">
                <a16:creationId xmlns:a16="http://schemas.microsoft.com/office/drawing/2014/main" id="{5F5ED31A-0A1B-78DE-C2E1-F3E81941C44F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Kaiāulu</a:t>
            </a:r>
            <a:endParaRPr sz="2400" dirty="0"/>
          </a:p>
        </p:txBody>
      </p:sp>
      <p:sp>
        <p:nvSpPr>
          <p:cNvPr id="334" name="Three Column Layout: : CHEAT SHEET">
            <a:extLst>
              <a:ext uri="{FF2B5EF4-FFF2-40B4-BE49-F238E27FC236}">
                <a16:creationId xmlns:a16="http://schemas.microsoft.com/office/drawing/2014/main" id="{B35D9F55-410C-702E-BD81-4E2418BA4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dirty="0"/>
              <a:t>Network Transform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384" name="Layout Suggestions">
            <a:extLst>
              <a:ext uri="{FF2B5EF4-FFF2-40B4-BE49-F238E27FC236}">
                <a16:creationId xmlns:a16="http://schemas.microsoft.com/office/drawing/2014/main" id="{82EB782C-FFC7-044E-17F9-5B570C801F40}"/>
              </a:ext>
            </a:extLst>
          </p:cNvPr>
          <p:cNvSpPr txBox="1"/>
          <p:nvPr/>
        </p:nvSpPr>
        <p:spPr>
          <a:xfrm>
            <a:off x="275721" y="1459299"/>
            <a:ext cx="1349729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E7B7BA2C-7409-C813-C0EE-091C39123808}"/>
              </a:ext>
            </a:extLst>
          </p:cNvPr>
          <p:cNvSpPr txBox="1"/>
          <p:nvPr/>
        </p:nvSpPr>
        <p:spPr>
          <a:xfrm>
            <a:off x="274319" y="1737360"/>
            <a:ext cx="3284761" cy="164592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 err="1"/>
              <a:t>Kaiaulu’s</a:t>
            </a:r>
            <a:r>
              <a:rPr lang="en-US" b="0" dirty="0"/>
              <a:t> graph module unifies a variety of data sources (e.g. git logs, mailing lists) in a consistent object-oriented structure using S3 (R's object-oriented system). This abstraction allows future graph functions to be de-coupled from the data source. Graph functions will also apply the correct transformations depending on the graph object being passed as parameter (similarly to a print() function).</a:t>
            </a:r>
            <a:endParaRPr kumimoji="0" lang="en-US" b="0" i="0" u="none" strike="noStrike" cap="none" spc="0" normalizeH="0" dirty="0">
              <a:ln>
                <a:noFill/>
              </a:ln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cxnSp>
        <p:nvCxnSpPr>
          <p:cNvPr id="510" name="Elbow Connector 509">
            <a:extLst>
              <a:ext uri="{FF2B5EF4-FFF2-40B4-BE49-F238E27FC236}">
                <a16:creationId xmlns:a16="http://schemas.microsoft.com/office/drawing/2014/main" id="{D4779BEB-0A33-DF0D-B3B7-D969C5569994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8102322" y="1629314"/>
            <a:ext cx="1773198" cy="3659017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3" name="Elbow Connector 322">
            <a:extLst>
              <a:ext uri="{FF2B5EF4-FFF2-40B4-BE49-F238E27FC236}">
                <a16:creationId xmlns:a16="http://schemas.microsoft.com/office/drawing/2014/main" id="{E5E1ED9C-D5E0-233C-6D96-CF00209C1B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03491" y="8322064"/>
            <a:ext cx="1504272" cy="4430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6" name="Manipulate Variables">
            <a:extLst>
              <a:ext uri="{FF2B5EF4-FFF2-40B4-BE49-F238E27FC236}">
                <a16:creationId xmlns:a16="http://schemas.microsoft.com/office/drawing/2014/main" id="{7DCEF4F9-EE20-CAC5-6EF5-33D073B7BC00}"/>
              </a:ext>
            </a:extLst>
          </p:cNvPr>
          <p:cNvSpPr txBox="1"/>
          <p:nvPr/>
        </p:nvSpPr>
        <p:spPr>
          <a:xfrm>
            <a:off x="274320" y="7498080"/>
            <a:ext cx="182582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Transformers</a:t>
            </a:r>
            <a:endParaRPr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8B47F1E2-681C-19F7-24A6-86F18ED45FAF}"/>
              </a:ext>
            </a:extLst>
          </p:cNvPr>
          <p:cNvSpPr txBox="1"/>
          <p:nvPr/>
        </p:nvSpPr>
        <p:spPr>
          <a:xfrm>
            <a:off x="9875520" y="8595360"/>
            <a:ext cx="4138222" cy="1463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Any numeric value — such as sentiment scores or custom weight schemes — can be assigned as edge </a:t>
            </a:r>
            <a:r>
              <a:rPr lang="en-US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weights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without modifying any existing transforms.</a:t>
            </a:r>
          </a:p>
          <a:p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  <a:p>
            <a:r>
              <a:rPr lang="en-US" sz="1300" dirty="0"/>
              <a:t>1. transform_reply_to_bipartite_network(</a:t>
            </a:r>
            <a:r>
              <a:rPr lang="en-US" sz="1400" dirty="0">
                <a:solidFill>
                  <a:schemeClr val="accent1"/>
                </a:solidFill>
              </a:rPr>
              <a:t>weight</a:t>
            </a:r>
            <a:r>
              <a:rPr lang="en-US" sz="1300" dirty="0"/>
              <a:t>, …)</a:t>
            </a:r>
          </a:p>
          <a:p>
            <a:r>
              <a:rPr lang="en-US" sz="1300" dirty="0"/>
              <a:t>2. transform_gitlog_to_bipartite_network(</a:t>
            </a:r>
            <a:r>
              <a:rPr lang="en-US" sz="1400" dirty="0">
                <a:solidFill>
                  <a:schemeClr val="accent1"/>
                </a:solidFill>
              </a:rPr>
              <a:t>weight</a:t>
            </a:r>
            <a:r>
              <a:rPr lang="en-US" sz="1300" dirty="0"/>
              <a:t>, …)</a:t>
            </a:r>
          </a:p>
          <a:p>
            <a:r>
              <a:rPr lang="en-US" sz="1300" dirty="0"/>
              <a:t>3. …</a:t>
            </a:r>
          </a:p>
        </p:txBody>
      </p:sp>
      <p:sp>
        <p:nvSpPr>
          <p:cNvPr id="10" name="Manipulate Variables">
            <a:extLst>
              <a:ext uri="{FF2B5EF4-FFF2-40B4-BE49-F238E27FC236}">
                <a16:creationId xmlns:a16="http://schemas.microsoft.com/office/drawing/2014/main" id="{DB0D10F1-C540-FE1F-662A-B33A51117CDA}"/>
              </a:ext>
            </a:extLst>
          </p:cNvPr>
          <p:cNvSpPr txBox="1"/>
          <p:nvPr/>
        </p:nvSpPr>
        <p:spPr>
          <a:xfrm>
            <a:off x="9875520" y="3566160"/>
            <a:ext cx="180818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S3 Functions</a:t>
            </a:r>
            <a:endParaRPr dirty="0"/>
          </a:p>
        </p:txBody>
      </p:sp>
      <p:sp>
        <p:nvSpPr>
          <p:cNvPr id="488" name="Manipulate Variables">
            <a:extLst>
              <a:ext uri="{FF2B5EF4-FFF2-40B4-BE49-F238E27FC236}">
                <a16:creationId xmlns:a16="http://schemas.microsoft.com/office/drawing/2014/main" id="{04130859-EED8-13E4-2FB9-49C85BEC95EB}"/>
              </a:ext>
            </a:extLst>
          </p:cNvPr>
          <p:cNvSpPr txBox="1"/>
          <p:nvPr/>
        </p:nvSpPr>
        <p:spPr>
          <a:xfrm>
            <a:off x="274320" y="5303520"/>
            <a:ext cx="101790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Parsers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5345F-D81A-8B23-DA3E-CE6AE98B82F5}"/>
              </a:ext>
            </a:extLst>
          </p:cNvPr>
          <p:cNvSpPr txBox="1"/>
          <p:nvPr/>
        </p:nvSpPr>
        <p:spPr>
          <a:xfrm>
            <a:off x="9875520" y="1675114"/>
            <a:ext cx="4177348" cy="1587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Transformers utilize a graph structure which generalizes different types of graphs, regardless of their data source.</a:t>
            </a:r>
          </a:p>
          <a:p>
            <a:endParaRPr lang="en-US" dirty="0"/>
          </a:p>
          <a:p>
            <a:r>
              <a:rPr lang="en-US" sz="1300" dirty="0"/>
              <a:t>1. model_unimodal_graph()</a:t>
            </a:r>
          </a:p>
          <a:p>
            <a:r>
              <a:rPr lang="en-US" b="0" dirty="0"/>
              <a:t>Represents a unimodal graph.</a:t>
            </a:r>
            <a:endParaRPr lang="en-US" dirty="0"/>
          </a:p>
          <a:p>
            <a:r>
              <a:rPr lang="en-US" sz="1300" dirty="0"/>
              <a:t>2. model_multimodal_graph()</a:t>
            </a:r>
          </a:p>
          <a:p>
            <a:r>
              <a:rPr lang="en-US" b="0" dirty="0"/>
              <a:t>Represents a multimodal graph.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5C529D7C-C665-B0CC-CDDD-0CD782B82289}"/>
              </a:ext>
            </a:extLst>
          </p:cNvPr>
          <p:cNvCxnSpPr>
            <a:cxnSpLocks/>
            <a:stCxn id="257" idx="3"/>
          </p:cNvCxnSpPr>
          <p:nvPr/>
        </p:nvCxnSpPr>
        <p:spPr>
          <a:xfrm flipV="1">
            <a:off x="7241179" y="6255621"/>
            <a:ext cx="2634341" cy="2472576"/>
          </a:xfrm>
          <a:prstGeom prst="bentConnector3">
            <a:avLst>
              <a:gd name="adj1" fmla="val 87908"/>
            </a:avLst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0" name="Elbow Connector 489">
            <a:extLst>
              <a:ext uri="{FF2B5EF4-FFF2-40B4-BE49-F238E27FC236}">
                <a16:creationId xmlns:a16="http://schemas.microsoft.com/office/drawing/2014/main" id="{79272D89-C97A-E6E1-4BFE-31F8CE50D585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277609" y="3736175"/>
            <a:ext cx="597911" cy="3238528"/>
          </a:xfrm>
          <a:prstGeom prst="bentConnector3">
            <a:avLst>
              <a:gd name="adj1" fmla="val 21325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67" name="Google Shape;156;p1">
            <a:extLst>
              <a:ext uri="{FF2B5EF4-FFF2-40B4-BE49-F238E27FC236}">
                <a16:creationId xmlns:a16="http://schemas.microsoft.com/office/drawing/2014/main" id="{86C73B11-1D70-CCE5-645F-240B4C804000}"/>
              </a:ext>
            </a:extLst>
          </p:cNvPr>
          <p:cNvGrpSpPr/>
          <p:nvPr/>
        </p:nvGrpSpPr>
        <p:grpSpPr>
          <a:xfrm>
            <a:off x="5817574" y="4638565"/>
            <a:ext cx="2196419" cy="1216823"/>
            <a:chOff x="10592773" y="5229745"/>
            <a:chExt cx="3298954" cy="1741391"/>
          </a:xfrm>
          <a:solidFill>
            <a:schemeClr val="tx1"/>
          </a:solidFill>
        </p:grpSpPr>
        <p:sp>
          <p:nvSpPr>
            <p:cNvPr id="268" name="Google Shape;157;p1">
              <a:extLst>
                <a:ext uri="{FF2B5EF4-FFF2-40B4-BE49-F238E27FC236}">
                  <a16:creationId xmlns:a16="http://schemas.microsoft.com/office/drawing/2014/main" id="{04D6EDDB-FABF-BC43-BA4A-E71907C6EFCD}"/>
                </a:ext>
              </a:extLst>
            </p:cNvPr>
            <p:cNvSpPr/>
            <p:nvPr/>
          </p:nvSpPr>
          <p:spPr>
            <a:xfrm>
              <a:off x="12237743" y="5550161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69" name="Google Shape;158;p1">
              <a:extLst>
                <a:ext uri="{FF2B5EF4-FFF2-40B4-BE49-F238E27FC236}">
                  <a16:creationId xmlns:a16="http://schemas.microsoft.com/office/drawing/2014/main" id="{AA94CE47-ED6F-D0F6-08BE-168AE4CD1D0E}"/>
                </a:ext>
              </a:extLst>
            </p:cNvPr>
            <p:cNvSpPr/>
            <p:nvPr/>
          </p:nvSpPr>
          <p:spPr>
            <a:xfrm>
              <a:off x="12990609" y="5398089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0" name="Google Shape;159;p1">
              <a:extLst>
                <a:ext uri="{FF2B5EF4-FFF2-40B4-BE49-F238E27FC236}">
                  <a16:creationId xmlns:a16="http://schemas.microsoft.com/office/drawing/2014/main" id="{9DE3156B-EC63-0077-1E74-633201D483C2}"/>
                </a:ext>
              </a:extLst>
            </p:cNvPr>
            <p:cNvSpPr/>
            <p:nvPr/>
          </p:nvSpPr>
          <p:spPr>
            <a:xfrm>
              <a:off x="13329043" y="5229745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1" name="Google Shape;160;p1">
              <a:extLst>
                <a:ext uri="{FF2B5EF4-FFF2-40B4-BE49-F238E27FC236}">
                  <a16:creationId xmlns:a16="http://schemas.microsoft.com/office/drawing/2014/main" id="{1180336F-8BBB-F7CE-1D81-F05CECBB3BFB}"/>
                </a:ext>
              </a:extLst>
            </p:cNvPr>
            <p:cNvSpPr/>
            <p:nvPr/>
          </p:nvSpPr>
          <p:spPr>
            <a:xfrm>
              <a:off x="13317282" y="5522084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2" name="Google Shape;161;p1">
              <a:extLst>
                <a:ext uri="{FF2B5EF4-FFF2-40B4-BE49-F238E27FC236}">
                  <a16:creationId xmlns:a16="http://schemas.microsoft.com/office/drawing/2014/main" id="{785C31C6-88DA-74A4-C524-74B180435D6E}"/>
                </a:ext>
              </a:extLst>
            </p:cNvPr>
            <p:cNvSpPr/>
            <p:nvPr/>
          </p:nvSpPr>
          <p:spPr>
            <a:xfrm>
              <a:off x="13699427" y="5306906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3" name="Google Shape;162;p1">
              <a:extLst>
                <a:ext uri="{FF2B5EF4-FFF2-40B4-BE49-F238E27FC236}">
                  <a16:creationId xmlns:a16="http://schemas.microsoft.com/office/drawing/2014/main" id="{CF303448-C23A-9EAA-28D5-5A311D7F4AEB}"/>
                </a:ext>
              </a:extLst>
            </p:cNvPr>
            <p:cNvSpPr/>
            <p:nvPr/>
          </p:nvSpPr>
          <p:spPr>
            <a:xfrm>
              <a:off x="12990598" y="5644267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4" name="Google Shape;163;p1">
              <a:extLst>
                <a:ext uri="{FF2B5EF4-FFF2-40B4-BE49-F238E27FC236}">
                  <a16:creationId xmlns:a16="http://schemas.microsoft.com/office/drawing/2014/main" id="{1722E6E2-A9F4-D8A3-EF75-64FD71114516}"/>
                </a:ext>
              </a:extLst>
            </p:cNvPr>
            <p:cNvSpPr/>
            <p:nvPr/>
          </p:nvSpPr>
          <p:spPr>
            <a:xfrm>
              <a:off x="13261106" y="6564434"/>
              <a:ext cx="328200" cy="3369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5" name="Google Shape;164;p1">
              <a:extLst>
                <a:ext uri="{FF2B5EF4-FFF2-40B4-BE49-F238E27FC236}">
                  <a16:creationId xmlns:a16="http://schemas.microsoft.com/office/drawing/2014/main" id="{CA540B69-D08D-3F93-69A1-B106A3C9D00E}"/>
                </a:ext>
              </a:extLst>
            </p:cNvPr>
            <p:cNvSpPr/>
            <p:nvPr/>
          </p:nvSpPr>
          <p:spPr>
            <a:xfrm>
              <a:off x="12889483" y="6773136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6" name="Google Shape;165;p1">
              <a:extLst>
                <a:ext uri="{FF2B5EF4-FFF2-40B4-BE49-F238E27FC236}">
                  <a16:creationId xmlns:a16="http://schemas.microsoft.com/office/drawing/2014/main" id="{3B47B3A9-F5C9-3842-5B22-4EAD8CE93FA0}"/>
                </a:ext>
              </a:extLst>
            </p:cNvPr>
            <p:cNvSpPr/>
            <p:nvPr/>
          </p:nvSpPr>
          <p:spPr>
            <a:xfrm>
              <a:off x="13324166" y="6099152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7" name="Google Shape;166;p1">
              <a:extLst>
                <a:ext uri="{FF2B5EF4-FFF2-40B4-BE49-F238E27FC236}">
                  <a16:creationId xmlns:a16="http://schemas.microsoft.com/office/drawing/2014/main" id="{58EB9847-94A0-5E8A-3C40-2188B4491888}"/>
                </a:ext>
              </a:extLst>
            </p:cNvPr>
            <p:cNvSpPr/>
            <p:nvPr/>
          </p:nvSpPr>
          <p:spPr>
            <a:xfrm>
              <a:off x="11468140" y="5576165"/>
              <a:ext cx="305700" cy="308400"/>
            </a:xfrm>
            <a:prstGeom prst="ellipse">
              <a:avLst/>
            </a:prstGeom>
            <a:solidFill>
              <a:schemeClr val="accent3"/>
            </a:solidFill>
            <a:ln w="179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8" name="Google Shape;167;p1">
              <a:extLst>
                <a:ext uri="{FF2B5EF4-FFF2-40B4-BE49-F238E27FC236}">
                  <a16:creationId xmlns:a16="http://schemas.microsoft.com/office/drawing/2014/main" id="{6F2F49E2-A70E-0A1E-9EDC-9BB029CEF3E6}"/>
                </a:ext>
              </a:extLst>
            </p:cNvPr>
            <p:cNvSpPr/>
            <p:nvPr/>
          </p:nvSpPr>
          <p:spPr>
            <a:xfrm>
              <a:off x="10719482" y="5925385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79" name="Google Shape;168;p1">
              <a:extLst>
                <a:ext uri="{FF2B5EF4-FFF2-40B4-BE49-F238E27FC236}">
                  <a16:creationId xmlns:a16="http://schemas.microsoft.com/office/drawing/2014/main" id="{68161072-AE40-FC1F-B9B3-55AF9C1EDB03}"/>
                </a:ext>
              </a:extLst>
            </p:cNvPr>
            <p:cNvSpPr/>
            <p:nvPr/>
          </p:nvSpPr>
          <p:spPr>
            <a:xfrm>
              <a:off x="11061232" y="5405652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80" name="Google Shape;169;p1">
              <a:extLst>
                <a:ext uri="{FF2B5EF4-FFF2-40B4-BE49-F238E27FC236}">
                  <a16:creationId xmlns:a16="http://schemas.microsoft.com/office/drawing/2014/main" id="{201719F0-C5C6-32D1-4AAF-9802E9685100}"/>
                </a:ext>
              </a:extLst>
            </p:cNvPr>
            <p:cNvSpPr/>
            <p:nvPr/>
          </p:nvSpPr>
          <p:spPr>
            <a:xfrm>
              <a:off x="10592773" y="6139937"/>
              <a:ext cx="274500" cy="2763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81" name="Google Shape;170;p1">
              <a:extLst>
                <a:ext uri="{FF2B5EF4-FFF2-40B4-BE49-F238E27FC236}">
                  <a16:creationId xmlns:a16="http://schemas.microsoft.com/office/drawing/2014/main" id="{116F1915-ADBB-F832-91FE-2F735B358EF7}"/>
                </a:ext>
              </a:extLst>
            </p:cNvPr>
            <p:cNvSpPr/>
            <p:nvPr/>
          </p:nvSpPr>
          <p:spPr>
            <a:xfrm>
              <a:off x="11037864" y="6333062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82" name="Google Shape;171;p1">
              <a:extLst>
                <a:ext uri="{FF2B5EF4-FFF2-40B4-BE49-F238E27FC236}">
                  <a16:creationId xmlns:a16="http://schemas.microsoft.com/office/drawing/2014/main" id="{6B7E74DD-361E-6A6E-3BE7-AF3B0E29E781}"/>
                </a:ext>
              </a:extLst>
            </p:cNvPr>
            <p:cNvSpPr/>
            <p:nvPr/>
          </p:nvSpPr>
          <p:spPr>
            <a:xfrm>
              <a:off x="11449106" y="6300040"/>
              <a:ext cx="553500" cy="567900"/>
            </a:xfrm>
            <a:prstGeom prst="ellipse">
              <a:avLst/>
            </a:prstGeom>
            <a:solidFill>
              <a:schemeClr val="accent3"/>
            </a:solidFill>
            <a:ln w="26900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283" name="Google Shape;172;p1">
              <a:extLst>
                <a:ext uri="{FF2B5EF4-FFF2-40B4-BE49-F238E27FC236}">
                  <a16:creationId xmlns:a16="http://schemas.microsoft.com/office/drawing/2014/main" id="{FA7E3C09-42DF-D05B-E064-8F7AA1DED54F}"/>
                </a:ext>
              </a:extLst>
            </p:cNvPr>
            <p:cNvCxnSpPr>
              <a:stCxn id="268" idx="2"/>
              <a:endCxn id="277" idx="6"/>
            </p:cNvCxnSpPr>
            <p:nvPr/>
          </p:nvCxnSpPr>
          <p:spPr>
            <a:xfrm flipH="1">
              <a:off x="11773943" y="5649161"/>
              <a:ext cx="463800" cy="813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4" name="Google Shape;173;p1">
              <a:extLst>
                <a:ext uri="{FF2B5EF4-FFF2-40B4-BE49-F238E27FC236}">
                  <a16:creationId xmlns:a16="http://schemas.microsoft.com/office/drawing/2014/main" id="{2112FED9-D359-C9AD-F0E5-D13ADA71B4C1}"/>
                </a:ext>
              </a:extLst>
            </p:cNvPr>
            <p:cNvCxnSpPr>
              <a:stCxn id="277" idx="2"/>
              <a:endCxn id="296" idx="6"/>
            </p:cNvCxnSpPr>
            <p:nvPr/>
          </p:nvCxnSpPr>
          <p:spPr>
            <a:xfrm flipH="1">
              <a:off x="11113540" y="5730365"/>
              <a:ext cx="354600" cy="306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5" name="Google Shape;175;p1">
              <a:extLst>
                <a:ext uri="{FF2B5EF4-FFF2-40B4-BE49-F238E27FC236}">
                  <a16:creationId xmlns:a16="http://schemas.microsoft.com/office/drawing/2014/main" id="{91A97F52-C0F7-85B3-66AB-2927D90AE511}"/>
                </a:ext>
              </a:extLst>
            </p:cNvPr>
            <p:cNvCxnSpPr>
              <a:stCxn id="282" idx="1"/>
              <a:endCxn id="293" idx="5"/>
            </p:cNvCxnSpPr>
            <p:nvPr/>
          </p:nvCxnSpPr>
          <p:spPr>
            <a:xfrm rot="10800000">
              <a:off x="11390064" y="6170507"/>
              <a:ext cx="140100" cy="2127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6" name="Google Shape;177;p1">
              <a:extLst>
                <a:ext uri="{FF2B5EF4-FFF2-40B4-BE49-F238E27FC236}">
                  <a16:creationId xmlns:a16="http://schemas.microsoft.com/office/drawing/2014/main" id="{FCB91EF3-4C3B-43FD-C9E7-436C04258A90}"/>
                </a:ext>
              </a:extLst>
            </p:cNvPr>
            <p:cNvCxnSpPr>
              <a:stCxn id="282" idx="2"/>
              <a:endCxn id="281" idx="5"/>
            </p:cNvCxnSpPr>
            <p:nvPr/>
          </p:nvCxnSpPr>
          <p:spPr>
            <a:xfrm rot="10800000">
              <a:off x="11201906" y="6502090"/>
              <a:ext cx="247200" cy="819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Google Shape;178;p1">
              <a:extLst>
                <a:ext uri="{FF2B5EF4-FFF2-40B4-BE49-F238E27FC236}">
                  <a16:creationId xmlns:a16="http://schemas.microsoft.com/office/drawing/2014/main" id="{11326CF0-262D-AAB8-C7AE-89215AC0A9A3}"/>
                </a:ext>
              </a:extLst>
            </p:cNvPr>
            <p:cNvCxnSpPr>
              <a:stCxn id="281" idx="2"/>
              <a:endCxn id="280" idx="6"/>
            </p:cNvCxnSpPr>
            <p:nvPr/>
          </p:nvCxnSpPr>
          <p:spPr>
            <a:xfrm rot="10800000">
              <a:off x="10867164" y="6278162"/>
              <a:ext cx="170700" cy="1539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8" name="Google Shape;179;p1">
              <a:extLst>
                <a:ext uri="{FF2B5EF4-FFF2-40B4-BE49-F238E27FC236}">
                  <a16:creationId xmlns:a16="http://schemas.microsoft.com/office/drawing/2014/main" id="{B9226557-AD6C-6072-452C-38BFC71F118E}"/>
                </a:ext>
              </a:extLst>
            </p:cNvPr>
            <p:cNvCxnSpPr>
              <a:stCxn id="293" idx="2"/>
              <a:endCxn id="278" idx="5"/>
            </p:cNvCxnSpPr>
            <p:nvPr/>
          </p:nvCxnSpPr>
          <p:spPr>
            <a:xfrm rot="10800000">
              <a:off x="10883737" y="6094319"/>
              <a:ext cx="342300" cy="63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Google Shape;180;p1">
              <a:extLst>
                <a:ext uri="{FF2B5EF4-FFF2-40B4-BE49-F238E27FC236}">
                  <a16:creationId xmlns:a16="http://schemas.microsoft.com/office/drawing/2014/main" id="{ED7815E5-E40E-D9BA-ECAC-0C4C91B07252}"/>
                </a:ext>
              </a:extLst>
            </p:cNvPr>
            <p:cNvCxnSpPr>
              <a:stCxn id="277" idx="1"/>
              <a:endCxn id="279" idx="5"/>
            </p:cNvCxnSpPr>
            <p:nvPr/>
          </p:nvCxnSpPr>
          <p:spPr>
            <a:xfrm rot="10800000">
              <a:off x="11225509" y="5574529"/>
              <a:ext cx="287400" cy="46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0" name="Google Shape;181;p1">
              <a:extLst>
                <a:ext uri="{FF2B5EF4-FFF2-40B4-BE49-F238E27FC236}">
                  <a16:creationId xmlns:a16="http://schemas.microsoft.com/office/drawing/2014/main" id="{5DACBC2F-6D5F-1602-8BAC-96F81AC3E6CD}"/>
                </a:ext>
              </a:extLst>
            </p:cNvPr>
            <p:cNvCxnSpPr>
              <a:stCxn id="304" idx="2"/>
              <a:endCxn id="293" idx="6"/>
            </p:cNvCxnSpPr>
            <p:nvPr/>
          </p:nvCxnSpPr>
          <p:spPr>
            <a:xfrm flipH="1">
              <a:off x="11418366" y="5897435"/>
              <a:ext cx="710100" cy="2031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Google Shape;183;p1">
              <a:extLst>
                <a:ext uri="{FF2B5EF4-FFF2-40B4-BE49-F238E27FC236}">
                  <a16:creationId xmlns:a16="http://schemas.microsoft.com/office/drawing/2014/main" id="{48AE4544-7869-966B-6F66-FDB5ED2C89F9}"/>
                </a:ext>
              </a:extLst>
            </p:cNvPr>
            <p:cNvCxnSpPr>
              <a:stCxn id="304" idx="2"/>
              <a:endCxn id="278" idx="6"/>
            </p:cNvCxnSpPr>
            <p:nvPr/>
          </p:nvCxnSpPr>
          <p:spPr>
            <a:xfrm flipH="1">
              <a:off x="10911666" y="5897435"/>
              <a:ext cx="1216800" cy="1269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3" name="Google Shape;176;p1">
              <a:extLst>
                <a:ext uri="{FF2B5EF4-FFF2-40B4-BE49-F238E27FC236}">
                  <a16:creationId xmlns:a16="http://schemas.microsoft.com/office/drawing/2014/main" id="{E1E6221B-C765-4AED-6149-4C4EDA20C9DE}"/>
                </a:ext>
              </a:extLst>
            </p:cNvPr>
            <p:cNvSpPr/>
            <p:nvPr/>
          </p:nvSpPr>
          <p:spPr>
            <a:xfrm>
              <a:off x="11226037" y="6001619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294" name="Google Shape;184;p1">
              <a:extLst>
                <a:ext uri="{FF2B5EF4-FFF2-40B4-BE49-F238E27FC236}">
                  <a16:creationId xmlns:a16="http://schemas.microsoft.com/office/drawing/2014/main" id="{21FC396C-D02A-7FEC-86CF-168E48D192B6}"/>
                </a:ext>
              </a:extLst>
            </p:cNvPr>
            <p:cNvCxnSpPr>
              <a:stCxn id="268" idx="2"/>
              <a:endCxn id="281" idx="7"/>
            </p:cNvCxnSpPr>
            <p:nvPr/>
          </p:nvCxnSpPr>
          <p:spPr>
            <a:xfrm flipH="1">
              <a:off x="11202143" y="5649161"/>
              <a:ext cx="1035600" cy="712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Google Shape;185;p1">
              <a:extLst>
                <a:ext uri="{FF2B5EF4-FFF2-40B4-BE49-F238E27FC236}">
                  <a16:creationId xmlns:a16="http://schemas.microsoft.com/office/drawing/2014/main" id="{AFACB7FF-2EC4-0B2C-811D-3D2435942966}"/>
                </a:ext>
              </a:extLst>
            </p:cNvPr>
            <p:cNvCxnSpPr>
              <a:stCxn id="268" idx="5"/>
              <a:endCxn id="274" idx="1"/>
            </p:cNvCxnSpPr>
            <p:nvPr/>
          </p:nvCxnSpPr>
          <p:spPr>
            <a:xfrm>
              <a:off x="12401881" y="5719165"/>
              <a:ext cx="907200" cy="8946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6" name="Google Shape;174;p1">
              <a:extLst>
                <a:ext uri="{FF2B5EF4-FFF2-40B4-BE49-F238E27FC236}">
                  <a16:creationId xmlns:a16="http://schemas.microsoft.com/office/drawing/2014/main" id="{6539BB91-DD5D-DC71-5DAC-C46D5F3B22EE}"/>
                </a:ext>
              </a:extLst>
            </p:cNvPr>
            <p:cNvSpPr/>
            <p:nvPr/>
          </p:nvSpPr>
          <p:spPr>
            <a:xfrm>
              <a:off x="10921235" y="5662025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297" name="Google Shape;186;p1">
              <a:extLst>
                <a:ext uri="{FF2B5EF4-FFF2-40B4-BE49-F238E27FC236}">
                  <a16:creationId xmlns:a16="http://schemas.microsoft.com/office/drawing/2014/main" id="{80DFC4A2-319A-1D25-3064-CEFF5B607A5F}"/>
                </a:ext>
              </a:extLst>
            </p:cNvPr>
            <p:cNvCxnSpPr>
              <a:stCxn id="304" idx="2"/>
              <a:endCxn id="281" idx="6"/>
            </p:cNvCxnSpPr>
            <p:nvPr/>
          </p:nvCxnSpPr>
          <p:spPr>
            <a:xfrm flipH="1">
              <a:off x="11230266" y="5897435"/>
              <a:ext cx="898200" cy="5346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8" name="Google Shape;187;p1">
              <a:extLst>
                <a:ext uri="{FF2B5EF4-FFF2-40B4-BE49-F238E27FC236}">
                  <a16:creationId xmlns:a16="http://schemas.microsoft.com/office/drawing/2014/main" id="{F383918C-EC7C-CF37-B205-ED7B792923A8}"/>
                </a:ext>
              </a:extLst>
            </p:cNvPr>
            <p:cNvCxnSpPr>
              <a:stCxn id="302" idx="6"/>
              <a:endCxn id="273" idx="2"/>
            </p:cNvCxnSpPr>
            <p:nvPr/>
          </p:nvCxnSpPr>
          <p:spPr>
            <a:xfrm rot="10800000" flipH="1">
              <a:off x="12553633" y="5743151"/>
              <a:ext cx="437100" cy="1998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9" name="Google Shape;189;p1">
              <a:extLst>
                <a:ext uri="{FF2B5EF4-FFF2-40B4-BE49-F238E27FC236}">
                  <a16:creationId xmlns:a16="http://schemas.microsoft.com/office/drawing/2014/main" id="{7073115C-753C-19B4-9FD1-7D71D65C8CAE}"/>
                </a:ext>
              </a:extLst>
            </p:cNvPr>
            <p:cNvCxnSpPr>
              <a:stCxn id="273" idx="7"/>
              <a:endCxn id="271" idx="2"/>
            </p:cNvCxnSpPr>
            <p:nvPr/>
          </p:nvCxnSpPr>
          <p:spPr>
            <a:xfrm rot="10800000" flipH="1">
              <a:off x="13154736" y="5621063"/>
              <a:ext cx="162600" cy="522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Google Shape;190;p1">
              <a:extLst>
                <a:ext uri="{FF2B5EF4-FFF2-40B4-BE49-F238E27FC236}">
                  <a16:creationId xmlns:a16="http://schemas.microsoft.com/office/drawing/2014/main" id="{6EAD997E-93D8-B182-86F7-AFC461CFFF96}"/>
                </a:ext>
              </a:extLst>
            </p:cNvPr>
            <p:cNvCxnSpPr>
              <a:stCxn id="271" idx="6"/>
              <a:endCxn id="272" idx="2"/>
            </p:cNvCxnSpPr>
            <p:nvPr/>
          </p:nvCxnSpPr>
          <p:spPr>
            <a:xfrm rot="10800000" flipH="1">
              <a:off x="13509582" y="5405984"/>
              <a:ext cx="189900" cy="2151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Google Shape;191;p1">
              <a:extLst>
                <a:ext uri="{FF2B5EF4-FFF2-40B4-BE49-F238E27FC236}">
                  <a16:creationId xmlns:a16="http://schemas.microsoft.com/office/drawing/2014/main" id="{321F8888-E0C7-2D29-447E-0F03165F536A}"/>
                </a:ext>
              </a:extLst>
            </p:cNvPr>
            <p:cNvCxnSpPr>
              <a:stCxn id="268" idx="6"/>
              <a:endCxn id="269" idx="2"/>
            </p:cNvCxnSpPr>
            <p:nvPr/>
          </p:nvCxnSpPr>
          <p:spPr>
            <a:xfrm rot="10800000" flipH="1">
              <a:off x="12430043" y="5497061"/>
              <a:ext cx="560700" cy="1521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2" name="Google Shape;188;p1">
              <a:extLst>
                <a:ext uri="{FF2B5EF4-FFF2-40B4-BE49-F238E27FC236}">
                  <a16:creationId xmlns:a16="http://schemas.microsoft.com/office/drawing/2014/main" id="{0D188FB4-1CA2-BF06-89B8-7EEF4E94E469}"/>
                </a:ext>
              </a:extLst>
            </p:cNvPr>
            <p:cNvSpPr/>
            <p:nvPr/>
          </p:nvSpPr>
          <p:spPr>
            <a:xfrm>
              <a:off x="12361333" y="5843951"/>
              <a:ext cx="192300" cy="1980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03" name="Google Shape;192;p1">
              <a:extLst>
                <a:ext uri="{FF2B5EF4-FFF2-40B4-BE49-F238E27FC236}">
                  <a16:creationId xmlns:a16="http://schemas.microsoft.com/office/drawing/2014/main" id="{C81BF0A6-1CBF-70F4-79C9-5CB7A55C118C}"/>
                </a:ext>
              </a:extLst>
            </p:cNvPr>
            <p:cNvCxnSpPr>
              <a:stCxn id="269" idx="7"/>
              <a:endCxn id="270" idx="2"/>
            </p:cNvCxnSpPr>
            <p:nvPr/>
          </p:nvCxnSpPr>
          <p:spPr>
            <a:xfrm rot="10800000" flipH="1">
              <a:off x="13154747" y="5328685"/>
              <a:ext cx="174300" cy="984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Google Shape;182;p1">
              <a:extLst>
                <a:ext uri="{FF2B5EF4-FFF2-40B4-BE49-F238E27FC236}">
                  <a16:creationId xmlns:a16="http://schemas.microsoft.com/office/drawing/2014/main" id="{DB9FC5F2-9C53-79AB-F5A1-F86B295700A2}"/>
                </a:ext>
              </a:extLst>
            </p:cNvPr>
            <p:cNvSpPr/>
            <p:nvPr/>
          </p:nvSpPr>
          <p:spPr>
            <a:xfrm>
              <a:off x="12128466" y="5798435"/>
              <a:ext cx="192300" cy="198000"/>
            </a:xfrm>
            <a:prstGeom prst="ellipse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05" name="Google Shape;193;p1">
              <a:extLst>
                <a:ext uri="{FF2B5EF4-FFF2-40B4-BE49-F238E27FC236}">
                  <a16:creationId xmlns:a16="http://schemas.microsoft.com/office/drawing/2014/main" id="{4760CF25-539D-11B4-2B72-7B3BADFDFDF3}"/>
                </a:ext>
              </a:extLst>
            </p:cNvPr>
            <p:cNvCxnSpPr>
              <a:stCxn id="282" idx="6"/>
              <a:endCxn id="274" idx="2"/>
            </p:cNvCxnSpPr>
            <p:nvPr/>
          </p:nvCxnSpPr>
          <p:spPr>
            <a:xfrm>
              <a:off x="12002606" y="6583990"/>
              <a:ext cx="1258500" cy="148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stealth" w="med" len="med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Google Shape;194;p1">
              <a:extLst>
                <a:ext uri="{FF2B5EF4-FFF2-40B4-BE49-F238E27FC236}">
                  <a16:creationId xmlns:a16="http://schemas.microsoft.com/office/drawing/2014/main" id="{64E874FA-A650-E684-25B9-4E2E0F72878A}"/>
                </a:ext>
              </a:extLst>
            </p:cNvPr>
            <p:cNvCxnSpPr>
              <a:stCxn id="275" idx="1"/>
              <a:endCxn id="277" idx="5"/>
            </p:cNvCxnSpPr>
            <p:nvPr/>
          </p:nvCxnSpPr>
          <p:spPr>
            <a:xfrm rot="10800000">
              <a:off x="11729045" y="5839432"/>
              <a:ext cx="1188600" cy="9627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Google Shape;195;p1">
              <a:extLst>
                <a:ext uri="{FF2B5EF4-FFF2-40B4-BE49-F238E27FC236}">
                  <a16:creationId xmlns:a16="http://schemas.microsoft.com/office/drawing/2014/main" id="{5A50CBD0-E34B-2AAA-1FAA-271B0F17703B}"/>
                </a:ext>
              </a:extLst>
            </p:cNvPr>
            <p:cNvCxnSpPr>
              <a:stCxn id="304" idx="3"/>
              <a:endCxn id="282" idx="7"/>
            </p:cNvCxnSpPr>
            <p:nvPr/>
          </p:nvCxnSpPr>
          <p:spPr>
            <a:xfrm flipH="1">
              <a:off x="11921428" y="5967439"/>
              <a:ext cx="235200" cy="4158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Google Shape;196;p1">
              <a:extLst>
                <a:ext uri="{FF2B5EF4-FFF2-40B4-BE49-F238E27FC236}">
                  <a16:creationId xmlns:a16="http://schemas.microsoft.com/office/drawing/2014/main" id="{8C7AA68B-9973-E35B-EA2F-FA33E7F2ED56}"/>
                </a:ext>
              </a:extLst>
            </p:cNvPr>
            <p:cNvCxnSpPr>
              <a:stCxn id="302" idx="5"/>
              <a:endCxn id="275" idx="1"/>
            </p:cNvCxnSpPr>
            <p:nvPr/>
          </p:nvCxnSpPr>
          <p:spPr>
            <a:xfrm>
              <a:off x="12525471" y="6012955"/>
              <a:ext cx="392100" cy="7893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9" name="Google Shape;197;p1">
              <a:extLst>
                <a:ext uri="{FF2B5EF4-FFF2-40B4-BE49-F238E27FC236}">
                  <a16:creationId xmlns:a16="http://schemas.microsoft.com/office/drawing/2014/main" id="{18EB3C50-F4E3-A798-221D-0C761BBF053E}"/>
                </a:ext>
              </a:extLst>
            </p:cNvPr>
            <p:cNvCxnSpPr>
              <a:stCxn id="268" idx="6"/>
              <a:endCxn id="273" idx="2"/>
            </p:cNvCxnSpPr>
            <p:nvPr/>
          </p:nvCxnSpPr>
          <p:spPr>
            <a:xfrm>
              <a:off x="12430043" y="5649161"/>
              <a:ext cx="560700" cy="94200"/>
            </a:xfrm>
            <a:prstGeom prst="straightConnector1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  <a:headEnd type="none" w="sm" len="sm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Google Shape;198;p1">
              <a:extLst>
                <a:ext uri="{FF2B5EF4-FFF2-40B4-BE49-F238E27FC236}">
                  <a16:creationId xmlns:a16="http://schemas.microsoft.com/office/drawing/2014/main" id="{FD52C051-DEBD-4B04-EEFB-59D1CDBC2DE9}"/>
                </a:ext>
              </a:extLst>
            </p:cNvPr>
            <p:cNvCxnSpPr>
              <a:stCxn id="302" idx="6"/>
              <a:endCxn id="276" idx="2"/>
            </p:cNvCxnSpPr>
            <p:nvPr/>
          </p:nvCxnSpPr>
          <p:spPr>
            <a:xfrm>
              <a:off x="12553633" y="5942951"/>
              <a:ext cx="770400" cy="2553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11" name="Google Shape;199;p1">
              <a:extLst>
                <a:ext uri="{FF2B5EF4-FFF2-40B4-BE49-F238E27FC236}">
                  <a16:creationId xmlns:a16="http://schemas.microsoft.com/office/drawing/2014/main" id="{9B9544A7-8A2A-3CBA-A557-6275326C5522}"/>
                </a:ext>
              </a:extLst>
            </p:cNvPr>
            <p:cNvCxnSpPr>
              <a:stCxn id="302" idx="3"/>
              <a:endCxn id="282" idx="7"/>
            </p:cNvCxnSpPr>
            <p:nvPr/>
          </p:nvCxnSpPr>
          <p:spPr>
            <a:xfrm flipH="1">
              <a:off x="11921495" y="6012955"/>
              <a:ext cx="468000" cy="370200"/>
            </a:xfrm>
            <a:prstGeom prst="straightConnector1">
              <a:avLst/>
            </a:prstGeom>
            <a:grp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15" name="Google Shape;200;p1">
              <a:extLst>
                <a:ext uri="{FF2B5EF4-FFF2-40B4-BE49-F238E27FC236}">
                  <a16:creationId xmlns:a16="http://schemas.microsoft.com/office/drawing/2014/main" id="{080C635F-E01C-2296-2387-F5713509B9CA}"/>
                </a:ext>
              </a:extLst>
            </p:cNvPr>
            <p:cNvCxnSpPr>
              <a:stCxn id="302" idx="6"/>
              <a:endCxn id="274" idx="1"/>
            </p:cNvCxnSpPr>
            <p:nvPr/>
          </p:nvCxnSpPr>
          <p:spPr>
            <a:xfrm>
              <a:off x="12553633" y="5942951"/>
              <a:ext cx="755400" cy="670800"/>
            </a:xfrm>
            <a:prstGeom prst="straightConnector1">
              <a:avLst/>
            </a:prstGeom>
            <a:grpFill/>
            <a:ln w="179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aphicFrame>
        <p:nvGraphicFramePr>
          <p:cNvPr id="12" name="Table">
            <a:extLst>
              <a:ext uri="{FF2B5EF4-FFF2-40B4-BE49-F238E27FC236}">
                <a16:creationId xmlns:a16="http://schemas.microsoft.com/office/drawing/2014/main" id="{1755303D-5C17-AEDD-5094-13DD8D525F5E}"/>
              </a:ext>
            </a:extLst>
          </p:cNvPr>
          <p:cNvGraphicFramePr/>
          <p:nvPr/>
        </p:nvGraphicFramePr>
        <p:xfrm>
          <a:off x="5367268" y="2834640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">
            <a:extLst>
              <a:ext uri="{FF2B5EF4-FFF2-40B4-BE49-F238E27FC236}">
                <a16:creationId xmlns:a16="http://schemas.microsoft.com/office/drawing/2014/main" id="{7DA1610B-0B9F-BAB5-BFB1-79517842568B}"/>
              </a:ext>
            </a:extLst>
          </p:cNvPr>
          <p:cNvGraphicFramePr/>
          <p:nvPr/>
        </p:nvGraphicFramePr>
        <p:xfrm>
          <a:off x="5217803" y="3657600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D3EDD3C-72A4-77C2-AB62-714E6D565E26}"/>
              </a:ext>
            </a:extLst>
          </p:cNvPr>
          <p:cNvGraphicFramePr/>
          <p:nvPr/>
        </p:nvGraphicFramePr>
        <p:xfrm>
          <a:off x="6614203" y="2834640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">
            <a:extLst>
              <a:ext uri="{FF2B5EF4-FFF2-40B4-BE49-F238E27FC236}">
                <a16:creationId xmlns:a16="http://schemas.microsoft.com/office/drawing/2014/main" id="{DE0643F5-88B4-653C-A19B-812D1C1ABA7F}"/>
              </a:ext>
            </a:extLst>
          </p:cNvPr>
          <p:cNvGraphicFramePr/>
          <p:nvPr/>
        </p:nvGraphicFramePr>
        <p:xfrm>
          <a:off x="7890671" y="2834640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075BC12-64BD-AB6F-9FCB-16E3978165C1}"/>
              </a:ext>
            </a:extLst>
          </p:cNvPr>
          <p:cNvSpPr txBox="1"/>
          <p:nvPr/>
        </p:nvSpPr>
        <p:spPr>
          <a:xfrm>
            <a:off x="6659605" y="2309615"/>
            <a:ext cx="512359" cy="23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.json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pic>
        <p:nvPicPr>
          <p:cNvPr id="21" name="Graphic 20" descr="Paper outline">
            <a:extLst>
              <a:ext uri="{FF2B5EF4-FFF2-40B4-BE49-F238E27FC236}">
                <a16:creationId xmlns:a16="http://schemas.microsoft.com/office/drawing/2014/main" id="{4FEA852B-480D-5CDF-09DE-C3D906189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0650" y="1920240"/>
            <a:ext cx="430268" cy="4302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54BE284-B20F-08CC-7F93-F1B057953257}"/>
              </a:ext>
            </a:extLst>
          </p:cNvPr>
          <p:cNvSpPr txBox="1"/>
          <p:nvPr/>
        </p:nvSpPr>
        <p:spPr>
          <a:xfrm>
            <a:off x="7942729" y="2295378"/>
            <a:ext cx="512359" cy="23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.mbox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pic>
        <p:nvPicPr>
          <p:cNvPr id="25" name="Graphic 24" descr="Paper outline">
            <a:extLst>
              <a:ext uri="{FF2B5EF4-FFF2-40B4-BE49-F238E27FC236}">
                <a16:creationId xmlns:a16="http://schemas.microsoft.com/office/drawing/2014/main" id="{1CD1528C-B0E6-2632-BB9F-D98503E41A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3775" y="1920889"/>
            <a:ext cx="430268" cy="430268"/>
          </a:xfrm>
          <a:prstGeom prst="rect">
            <a:avLst/>
          </a:prstGeom>
        </p:spPr>
      </p:pic>
      <p:pic>
        <p:nvPicPr>
          <p:cNvPr id="27" name="Graphic 26" descr="Folder outline">
            <a:extLst>
              <a:ext uri="{FF2B5EF4-FFF2-40B4-BE49-F238E27FC236}">
                <a16:creationId xmlns:a16="http://schemas.microsoft.com/office/drawing/2014/main" id="{F63B833C-8CBD-F3D4-C8D1-50269F9DD7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7260" y="1920240"/>
            <a:ext cx="550611" cy="5506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5A7E690-6F88-06FA-F12E-CEF74B1A6A77}"/>
              </a:ext>
            </a:extLst>
          </p:cNvPr>
          <p:cNvSpPr txBox="1"/>
          <p:nvPr/>
        </p:nvSpPr>
        <p:spPr>
          <a:xfrm>
            <a:off x="5422867" y="2337169"/>
            <a:ext cx="512359" cy="23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.git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7233FFDD-BDCD-208C-C124-8930A72318E7}"/>
              </a:ext>
            </a:extLst>
          </p:cNvPr>
          <p:cNvSpPr txBox="1"/>
          <p:nvPr/>
        </p:nvSpPr>
        <p:spPr>
          <a:xfrm>
            <a:off x="6728820" y="8583326"/>
            <a:ext cx="512359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.dsmj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pic>
        <p:nvPicPr>
          <p:cNvPr id="258" name="Graphic 257" descr="Paper outline">
            <a:extLst>
              <a:ext uri="{FF2B5EF4-FFF2-40B4-BE49-F238E27FC236}">
                <a16:creationId xmlns:a16="http://schemas.microsoft.com/office/drawing/2014/main" id="{FFD5D4C7-99BB-54A7-2ADF-7754F57C5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9866" y="8235488"/>
            <a:ext cx="430268" cy="430268"/>
          </a:xfrm>
          <a:prstGeom prst="rect">
            <a:avLst/>
          </a:prstGeom>
        </p:spPr>
      </p:pic>
      <p:graphicFrame>
        <p:nvGraphicFramePr>
          <p:cNvPr id="430" name="Table">
            <a:extLst>
              <a:ext uri="{FF2B5EF4-FFF2-40B4-BE49-F238E27FC236}">
                <a16:creationId xmlns:a16="http://schemas.microsoft.com/office/drawing/2014/main" id="{CB16FD64-B883-9448-1EF0-4E8655977824}"/>
              </a:ext>
            </a:extLst>
          </p:cNvPr>
          <p:cNvGraphicFramePr/>
          <p:nvPr/>
        </p:nvGraphicFramePr>
        <p:xfrm>
          <a:off x="5717228" y="3657600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1" name="Table">
            <a:extLst>
              <a:ext uri="{FF2B5EF4-FFF2-40B4-BE49-F238E27FC236}">
                <a16:creationId xmlns:a16="http://schemas.microsoft.com/office/drawing/2014/main" id="{EAC8871A-5B43-7090-47A5-3686FDFF90A1}"/>
              </a:ext>
            </a:extLst>
          </p:cNvPr>
          <p:cNvGraphicFramePr/>
          <p:nvPr/>
        </p:nvGraphicFramePr>
        <p:xfrm>
          <a:off x="6459637" y="3657600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2" name="Table">
            <a:extLst>
              <a:ext uri="{FF2B5EF4-FFF2-40B4-BE49-F238E27FC236}">
                <a16:creationId xmlns:a16="http://schemas.microsoft.com/office/drawing/2014/main" id="{F49940EC-B134-F76C-63DD-2502E7245C70}"/>
              </a:ext>
            </a:extLst>
          </p:cNvPr>
          <p:cNvGraphicFramePr/>
          <p:nvPr/>
        </p:nvGraphicFramePr>
        <p:xfrm>
          <a:off x="6953164" y="3659028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8" name="Table">
            <a:extLst>
              <a:ext uri="{FF2B5EF4-FFF2-40B4-BE49-F238E27FC236}">
                <a16:creationId xmlns:a16="http://schemas.microsoft.com/office/drawing/2014/main" id="{6AE4D28F-F19A-AE75-7544-191C9079D48C}"/>
              </a:ext>
            </a:extLst>
          </p:cNvPr>
          <p:cNvGraphicFramePr/>
          <p:nvPr/>
        </p:nvGraphicFramePr>
        <p:xfrm>
          <a:off x="7737264" y="3657600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9" name="Table">
            <a:extLst>
              <a:ext uri="{FF2B5EF4-FFF2-40B4-BE49-F238E27FC236}">
                <a16:creationId xmlns:a16="http://schemas.microsoft.com/office/drawing/2014/main" id="{B099E51E-97F6-7EDE-EE76-AEEBCFCBE56C}"/>
              </a:ext>
            </a:extLst>
          </p:cNvPr>
          <p:cNvGraphicFramePr/>
          <p:nvPr/>
        </p:nvGraphicFramePr>
        <p:xfrm>
          <a:off x="8230791" y="3657600"/>
          <a:ext cx="418576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17" name="Google Shape;156;p1">
            <a:extLst>
              <a:ext uri="{FF2B5EF4-FFF2-40B4-BE49-F238E27FC236}">
                <a16:creationId xmlns:a16="http://schemas.microsoft.com/office/drawing/2014/main" id="{A9F13FB3-3D3E-3A11-3EA2-C4EBEE59A380}"/>
              </a:ext>
            </a:extLst>
          </p:cNvPr>
          <p:cNvGrpSpPr/>
          <p:nvPr/>
        </p:nvGrpSpPr>
        <p:grpSpPr>
          <a:xfrm>
            <a:off x="7852504" y="6496126"/>
            <a:ext cx="1357791" cy="804343"/>
            <a:chOff x="10592773" y="5229745"/>
            <a:chExt cx="3298954" cy="1741391"/>
          </a:xfrm>
        </p:grpSpPr>
        <p:sp>
          <p:nvSpPr>
            <p:cNvPr id="318" name="Google Shape;157;p1">
              <a:extLst>
                <a:ext uri="{FF2B5EF4-FFF2-40B4-BE49-F238E27FC236}">
                  <a16:creationId xmlns:a16="http://schemas.microsoft.com/office/drawing/2014/main" id="{30A40027-A839-D0B8-3617-DC63B61CE48F}"/>
                </a:ext>
              </a:extLst>
            </p:cNvPr>
            <p:cNvSpPr/>
            <p:nvPr/>
          </p:nvSpPr>
          <p:spPr>
            <a:xfrm>
              <a:off x="12237743" y="5550161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0" name="Google Shape;158;p1">
              <a:extLst>
                <a:ext uri="{FF2B5EF4-FFF2-40B4-BE49-F238E27FC236}">
                  <a16:creationId xmlns:a16="http://schemas.microsoft.com/office/drawing/2014/main" id="{AFB630B6-28BD-C342-280D-AACBF7F4DAA6}"/>
                </a:ext>
              </a:extLst>
            </p:cNvPr>
            <p:cNvSpPr/>
            <p:nvPr/>
          </p:nvSpPr>
          <p:spPr>
            <a:xfrm>
              <a:off x="12990609" y="539808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1" name="Google Shape;159;p1">
              <a:extLst>
                <a:ext uri="{FF2B5EF4-FFF2-40B4-BE49-F238E27FC236}">
                  <a16:creationId xmlns:a16="http://schemas.microsoft.com/office/drawing/2014/main" id="{99AFE83E-96B4-9692-0F17-C0CD3AD96C52}"/>
                </a:ext>
              </a:extLst>
            </p:cNvPr>
            <p:cNvSpPr/>
            <p:nvPr/>
          </p:nvSpPr>
          <p:spPr>
            <a:xfrm>
              <a:off x="13329043" y="522974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2" name="Google Shape;160;p1">
              <a:extLst>
                <a:ext uri="{FF2B5EF4-FFF2-40B4-BE49-F238E27FC236}">
                  <a16:creationId xmlns:a16="http://schemas.microsoft.com/office/drawing/2014/main" id="{593E0308-5052-1036-ECC2-B90E19E6B744}"/>
                </a:ext>
              </a:extLst>
            </p:cNvPr>
            <p:cNvSpPr/>
            <p:nvPr/>
          </p:nvSpPr>
          <p:spPr>
            <a:xfrm>
              <a:off x="13317282" y="5522084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5" name="Google Shape;161;p1">
              <a:extLst>
                <a:ext uri="{FF2B5EF4-FFF2-40B4-BE49-F238E27FC236}">
                  <a16:creationId xmlns:a16="http://schemas.microsoft.com/office/drawing/2014/main" id="{0FAA659A-A1D8-E2D1-26FF-5B0AF68484F4}"/>
                </a:ext>
              </a:extLst>
            </p:cNvPr>
            <p:cNvSpPr/>
            <p:nvPr/>
          </p:nvSpPr>
          <p:spPr>
            <a:xfrm>
              <a:off x="13699427" y="5306906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7" name="Google Shape;162;p1">
              <a:extLst>
                <a:ext uri="{FF2B5EF4-FFF2-40B4-BE49-F238E27FC236}">
                  <a16:creationId xmlns:a16="http://schemas.microsoft.com/office/drawing/2014/main" id="{6793045B-5084-8B26-9586-3EBE30030213}"/>
                </a:ext>
              </a:extLst>
            </p:cNvPr>
            <p:cNvSpPr/>
            <p:nvPr/>
          </p:nvSpPr>
          <p:spPr>
            <a:xfrm>
              <a:off x="12990598" y="5644267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8" name="Google Shape;163;p1">
              <a:extLst>
                <a:ext uri="{FF2B5EF4-FFF2-40B4-BE49-F238E27FC236}">
                  <a16:creationId xmlns:a16="http://schemas.microsoft.com/office/drawing/2014/main" id="{759363F7-56AF-1185-8F87-E17E294CEBB7}"/>
                </a:ext>
              </a:extLst>
            </p:cNvPr>
            <p:cNvSpPr/>
            <p:nvPr/>
          </p:nvSpPr>
          <p:spPr>
            <a:xfrm>
              <a:off x="13261106" y="6564434"/>
              <a:ext cx="328200" cy="3369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29" name="Google Shape;164;p1">
              <a:extLst>
                <a:ext uri="{FF2B5EF4-FFF2-40B4-BE49-F238E27FC236}">
                  <a16:creationId xmlns:a16="http://schemas.microsoft.com/office/drawing/2014/main" id="{12B9438C-9C9D-943B-814B-D4B1AEE4A097}"/>
                </a:ext>
              </a:extLst>
            </p:cNvPr>
            <p:cNvSpPr/>
            <p:nvPr/>
          </p:nvSpPr>
          <p:spPr>
            <a:xfrm>
              <a:off x="12889483" y="6773136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1" name="Google Shape;165;p1">
              <a:extLst>
                <a:ext uri="{FF2B5EF4-FFF2-40B4-BE49-F238E27FC236}">
                  <a16:creationId xmlns:a16="http://schemas.microsoft.com/office/drawing/2014/main" id="{7A09D6D5-8641-3AD4-3837-21FC3935B266}"/>
                </a:ext>
              </a:extLst>
            </p:cNvPr>
            <p:cNvSpPr/>
            <p:nvPr/>
          </p:nvSpPr>
          <p:spPr>
            <a:xfrm>
              <a:off x="13324166" y="6099152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2" name="Google Shape;166;p1">
              <a:extLst>
                <a:ext uri="{FF2B5EF4-FFF2-40B4-BE49-F238E27FC236}">
                  <a16:creationId xmlns:a16="http://schemas.microsoft.com/office/drawing/2014/main" id="{CFF58CDE-D609-80B3-93D5-84F243C8A525}"/>
                </a:ext>
              </a:extLst>
            </p:cNvPr>
            <p:cNvSpPr/>
            <p:nvPr/>
          </p:nvSpPr>
          <p:spPr>
            <a:xfrm>
              <a:off x="11468140" y="5576165"/>
              <a:ext cx="305700" cy="308400"/>
            </a:xfrm>
            <a:prstGeom prst="ellipse">
              <a:avLst/>
            </a:prstGeom>
            <a:solidFill>
              <a:srgbClr val="E4E4E3"/>
            </a:solidFill>
            <a:ln w="179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3" name="Google Shape;167;p1">
              <a:extLst>
                <a:ext uri="{FF2B5EF4-FFF2-40B4-BE49-F238E27FC236}">
                  <a16:creationId xmlns:a16="http://schemas.microsoft.com/office/drawing/2014/main" id="{3F6E6C49-97AE-1D4C-147F-8E0FA553D797}"/>
                </a:ext>
              </a:extLst>
            </p:cNvPr>
            <p:cNvSpPr/>
            <p:nvPr/>
          </p:nvSpPr>
          <p:spPr>
            <a:xfrm>
              <a:off x="10719482" y="592538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5" name="Google Shape;168;p1">
              <a:extLst>
                <a:ext uri="{FF2B5EF4-FFF2-40B4-BE49-F238E27FC236}">
                  <a16:creationId xmlns:a16="http://schemas.microsoft.com/office/drawing/2014/main" id="{47F5962B-7439-3365-D29B-F306D7BF5A54}"/>
                </a:ext>
              </a:extLst>
            </p:cNvPr>
            <p:cNvSpPr/>
            <p:nvPr/>
          </p:nvSpPr>
          <p:spPr>
            <a:xfrm>
              <a:off x="11061232" y="5405652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6" name="Google Shape;169;p1">
              <a:extLst>
                <a:ext uri="{FF2B5EF4-FFF2-40B4-BE49-F238E27FC236}">
                  <a16:creationId xmlns:a16="http://schemas.microsoft.com/office/drawing/2014/main" id="{1543EE12-C641-ABF8-5DED-E88D4C1AA66E}"/>
                </a:ext>
              </a:extLst>
            </p:cNvPr>
            <p:cNvSpPr/>
            <p:nvPr/>
          </p:nvSpPr>
          <p:spPr>
            <a:xfrm>
              <a:off x="10592773" y="6139937"/>
              <a:ext cx="274500" cy="2763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7" name="Google Shape;170;p1">
              <a:extLst>
                <a:ext uri="{FF2B5EF4-FFF2-40B4-BE49-F238E27FC236}">
                  <a16:creationId xmlns:a16="http://schemas.microsoft.com/office/drawing/2014/main" id="{74867DDF-0E33-C0EC-DDAA-E9B62DEA31C9}"/>
                </a:ext>
              </a:extLst>
            </p:cNvPr>
            <p:cNvSpPr/>
            <p:nvPr/>
          </p:nvSpPr>
          <p:spPr>
            <a:xfrm>
              <a:off x="11037864" y="6333062"/>
              <a:ext cx="192300" cy="1980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8" name="Google Shape;171;p1">
              <a:extLst>
                <a:ext uri="{FF2B5EF4-FFF2-40B4-BE49-F238E27FC236}">
                  <a16:creationId xmlns:a16="http://schemas.microsoft.com/office/drawing/2014/main" id="{5D2CC866-403B-6F34-FAD9-0B0E6B96177D}"/>
                </a:ext>
              </a:extLst>
            </p:cNvPr>
            <p:cNvSpPr/>
            <p:nvPr/>
          </p:nvSpPr>
          <p:spPr>
            <a:xfrm>
              <a:off x="11449106" y="6300040"/>
              <a:ext cx="553500" cy="5679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26900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39" name="Google Shape;172;p1">
              <a:extLst>
                <a:ext uri="{FF2B5EF4-FFF2-40B4-BE49-F238E27FC236}">
                  <a16:creationId xmlns:a16="http://schemas.microsoft.com/office/drawing/2014/main" id="{DF86432C-0CE6-884A-190A-138CDE7792CA}"/>
                </a:ext>
              </a:extLst>
            </p:cNvPr>
            <p:cNvCxnSpPr>
              <a:stCxn id="318" idx="2"/>
              <a:endCxn id="332" idx="6"/>
            </p:cNvCxnSpPr>
            <p:nvPr/>
          </p:nvCxnSpPr>
          <p:spPr>
            <a:xfrm flipH="1">
              <a:off x="11773943" y="5649161"/>
              <a:ext cx="463800" cy="813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0" name="Google Shape;173;p1">
              <a:extLst>
                <a:ext uri="{FF2B5EF4-FFF2-40B4-BE49-F238E27FC236}">
                  <a16:creationId xmlns:a16="http://schemas.microsoft.com/office/drawing/2014/main" id="{F1E67139-FAD1-B29A-9D44-17487CE0A730}"/>
                </a:ext>
              </a:extLst>
            </p:cNvPr>
            <p:cNvCxnSpPr>
              <a:stCxn id="332" idx="2"/>
              <a:endCxn id="353" idx="6"/>
            </p:cNvCxnSpPr>
            <p:nvPr/>
          </p:nvCxnSpPr>
          <p:spPr>
            <a:xfrm flipH="1">
              <a:off x="11113540" y="5730365"/>
              <a:ext cx="354600" cy="306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3" name="Google Shape;175;p1">
              <a:extLst>
                <a:ext uri="{FF2B5EF4-FFF2-40B4-BE49-F238E27FC236}">
                  <a16:creationId xmlns:a16="http://schemas.microsoft.com/office/drawing/2014/main" id="{2971FC46-2FFC-39ED-4D57-5A40A8F78A09}"/>
                </a:ext>
              </a:extLst>
            </p:cNvPr>
            <p:cNvCxnSpPr>
              <a:stCxn id="338" idx="1"/>
              <a:endCxn id="350" idx="5"/>
            </p:cNvCxnSpPr>
            <p:nvPr/>
          </p:nvCxnSpPr>
          <p:spPr>
            <a:xfrm rot="10800000">
              <a:off x="11390064" y="6170507"/>
              <a:ext cx="140100" cy="212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4" name="Google Shape;177;p1">
              <a:extLst>
                <a:ext uri="{FF2B5EF4-FFF2-40B4-BE49-F238E27FC236}">
                  <a16:creationId xmlns:a16="http://schemas.microsoft.com/office/drawing/2014/main" id="{3B1F8C53-C32A-803D-601F-3AFD43E348F9}"/>
                </a:ext>
              </a:extLst>
            </p:cNvPr>
            <p:cNvCxnSpPr>
              <a:stCxn id="338" idx="2"/>
              <a:endCxn id="337" idx="5"/>
            </p:cNvCxnSpPr>
            <p:nvPr/>
          </p:nvCxnSpPr>
          <p:spPr>
            <a:xfrm rot="10800000">
              <a:off x="11201906" y="6502090"/>
              <a:ext cx="247200" cy="81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5" name="Google Shape;178;p1">
              <a:extLst>
                <a:ext uri="{FF2B5EF4-FFF2-40B4-BE49-F238E27FC236}">
                  <a16:creationId xmlns:a16="http://schemas.microsoft.com/office/drawing/2014/main" id="{761A1E3A-A829-B76E-8405-CA01D887FBC9}"/>
                </a:ext>
              </a:extLst>
            </p:cNvPr>
            <p:cNvCxnSpPr>
              <a:stCxn id="337" idx="2"/>
              <a:endCxn id="336" idx="6"/>
            </p:cNvCxnSpPr>
            <p:nvPr/>
          </p:nvCxnSpPr>
          <p:spPr>
            <a:xfrm rot="10800000">
              <a:off x="10867164" y="6278162"/>
              <a:ext cx="170700" cy="153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6" name="Google Shape;179;p1">
              <a:extLst>
                <a:ext uri="{FF2B5EF4-FFF2-40B4-BE49-F238E27FC236}">
                  <a16:creationId xmlns:a16="http://schemas.microsoft.com/office/drawing/2014/main" id="{46CD6C9E-C4E6-2630-0058-1234E1F7F9D1}"/>
                </a:ext>
              </a:extLst>
            </p:cNvPr>
            <p:cNvCxnSpPr>
              <a:stCxn id="350" idx="2"/>
              <a:endCxn id="333" idx="5"/>
            </p:cNvCxnSpPr>
            <p:nvPr/>
          </p:nvCxnSpPr>
          <p:spPr>
            <a:xfrm rot="10800000">
              <a:off x="10883737" y="6094319"/>
              <a:ext cx="342300" cy="63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7" name="Google Shape;180;p1">
              <a:extLst>
                <a:ext uri="{FF2B5EF4-FFF2-40B4-BE49-F238E27FC236}">
                  <a16:creationId xmlns:a16="http://schemas.microsoft.com/office/drawing/2014/main" id="{2F0485EA-2BA7-B53F-24A8-03FCACC3C2F6}"/>
                </a:ext>
              </a:extLst>
            </p:cNvPr>
            <p:cNvCxnSpPr>
              <a:stCxn id="332" idx="1"/>
              <a:endCxn id="335" idx="5"/>
            </p:cNvCxnSpPr>
            <p:nvPr/>
          </p:nvCxnSpPr>
          <p:spPr>
            <a:xfrm rot="10800000">
              <a:off x="11225509" y="5574529"/>
              <a:ext cx="287400" cy="46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8" name="Google Shape;181;p1">
              <a:extLst>
                <a:ext uri="{FF2B5EF4-FFF2-40B4-BE49-F238E27FC236}">
                  <a16:creationId xmlns:a16="http://schemas.microsoft.com/office/drawing/2014/main" id="{C84DB7F6-FD22-568B-07D3-C23AE332C39A}"/>
                </a:ext>
              </a:extLst>
            </p:cNvPr>
            <p:cNvCxnSpPr>
              <a:stCxn id="361" idx="2"/>
              <a:endCxn id="350" idx="6"/>
            </p:cNvCxnSpPr>
            <p:nvPr/>
          </p:nvCxnSpPr>
          <p:spPr>
            <a:xfrm flipH="1">
              <a:off x="11418366" y="5897435"/>
              <a:ext cx="710100" cy="2031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49" name="Google Shape;183;p1">
              <a:extLst>
                <a:ext uri="{FF2B5EF4-FFF2-40B4-BE49-F238E27FC236}">
                  <a16:creationId xmlns:a16="http://schemas.microsoft.com/office/drawing/2014/main" id="{0262F3FA-8E18-E811-62E0-7C69EF9EFE3C}"/>
                </a:ext>
              </a:extLst>
            </p:cNvPr>
            <p:cNvCxnSpPr>
              <a:stCxn id="361" idx="2"/>
              <a:endCxn id="333" idx="6"/>
            </p:cNvCxnSpPr>
            <p:nvPr/>
          </p:nvCxnSpPr>
          <p:spPr>
            <a:xfrm flipH="1">
              <a:off x="10911666" y="5897435"/>
              <a:ext cx="1216800" cy="126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0" name="Google Shape;176;p1">
              <a:extLst>
                <a:ext uri="{FF2B5EF4-FFF2-40B4-BE49-F238E27FC236}">
                  <a16:creationId xmlns:a16="http://schemas.microsoft.com/office/drawing/2014/main" id="{EEDA684D-0083-DD67-4847-C5C5F9A1898D}"/>
                </a:ext>
              </a:extLst>
            </p:cNvPr>
            <p:cNvSpPr/>
            <p:nvPr/>
          </p:nvSpPr>
          <p:spPr>
            <a:xfrm>
              <a:off x="11226037" y="600161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51" name="Google Shape;184;p1">
              <a:extLst>
                <a:ext uri="{FF2B5EF4-FFF2-40B4-BE49-F238E27FC236}">
                  <a16:creationId xmlns:a16="http://schemas.microsoft.com/office/drawing/2014/main" id="{B632B478-8C9F-E433-0308-D2A8F5964AF8}"/>
                </a:ext>
              </a:extLst>
            </p:cNvPr>
            <p:cNvCxnSpPr>
              <a:stCxn id="318" idx="2"/>
              <a:endCxn id="337" idx="7"/>
            </p:cNvCxnSpPr>
            <p:nvPr/>
          </p:nvCxnSpPr>
          <p:spPr>
            <a:xfrm flipH="1">
              <a:off x="11202143" y="5649161"/>
              <a:ext cx="1035600" cy="712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2" name="Google Shape;185;p1">
              <a:extLst>
                <a:ext uri="{FF2B5EF4-FFF2-40B4-BE49-F238E27FC236}">
                  <a16:creationId xmlns:a16="http://schemas.microsoft.com/office/drawing/2014/main" id="{B55D6418-410E-55D2-EB7E-91EBD451D1C9}"/>
                </a:ext>
              </a:extLst>
            </p:cNvPr>
            <p:cNvCxnSpPr>
              <a:stCxn id="318" idx="5"/>
              <a:endCxn id="328" idx="1"/>
            </p:cNvCxnSpPr>
            <p:nvPr/>
          </p:nvCxnSpPr>
          <p:spPr>
            <a:xfrm>
              <a:off x="12401881" y="5719165"/>
              <a:ext cx="907200" cy="894600"/>
            </a:xfrm>
            <a:prstGeom prst="straightConnector1">
              <a:avLst/>
            </a:prstGeom>
            <a:noFill/>
            <a:ln w="17925" cap="flat" cmpd="sng">
              <a:solidFill>
                <a:srgbClr val="D9D9D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3" name="Google Shape;174;p1">
              <a:extLst>
                <a:ext uri="{FF2B5EF4-FFF2-40B4-BE49-F238E27FC236}">
                  <a16:creationId xmlns:a16="http://schemas.microsoft.com/office/drawing/2014/main" id="{6BE61C55-EEC0-9C62-C430-C350F8EDA989}"/>
                </a:ext>
              </a:extLst>
            </p:cNvPr>
            <p:cNvSpPr/>
            <p:nvPr/>
          </p:nvSpPr>
          <p:spPr>
            <a:xfrm>
              <a:off x="10921235" y="566202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54" name="Google Shape;186;p1">
              <a:extLst>
                <a:ext uri="{FF2B5EF4-FFF2-40B4-BE49-F238E27FC236}">
                  <a16:creationId xmlns:a16="http://schemas.microsoft.com/office/drawing/2014/main" id="{0E433740-ADE1-6A64-E7C3-4948C4DA3EE0}"/>
                </a:ext>
              </a:extLst>
            </p:cNvPr>
            <p:cNvCxnSpPr>
              <a:stCxn id="361" idx="2"/>
              <a:endCxn id="337" idx="6"/>
            </p:cNvCxnSpPr>
            <p:nvPr/>
          </p:nvCxnSpPr>
          <p:spPr>
            <a:xfrm flipH="1">
              <a:off x="11230266" y="5897435"/>
              <a:ext cx="898200" cy="5346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6" name="Google Shape;189;p1">
              <a:extLst>
                <a:ext uri="{FF2B5EF4-FFF2-40B4-BE49-F238E27FC236}">
                  <a16:creationId xmlns:a16="http://schemas.microsoft.com/office/drawing/2014/main" id="{3776BDCC-B499-8497-AC33-5615906E3728}"/>
                </a:ext>
              </a:extLst>
            </p:cNvPr>
            <p:cNvCxnSpPr>
              <a:stCxn id="327" idx="7"/>
              <a:endCxn id="322" idx="2"/>
            </p:cNvCxnSpPr>
            <p:nvPr/>
          </p:nvCxnSpPr>
          <p:spPr>
            <a:xfrm rot="10800000" flipH="1">
              <a:off x="13154736" y="5621063"/>
              <a:ext cx="162600" cy="522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7" name="Google Shape;190;p1">
              <a:extLst>
                <a:ext uri="{FF2B5EF4-FFF2-40B4-BE49-F238E27FC236}">
                  <a16:creationId xmlns:a16="http://schemas.microsoft.com/office/drawing/2014/main" id="{24A57129-F624-3AC9-4C31-B8BE5D41A582}"/>
                </a:ext>
              </a:extLst>
            </p:cNvPr>
            <p:cNvCxnSpPr>
              <a:stCxn id="322" idx="6"/>
              <a:endCxn id="325" idx="2"/>
            </p:cNvCxnSpPr>
            <p:nvPr/>
          </p:nvCxnSpPr>
          <p:spPr>
            <a:xfrm rot="10800000" flipH="1">
              <a:off x="13509582" y="5405984"/>
              <a:ext cx="189900" cy="215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58" name="Google Shape;191;p1">
              <a:extLst>
                <a:ext uri="{FF2B5EF4-FFF2-40B4-BE49-F238E27FC236}">
                  <a16:creationId xmlns:a16="http://schemas.microsoft.com/office/drawing/2014/main" id="{F5787252-753E-C987-20A0-EEE5A0FE94B7}"/>
                </a:ext>
              </a:extLst>
            </p:cNvPr>
            <p:cNvCxnSpPr>
              <a:stCxn id="318" idx="6"/>
              <a:endCxn id="320" idx="2"/>
            </p:cNvCxnSpPr>
            <p:nvPr/>
          </p:nvCxnSpPr>
          <p:spPr>
            <a:xfrm rot="10800000" flipH="1">
              <a:off x="12430043" y="5497061"/>
              <a:ext cx="560700" cy="152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9" name="Google Shape;188;p1">
              <a:extLst>
                <a:ext uri="{FF2B5EF4-FFF2-40B4-BE49-F238E27FC236}">
                  <a16:creationId xmlns:a16="http://schemas.microsoft.com/office/drawing/2014/main" id="{5CA78F51-D947-7017-E2AE-F237C4508516}"/>
                </a:ext>
              </a:extLst>
            </p:cNvPr>
            <p:cNvSpPr/>
            <p:nvPr/>
          </p:nvSpPr>
          <p:spPr>
            <a:xfrm>
              <a:off x="12361333" y="5843951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60" name="Google Shape;192;p1">
              <a:extLst>
                <a:ext uri="{FF2B5EF4-FFF2-40B4-BE49-F238E27FC236}">
                  <a16:creationId xmlns:a16="http://schemas.microsoft.com/office/drawing/2014/main" id="{5CD577ED-94DC-24BB-D81C-0E577A3BA4B9}"/>
                </a:ext>
              </a:extLst>
            </p:cNvPr>
            <p:cNvCxnSpPr>
              <a:stCxn id="320" idx="7"/>
              <a:endCxn id="321" idx="2"/>
            </p:cNvCxnSpPr>
            <p:nvPr/>
          </p:nvCxnSpPr>
          <p:spPr>
            <a:xfrm rot="10800000" flipH="1">
              <a:off x="13154747" y="5328685"/>
              <a:ext cx="174300" cy="984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61" name="Google Shape;182;p1">
              <a:extLst>
                <a:ext uri="{FF2B5EF4-FFF2-40B4-BE49-F238E27FC236}">
                  <a16:creationId xmlns:a16="http://schemas.microsoft.com/office/drawing/2014/main" id="{7DA0D374-EA1B-E0F0-429E-E5924135BF52}"/>
                </a:ext>
              </a:extLst>
            </p:cNvPr>
            <p:cNvSpPr/>
            <p:nvPr/>
          </p:nvSpPr>
          <p:spPr>
            <a:xfrm>
              <a:off x="12128466" y="579843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62" name="Google Shape;193;p1">
              <a:extLst>
                <a:ext uri="{FF2B5EF4-FFF2-40B4-BE49-F238E27FC236}">
                  <a16:creationId xmlns:a16="http://schemas.microsoft.com/office/drawing/2014/main" id="{BA1F2F60-0846-820D-62D5-533CD0BD34CD}"/>
                </a:ext>
              </a:extLst>
            </p:cNvPr>
            <p:cNvCxnSpPr>
              <a:stCxn id="338" idx="6"/>
              <a:endCxn id="328" idx="2"/>
            </p:cNvCxnSpPr>
            <p:nvPr/>
          </p:nvCxnSpPr>
          <p:spPr>
            <a:xfrm>
              <a:off x="12002606" y="6583990"/>
              <a:ext cx="1258500" cy="148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363" name="Google Shape;194;p1">
              <a:extLst>
                <a:ext uri="{FF2B5EF4-FFF2-40B4-BE49-F238E27FC236}">
                  <a16:creationId xmlns:a16="http://schemas.microsoft.com/office/drawing/2014/main" id="{D00A0B20-11BF-C665-C876-CA710C41E238}"/>
                </a:ext>
              </a:extLst>
            </p:cNvPr>
            <p:cNvCxnSpPr>
              <a:stCxn id="329" idx="1"/>
              <a:endCxn id="332" idx="5"/>
            </p:cNvCxnSpPr>
            <p:nvPr/>
          </p:nvCxnSpPr>
          <p:spPr>
            <a:xfrm rot="10800000">
              <a:off x="11729045" y="5839432"/>
              <a:ext cx="1188600" cy="962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64" name="Google Shape;195;p1">
              <a:extLst>
                <a:ext uri="{FF2B5EF4-FFF2-40B4-BE49-F238E27FC236}">
                  <a16:creationId xmlns:a16="http://schemas.microsoft.com/office/drawing/2014/main" id="{EAD61222-5EF4-F4DD-5D9D-22894517C365}"/>
                </a:ext>
              </a:extLst>
            </p:cNvPr>
            <p:cNvCxnSpPr>
              <a:stCxn id="361" idx="3"/>
              <a:endCxn id="338" idx="7"/>
            </p:cNvCxnSpPr>
            <p:nvPr/>
          </p:nvCxnSpPr>
          <p:spPr>
            <a:xfrm flipH="1">
              <a:off x="11921428" y="5967439"/>
              <a:ext cx="235200" cy="415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66" name="Google Shape;197;p1">
              <a:extLst>
                <a:ext uri="{FF2B5EF4-FFF2-40B4-BE49-F238E27FC236}">
                  <a16:creationId xmlns:a16="http://schemas.microsoft.com/office/drawing/2014/main" id="{BA7F2B51-87C7-9A55-2404-54A72CD607F3}"/>
                </a:ext>
              </a:extLst>
            </p:cNvPr>
            <p:cNvCxnSpPr>
              <a:stCxn id="318" idx="6"/>
              <a:endCxn id="327" idx="2"/>
            </p:cNvCxnSpPr>
            <p:nvPr/>
          </p:nvCxnSpPr>
          <p:spPr>
            <a:xfrm>
              <a:off x="12430043" y="5649161"/>
              <a:ext cx="560700" cy="942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2" name="Google Shape;156;p1">
            <a:extLst>
              <a:ext uri="{FF2B5EF4-FFF2-40B4-BE49-F238E27FC236}">
                <a16:creationId xmlns:a16="http://schemas.microsoft.com/office/drawing/2014/main" id="{74FBC34A-1C36-2268-A222-2B6D0B35A8D2}"/>
              </a:ext>
            </a:extLst>
          </p:cNvPr>
          <p:cNvGrpSpPr/>
          <p:nvPr/>
        </p:nvGrpSpPr>
        <p:grpSpPr>
          <a:xfrm>
            <a:off x="6353314" y="6492240"/>
            <a:ext cx="1361060" cy="803822"/>
            <a:chOff x="10592773" y="5229745"/>
            <a:chExt cx="3298954" cy="1741391"/>
          </a:xfrm>
        </p:grpSpPr>
        <p:sp>
          <p:nvSpPr>
            <p:cNvPr id="33" name="Google Shape;157;p1">
              <a:extLst>
                <a:ext uri="{FF2B5EF4-FFF2-40B4-BE49-F238E27FC236}">
                  <a16:creationId xmlns:a16="http://schemas.microsoft.com/office/drawing/2014/main" id="{5BE52E71-A987-B066-BD71-8B1D332E76F6}"/>
                </a:ext>
              </a:extLst>
            </p:cNvPr>
            <p:cNvSpPr/>
            <p:nvPr/>
          </p:nvSpPr>
          <p:spPr>
            <a:xfrm>
              <a:off x="12237743" y="5550161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5" name="Google Shape;158;p1">
              <a:extLst>
                <a:ext uri="{FF2B5EF4-FFF2-40B4-BE49-F238E27FC236}">
                  <a16:creationId xmlns:a16="http://schemas.microsoft.com/office/drawing/2014/main" id="{E551ED69-4E13-8C52-E6CE-24FE4911C850}"/>
                </a:ext>
              </a:extLst>
            </p:cNvPr>
            <p:cNvSpPr/>
            <p:nvPr/>
          </p:nvSpPr>
          <p:spPr>
            <a:xfrm>
              <a:off x="12990609" y="539808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6" name="Google Shape;159;p1">
              <a:extLst>
                <a:ext uri="{FF2B5EF4-FFF2-40B4-BE49-F238E27FC236}">
                  <a16:creationId xmlns:a16="http://schemas.microsoft.com/office/drawing/2014/main" id="{07B2708A-F49A-720B-2E1D-1C16C78C41A7}"/>
                </a:ext>
              </a:extLst>
            </p:cNvPr>
            <p:cNvSpPr/>
            <p:nvPr/>
          </p:nvSpPr>
          <p:spPr>
            <a:xfrm>
              <a:off x="13329043" y="522974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7" name="Google Shape;160;p1">
              <a:extLst>
                <a:ext uri="{FF2B5EF4-FFF2-40B4-BE49-F238E27FC236}">
                  <a16:creationId xmlns:a16="http://schemas.microsoft.com/office/drawing/2014/main" id="{BAFC5518-F1AA-76A0-659D-7802FACC6115}"/>
                </a:ext>
              </a:extLst>
            </p:cNvPr>
            <p:cNvSpPr/>
            <p:nvPr/>
          </p:nvSpPr>
          <p:spPr>
            <a:xfrm>
              <a:off x="13317282" y="5522084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8" name="Google Shape;161;p1">
              <a:extLst>
                <a:ext uri="{FF2B5EF4-FFF2-40B4-BE49-F238E27FC236}">
                  <a16:creationId xmlns:a16="http://schemas.microsoft.com/office/drawing/2014/main" id="{961A7F1B-E616-20AB-46F5-E7B481EE9B68}"/>
                </a:ext>
              </a:extLst>
            </p:cNvPr>
            <p:cNvSpPr/>
            <p:nvPr/>
          </p:nvSpPr>
          <p:spPr>
            <a:xfrm>
              <a:off x="13699427" y="5306906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9" name="Google Shape;162;p1">
              <a:extLst>
                <a:ext uri="{FF2B5EF4-FFF2-40B4-BE49-F238E27FC236}">
                  <a16:creationId xmlns:a16="http://schemas.microsoft.com/office/drawing/2014/main" id="{3C35BDAD-0CB2-3093-C460-786F202105B2}"/>
                </a:ext>
              </a:extLst>
            </p:cNvPr>
            <p:cNvSpPr/>
            <p:nvPr/>
          </p:nvSpPr>
          <p:spPr>
            <a:xfrm>
              <a:off x="12990598" y="5644267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0" name="Google Shape;163;p1">
              <a:extLst>
                <a:ext uri="{FF2B5EF4-FFF2-40B4-BE49-F238E27FC236}">
                  <a16:creationId xmlns:a16="http://schemas.microsoft.com/office/drawing/2014/main" id="{F642DCFC-61DA-EB65-5E63-4C52AA5B10A2}"/>
                </a:ext>
              </a:extLst>
            </p:cNvPr>
            <p:cNvSpPr/>
            <p:nvPr/>
          </p:nvSpPr>
          <p:spPr>
            <a:xfrm>
              <a:off x="13261106" y="6564434"/>
              <a:ext cx="328200" cy="3369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4" name="Google Shape;164;p1">
              <a:extLst>
                <a:ext uri="{FF2B5EF4-FFF2-40B4-BE49-F238E27FC236}">
                  <a16:creationId xmlns:a16="http://schemas.microsoft.com/office/drawing/2014/main" id="{E39858C0-8CAC-F1CE-E626-32D958E24D20}"/>
                </a:ext>
              </a:extLst>
            </p:cNvPr>
            <p:cNvSpPr/>
            <p:nvPr/>
          </p:nvSpPr>
          <p:spPr>
            <a:xfrm>
              <a:off x="12889483" y="6773136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5" name="Google Shape;165;p1">
              <a:extLst>
                <a:ext uri="{FF2B5EF4-FFF2-40B4-BE49-F238E27FC236}">
                  <a16:creationId xmlns:a16="http://schemas.microsoft.com/office/drawing/2014/main" id="{BCF01995-8173-069A-1AD3-8F4EE65B9388}"/>
                </a:ext>
              </a:extLst>
            </p:cNvPr>
            <p:cNvSpPr/>
            <p:nvPr/>
          </p:nvSpPr>
          <p:spPr>
            <a:xfrm>
              <a:off x="13324166" y="6099152"/>
              <a:ext cx="192300" cy="1980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6" name="Google Shape;166;p1">
              <a:extLst>
                <a:ext uri="{FF2B5EF4-FFF2-40B4-BE49-F238E27FC236}">
                  <a16:creationId xmlns:a16="http://schemas.microsoft.com/office/drawing/2014/main" id="{1471DAA4-2B22-E535-629D-9F4779454A75}"/>
                </a:ext>
              </a:extLst>
            </p:cNvPr>
            <p:cNvSpPr/>
            <p:nvPr/>
          </p:nvSpPr>
          <p:spPr>
            <a:xfrm>
              <a:off x="11468140" y="5576165"/>
              <a:ext cx="305700" cy="3084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179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7" name="Google Shape;167;p1">
              <a:extLst>
                <a:ext uri="{FF2B5EF4-FFF2-40B4-BE49-F238E27FC236}">
                  <a16:creationId xmlns:a16="http://schemas.microsoft.com/office/drawing/2014/main" id="{6CB07D33-B4AF-21CD-140E-519FC60CF127}"/>
                </a:ext>
              </a:extLst>
            </p:cNvPr>
            <p:cNvSpPr/>
            <p:nvPr/>
          </p:nvSpPr>
          <p:spPr>
            <a:xfrm>
              <a:off x="10719482" y="592538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49" name="Google Shape;168;p1">
              <a:extLst>
                <a:ext uri="{FF2B5EF4-FFF2-40B4-BE49-F238E27FC236}">
                  <a16:creationId xmlns:a16="http://schemas.microsoft.com/office/drawing/2014/main" id="{1F080BD7-8552-8F66-6915-2E3315C0B220}"/>
                </a:ext>
              </a:extLst>
            </p:cNvPr>
            <p:cNvSpPr/>
            <p:nvPr/>
          </p:nvSpPr>
          <p:spPr>
            <a:xfrm>
              <a:off x="11061232" y="5405652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50" name="Google Shape;169;p1">
              <a:extLst>
                <a:ext uri="{FF2B5EF4-FFF2-40B4-BE49-F238E27FC236}">
                  <a16:creationId xmlns:a16="http://schemas.microsoft.com/office/drawing/2014/main" id="{554C84CD-1D2C-D818-5661-1D6D42F73C15}"/>
                </a:ext>
              </a:extLst>
            </p:cNvPr>
            <p:cNvSpPr/>
            <p:nvPr/>
          </p:nvSpPr>
          <p:spPr>
            <a:xfrm>
              <a:off x="10592773" y="6139937"/>
              <a:ext cx="274500" cy="2763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51" name="Google Shape;170;p1">
              <a:extLst>
                <a:ext uri="{FF2B5EF4-FFF2-40B4-BE49-F238E27FC236}">
                  <a16:creationId xmlns:a16="http://schemas.microsoft.com/office/drawing/2014/main" id="{1F5A2BE4-D053-C71B-4B60-97A973F8BDD2}"/>
                </a:ext>
              </a:extLst>
            </p:cNvPr>
            <p:cNvSpPr/>
            <p:nvPr/>
          </p:nvSpPr>
          <p:spPr>
            <a:xfrm>
              <a:off x="11037864" y="6333062"/>
              <a:ext cx="192300" cy="1980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52" name="Google Shape;171;p1">
              <a:extLst>
                <a:ext uri="{FF2B5EF4-FFF2-40B4-BE49-F238E27FC236}">
                  <a16:creationId xmlns:a16="http://schemas.microsoft.com/office/drawing/2014/main" id="{27FCBC23-07D4-7E67-5353-05D9D5C7002E}"/>
                </a:ext>
              </a:extLst>
            </p:cNvPr>
            <p:cNvSpPr/>
            <p:nvPr/>
          </p:nvSpPr>
          <p:spPr>
            <a:xfrm>
              <a:off x="11449106" y="6300040"/>
              <a:ext cx="553500" cy="567900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26900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54" name="Google Shape;172;p1">
              <a:extLst>
                <a:ext uri="{FF2B5EF4-FFF2-40B4-BE49-F238E27FC236}">
                  <a16:creationId xmlns:a16="http://schemas.microsoft.com/office/drawing/2014/main" id="{239C55F7-F291-82B1-DA50-360A6B711FBB}"/>
                </a:ext>
              </a:extLst>
            </p:cNvPr>
            <p:cNvCxnSpPr>
              <a:cxnSpLocks/>
              <a:stCxn id="33" idx="2"/>
              <a:endCxn id="46" idx="6"/>
            </p:cNvCxnSpPr>
            <p:nvPr/>
          </p:nvCxnSpPr>
          <p:spPr>
            <a:xfrm flipH="1">
              <a:off x="11773943" y="5649161"/>
              <a:ext cx="463800" cy="813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5" name="Google Shape;173;p1">
              <a:extLst>
                <a:ext uri="{FF2B5EF4-FFF2-40B4-BE49-F238E27FC236}">
                  <a16:creationId xmlns:a16="http://schemas.microsoft.com/office/drawing/2014/main" id="{2BC73A85-0286-7695-8637-B4A03BE9A780}"/>
                </a:ext>
              </a:extLst>
            </p:cNvPr>
            <p:cNvCxnSpPr>
              <a:stCxn id="46" idx="2"/>
              <a:endCxn id="452" idx="6"/>
            </p:cNvCxnSpPr>
            <p:nvPr/>
          </p:nvCxnSpPr>
          <p:spPr>
            <a:xfrm flipH="1">
              <a:off x="11113540" y="5730365"/>
              <a:ext cx="354600" cy="306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7" name="Google Shape;175;p1">
              <a:extLst>
                <a:ext uri="{FF2B5EF4-FFF2-40B4-BE49-F238E27FC236}">
                  <a16:creationId xmlns:a16="http://schemas.microsoft.com/office/drawing/2014/main" id="{EA35013E-AF6E-9ED7-4048-8B083DEE8E95}"/>
                </a:ext>
              </a:extLst>
            </p:cNvPr>
            <p:cNvCxnSpPr>
              <a:stCxn id="52" idx="1"/>
              <a:endCxn id="448" idx="5"/>
            </p:cNvCxnSpPr>
            <p:nvPr/>
          </p:nvCxnSpPr>
          <p:spPr>
            <a:xfrm rot="10800000">
              <a:off x="11390064" y="6170507"/>
              <a:ext cx="140100" cy="212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8" name="Google Shape;177;p1">
              <a:extLst>
                <a:ext uri="{FF2B5EF4-FFF2-40B4-BE49-F238E27FC236}">
                  <a16:creationId xmlns:a16="http://schemas.microsoft.com/office/drawing/2014/main" id="{5C3C69A3-C5DF-2F56-89F5-AF638899EFA3}"/>
                </a:ext>
              </a:extLst>
            </p:cNvPr>
            <p:cNvCxnSpPr>
              <a:stCxn id="52" idx="2"/>
              <a:endCxn id="51" idx="5"/>
            </p:cNvCxnSpPr>
            <p:nvPr/>
          </p:nvCxnSpPr>
          <p:spPr>
            <a:xfrm rot="10800000">
              <a:off x="11201906" y="6502090"/>
              <a:ext cx="247200" cy="81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9" name="Google Shape;178;p1">
              <a:extLst>
                <a:ext uri="{FF2B5EF4-FFF2-40B4-BE49-F238E27FC236}">
                  <a16:creationId xmlns:a16="http://schemas.microsoft.com/office/drawing/2014/main" id="{8376F5A6-B044-0D27-F032-6B99752D5FD5}"/>
                </a:ext>
              </a:extLst>
            </p:cNvPr>
            <p:cNvCxnSpPr>
              <a:stCxn id="51" idx="2"/>
              <a:endCxn id="50" idx="6"/>
            </p:cNvCxnSpPr>
            <p:nvPr/>
          </p:nvCxnSpPr>
          <p:spPr>
            <a:xfrm rot="10800000">
              <a:off x="10867164" y="6278162"/>
              <a:ext cx="170700" cy="15390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0" name="Google Shape;179;p1">
              <a:extLst>
                <a:ext uri="{FF2B5EF4-FFF2-40B4-BE49-F238E27FC236}">
                  <a16:creationId xmlns:a16="http://schemas.microsoft.com/office/drawing/2014/main" id="{9F9D9CD0-148D-6C4C-70E8-91E3B2F780F6}"/>
                </a:ext>
              </a:extLst>
            </p:cNvPr>
            <p:cNvCxnSpPr>
              <a:stCxn id="448" idx="2"/>
              <a:endCxn id="47" idx="5"/>
            </p:cNvCxnSpPr>
            <p:nvPr/>
          </p:nvCxnSpPr>
          <p:spPr>
            <a:xfrm rot="10800000">
              <a:off x="10883737" y="6094319"/>
              <a:ext cx="342300" cy="63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1" name="Google Shape;180;p1">
              <a:extLst>
                <a:ext uri="{FF2B5EF4-FFF2-40B4-BE49-F238E27FC236}">
                  <a16:creationId xmlns:a16="http://schemas.microsoft.com/office/drawing/2014/main" id="{F75A3143-7E95-868E-3F30-CBEC8282D41A}"/>
                </a:ext>
              </a:extLst>
            </p:cNvPr>
            <p:cNvCxnSpPr>
              <a:stCxn id="46" idx="1"/>
              <a:endCxn id="49" idx="5"/>
            </p:cNvCxnSpPr>
            <p:nvPr/>
          </p:nvCxnSpPr>
          <p:spPr>
            <a:xfrm rot="10800000">
              <a:off x="11225509" y="5574529"/>
              <a:ext cx="287400" cy="46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2" name="Google Shape;181;p1">
              <a:extLst>
                <a:ext uri="{FF2B5EF4-FFF2-40B4-BE49-F238E27FC236}">
                  <a16:creationId xmlns:a16="http://schemas.microsoft.com/office/drawing/2014/main" id="{9478C633-7072-87FE-47DF-5368589B89C1}"/>
                </a:ext>
              </a:extLst>
            </p:cNvPr>
            <p:cNvCxnSpPr>
              <a:stCxn id="466" idx="2"/>
              <a:endCxn id="448" idx="6"/>
            </p:cNvCxnSpPr>
            <p:nvPr/>
          </p:nvCxnSpPr>
          <p:spPr>
            <a:xfrm flipH="1">
              <a:off x="11418366" y="5897435"/>
              <a:ext cx="710100" cy="2031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63" name="Google Shape;183;p1">
              <a:extLst>
                <a:ext uri="{FF2B5EF4-FFF2-40B4-BE49-F238E27FC236}">
                  <a16:creationId xmlns:a16="http://schemas.microsoft.com/office/drawing/2014/main" id="{2CBE79E8-85F5-2D73-BFAE-DF8932732D0D}"/>
                </a:ext>
              </a:extLst>
            </p:cNvPr>
            <p:cNvCxnSpPr>
              <a:stCxn id="466" idx="2"/>
              <a:endCxn id="47" idx="6"/>
            </p:cNvCxnSpPr>
            <p:nvPr/>
          </p:nvCxnSpPr>
          <p:spPr>
            <a:xfrm flipH="1">
              <a:off x="10911666" y="5897435"/>
              <a:ext cx="1216800" cy="1269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48" name="Google Shape;176;p1">
              <a:extLst>
                <a:ext uri="{FF2B5EF4-FFF2-40B4-BE49-F238E27FC236}">
                  <a16:creationId xmlns:a16="http://schemas.microsoft.com/office/drawing/2014/main" id="{2C5E3446-F93E-7BF4-D51E-F6E8AB5F261F}"/>
                </a:ext>
              </a:extLst>
            </p:cNvPr>
            <p:cNvSpPr/>
            <p:nvPr/>
          </p:nvSpPr>
          <p:spPr>
            <a:xfrm>
              <a:off x="11226037" y="6001619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49" name="Google Shape;184;p1">
              <a:extLst>
                <a:ext uri="{FF2B5EF4-FFF2-40B4-BE49-F238E27FC236}">
                  <a16:creationId xmlns:a16="http://schemas.microsoft.com/office/drawing/2014/main" id="{3B880F32-3C21-CD2D-536E-01EB211A6743}"/>
                </a:ext>
              </a:extLst>
            </p:cNvPr>
            <p:cNvCxnSpPr>
              <a:stCxn id="33" idx="2"/>
              <a:endCxn id="51" idx="7"/>
            </p:cNvCxnSpPr>
            <p:nvPr/>
          </p:nvCxnSpPr>
          <p:spPr>
            <a:xfrm flipH="1">
              <a:off x="11202143" y="5649161"/>
              <a:ext cx="1035600" cy="7128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0" name="Google Shape;185;p1">
              <a:extLst>
                <a:ext uri="{FF2B5EF4-FFF2-40B4-BE49-F238E27FC236}">
                  <a16:creationId xmlns:a16="http://schemas.microsoft.com/office/drawing/2014/main" id="{09BF4B71-277F-4407-D23E-E137FD9DF948}"/>
                </a:ext>
              </a:extLst>
            </p:cNvPr>
            <p:cNvCxnSpPr>
              <a:stCxn id="33" idx="5"/>
              <a:endCxn id="40" idx="1"/>
            </p:cNvCxnSpPr>
            <p:nvPr/>
          </p:nvCxnSpPr>
          <p:spPr>
            <a:xfrm>
              <a:off x="12401881" y="5719165"/>
              <a:ext cx="907200" cy="894600"/>
            </a:xfrm>
            <a:prstGeom prst="straightConnector1">
              <a:avLst/>
            </a:prstGeom>
            <a:noFill/>
            <a:ln w="17925" cap="flat" cmpd="sng">
              <a:solidFill>
                <a:srgbClr val="D9D9D9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52" name="Google Shape;174;p1">
              <a:extLst>
                <a:ext uri="{FF2B5EF4-FFF2-40B4-BE49-F238E27FC236}">
                  <a16:creationId xmlns:a16="http://schemas.microsoft.com/office/drawing/2014/main" id="{CC2B2DE2-3EBE-728E-8D5C-17E8753BB6BD}"/>
                </a:ext>
              </a:extLst>
            </p:cNvPr>
            <p:cNvSpPr/>
            <p:nvPr/>
          </p:nvSpPr>
          <p:spPr>
            <a:xfrm>
              <a:off x="10921235" y="5662025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53" name="Google Shape;186;p1">
              <a:extLst>
                <a:ext uri="{FF2B5EF4-FFF2-40B4-BE49-F238E27FC236}">
                  <a16:creationId xmlns:a16="http://schemas.microsoft.com/office/drawing/2014/main" id="{44193011-1856-2AAE-2E8A-996679711660}"/>
                </a:ext>
              </a:extLst>
            </p:cNvPr>
            <p:cNvCxnSpPr>
              <a:stCxn id="466" idx="2"/>
              <a:endCxn id="51" idx="6"/>
            </p:cNvCxnSpPr>
            <p:nvPr/>
          </p:nvCxnSpPr>
          <p:spPr>
            <a:xfrm flipH="1">
              <a:off x="11230266" y="5897435"/>
              <a:ext cx="898200" cy="5346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6" name="Google Shape;187;p1">
              <a:extLst>
                <a:ext uri="{FF2B5EF4-FFF2-40B4-BE49-F238E27FC236}">
                  <a16:creationId xmlns:a16="http://schemas.microsoft.com/office/drawing/2014/main" id="{0F2CF676-F257-5F88-0B12-B8F2B12184EB}"/>
                </a:ext>
              </a:extLst>
            </p:cNvPr>
            <p:cNvCxnSpPr>
              <a:stCxn id="461" idx="6"/>
              <a:endCxn id="39" idx="2"/>
            </p:cNvCxnSpPr>
            <p:nvPr/>
          </p:nvCxnSpPr>
          <p:spPr>
            <a:xfrm rot="10800000" flipH="1">
              <a:off x="12553633" y="5743151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7" name="Google Shape;189;p1">
              <a:extLst>
                <a:ext uri="{FF2B5EF4-FFF2-40B4-BE49-F238E27FC236}">
                  <a16:creationId xmlns:a16="http://schemas.microsoft.com/office/drawing/2014/main" id="{12E0C394-F16A-E0BE-B325-71853337B579}"/>
                </a:ext>
              </a:extLst>
            </p:cNvPr>
            <p:cNvCxnSpPr>
              <a:stCxn id="39" idx="7"/>
              <a:endCxn id="37" idx="2"/>
            </p:cNvCxnSpPr>
            <p:nvPr/>
          </p:nvCxnSpPr>
          <p:spPr>
            <a:xfrm rot="10800000" flipH="1">
              <a:off x="13154736" y="5621063"/>
              <a:ext cx="162600" cy="522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8" name="Google Shape;190;p1">
              <a:extLst>
                <a:ext uri="{FF2B5EF4-FFF2-40B4-BE49-F238E27FC236}">
                  <a16:creationId xmlns:a16="http://schemas.microsoft.com/office/drawing/2014/main" id="{56425D35-98AC-4138-2E19-CFCEE1EA88DE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 rot="10800000" flipH="1">
              <a:off x="13509582" y="5405984"/>
              <a:ext cx="189900" cy="215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59" name="Google Shape;191;p1">
              <a:extLst>
                <a:ext uri="{FF2B5EF4-FFF2-40B4-BE49-F238E27FC236}">
                  <a16:creationId xmlns:a16="http://schemas.microsoft.com/office/drawing/2014/main" id="{8616A146-5762-310A-7206-29F7B31BE0BD}"/>
                </a:ext>
              </a:extLst>
            </p:cNvPr>
            <p:cNvCxnSpPr>
              <a:stCxn id="33" idx="6"/>
              <a:endCxn id="35" idx="2"/>
            </p:cNvCxnSpPr>
            <p:nvPr/>
          </p:nvCxnSpPr>
          <p:spPr>
            <a:xfrm rot="10800000" flipH="1">
              <a:off x="12430043" y="5497061"/>
              <a:ext cx="560700" cy="1521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61" name="Google Shape;188;p1">
              <a:extLst>
                <a:ext uri="{FF2B5EF4-FFF2-40B4-BE49-F238E27FC236}">
                  <a16:creationId xmlns:a16="http://schemas.microsoft.com/office/drawing/2014/main" id="{2621FABC-9D40-F5BC-265F-070F677C60AA}"/>
                </a:ext>
              </a:extLst>
            </p:cNvPr>
            <p:cNvSpPr/>
            <p:nvPr/>
          </p:nvSpPr>
          <p:spPr>
            <a:xfrm>
              <a:off x="12361333" y="5843951"/>
              <a:ext cx="192300" cy="198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65" name="Google Shape;192;p1">
              <a:extLst>
                <a:ext uri="{FF2B5EF4-FFF2-40B4-BE49-F238E27FC236}">
                  <a16:creationId xmlns:a16="http://schemas.microsoft.com/office/drawing/2014/main" id="{FB9A3F5F-D973-F81F-2318-6F058E8DE072}"/>
                </a:ext>
              </a:extLst>
            </p:cNvPr>
            <p:cNvCxnSpPr>
              <a:stCxn id="35" idx="7"/>
              <a:endCxn id="36" idx="2"/>
            </p:cNvCxnSpPr>
            <p:nvPr/>
          </p:nvCxnSpPr>
          <p:spPr>
            <a:xfrm rot="10800000" flipH="1">
              <a:off x="13154747" y="5328685"/>
              <a:ext cx="174300" cy="98400"/>
            </a:xfrm>
            <a:prstGeom prst="straightConnector1">
              <a:avLst/>
            </a:prstGeom>
            <a:noFill/>
            <a:ln w="9525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66" name="Google Shape;182;p1">
              <a:extLst>
                <a:ext uri="{FF2B5EF4-FFF2-40B4-BE49-F238E27FC236}">
                  <a16:creationId xmlns:a16="http://schemas.microsoft.com/office/drawing/2014/main" id="{01BCD0E4-DD7C-08A8-8755-E6FE7442EBBB}"/>
                </a:ext>
              </a:extLst>
            </p:cNvPr>
            <p:cNvSpPr/>
            <p:nvPr/>
          </p:nvSpPr>
          <p:spPr>
            <a:xfrm>
              <a:off x="12128466" y="5798435"/>
              <a:ext cx="192300" cy="198000"/>
            </a:xfrm>
            <a:prstGeom prst="ellipse">
              <a:avLst/>
            </a:prstGeom>
            <a:solidFill>
              <a:srgbClr val="E4E4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468" name="Google Shape;193;p1">
              <a:extLst>
                <a:ext uri="{FF2B5EF4-FFF2-40B4-BE49-F238E27FC236}">
                  <a16:creationId xmlns:a16="http://schemas.microsoft.com/office/drawing/2014/main" id="{AC1A41EB-08AB-00EB-642B-BCC5E74C671C}"/>
                </a:ext>
              </a:extLst>
            </p:cNvPr>
            <p:cNvCxnSpPr>
              <a:stCxn id="52" idx="6"/>
              <a:endCxn id="40" idx="2"/>
            </p:cNvCxnSpPr>
            <p:nvPr/>
          </p:nvCxnSpPr>
          <p:spPr>
            <a:xfrm>
              <a:off x="12002606" y="6583990"/>
              <a:ext cx="1258500" cy="148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470" name="Google Shape;194;p1">
              <a:extLst>
                <a:ext uri="{FF2B5EF4-FFF2-40B4-BE49-F238E27FC236}">
                  <a16:creationId xmlns:a16="http://schemas.microsoft.com/office/drawing/2014/main" id="{73758FC8-99E6-7DB5-6A24-9C15F73EB9E7}"/>
                </a:ext>
              </a:extLst>
            </p:cNvPr>
            <p:cNvCxnSpPr>
              <a:stCxn id="44" idx="1"/>
              <a:endCxn id="46" idx="5"/>
            </p:cNvCxnSpPr>
            <p:nvPr/>
          </p:nvCxnSpPr>
          <p:spPr>
            <a:xfrm rot="10800000">
              <a:off x="11729045" y="5839432"/>
              <a:ext cx="1188600" cy="9627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1" name="Google Shape;195;p1">
              <a:extLst>
                <a:ext uri="{FF2B5EF4-FFF2-40B4-BE49-F238E27FC236}">
                  <a16:creationId xmlns:a16="http://schemas.microsoft.com/office/drawing/2014/main" id="{AA0FBCC7-01CE-6EE0-B83F-D3C8E3B13BCC}"/>
                </a:ext>
              </a:extLst>
            </p:cNvPr>
            <p:cNvCxnSpPr>
              <a:stCxn id="466" idx="3"/>
              <a:endCxn id="52" idx="7"/>
            </p:cNvCxnSpPr>
            <p:nvPr/>
          </p:nvCxnSpPr>
          <p:spPr>
            <a:xfrm flipH="1">
              <a:off x="11921428" y="5967439"/>
              <a:ext cx="235200" cy="415800"/>
            </a:xfrm>
            <a:prstGeom prst="straightConnector1">
              <a:avLst/>
            </a:prstGeom>
            <a:noFill/>
            <a:ln w="35850" cap="flat" cmpd="sng">
              <a:solidFill>
                <a:srgbClr val="E4E4E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2" name="Google Shape;196;p1">
              <a:extLst>
                <a:ext uri="{FF2B5EF4-FFF2-40B4-BE49-F238E27FC236}">
                  <a16:creationId xmlns:a16="http://schemas.microsoft.com/office/drawing/2014/main" id="{CBC08898-85CD-324D-1873-4382E58CFE88}"/>
                </a:ext>
              </a:extLst>
            </p:cNvPr>
            <p:cNvCxnSpPr>
              <a:stCxn id="461" idx="5"/>
              <a:endCxn id="44" idx="1"/>
            </p:cNvCxnSpPr>
            <p:nvPr/>
          </p:nvCxnSpPr>
          <p:spPr>
            <a:xfrm>
              <a:off x="12525471" y="6012955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3" name="Google Shape;197;p1">
              <a:extLst>
                <a:ext uri="{FF2B5EF4-FFF2-40B4-BE49-F238E27FC236}">
                  <a16:creationId xmlns:a16="http://schemas.microsoft.com/office/drawing/2014/main" id="{16D7C0A6-5F7C-C894-117F-F1453BB970FD}"/>
                </a:ext>
              </a:extLst>
            </p:cNvPr>
            <p:cNvCxnSpPr>
              <a:stCxn id="33" idx="6"/>
              <a:endCxn id="39" idx="2"/>
            </p:cNvCxnSpPr>
            <p:nvPr/>
          </p:nvCxnSpPr>
          <p:spPr>
            <a:xfrm>
              <a:off x="12430043" y="5649161"/>
              <a:ext cx="560700" cy="94200"/>
            </a:xfrm>
            <a:prstGeom prst="straightConnector1">
              <a:avLst/>
            </a:prstGeom>
            <a:noFill/>
            <a:ln w="9525" cap="flat" cmpd="sng">
              <a:solidFill>
                <a:schemeClr val="bg2">
                  <a:lumMod val="1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8" name="Google Shape;198;p1">
              <a:extLst>
                <a:ext uri="{FF2B5EF4-FFF2-40B4-BE49-F238E27FC236}">
                  <a16:creationId xmlns:a16="http://schemas.microsoft.com/office/drawing/2014/main" id="{39BEE82F-CC69-1511-0CE8-07A40DCD081D}"/>
                </a:ext>
              </a:extLst>
            </p:cNvPr>
            <p:cNvCxnSpPr>
              <a:stCxn id="461" idx="6"/>
              <a:endCxn id="45" idx="2"/>
            </p:cNvCxnSpPr>
            <p:nvPr/>
          </p:nvCxnSpPr>
          <p:spPr>
            <a:xfrm>
              <a:off x="12553633" y="5942951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79" name="Google Shape;199;p1">
              <a:extLst>
                <a:ext uri="{FF2B5EF4-FFF2-40B4-BE49-F238E27FC236}">
                  <a16:creationId xmlns:a16="http://schemas.microsoft.com/office/drawing/2014/main" id="{02C02D98-6FED-1B1A-E252-27356A6D021A}"/>
                </a:ext>
              </a:extLst>
            </p:cNvPr>
            <p:cNvCxnSpPr>
              <a:stCxn id="461" idx="3"/>
              <a:endCxn id="52" idx="7"/>
            </p:cNvCxnSpPr>
            <p:nvPr/>
          </p:nvCxnSpPr>
          <p:spPr>
            <a:xfrm flipH="1">
              <a:off x="11921495" y="6012955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81" name="Google Shape;200;p1">
              <a:extLst>
                <a:ext uri="{FF2B5EF4-FFF2-40B4-BE49-F238E27FC236}">
                  <a16:creationId xmlns:a16="http://schemas.microsoft.com/office/drawing/2014/main" id="{EC75B8AF-17B2-FFAD-38A7-10BBD158B980}"/>
                </a:ext>
              </a:extLst>
            </p:cNvPr>
            <p:cNvCxnSpPr>
              <a:stCxn id="461" idx="6"/>
              <a:endCxn id="40" idx="1"/>
            </p:cNvCxnSpPr>
            <p:nvPr/>
          </p:nvCxnSpPr>
          <p:spPr>
            <a:xfrm>
              <a:off x="12553633" y="5942951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3E6CA7-E718-F83D-01FA-CA84424463F0}"/>
              </a:ext>
            </a:extLst>
          </p:cNvPr>
          <p:cNvCxnSpPr>
            <a:stCxn id="359" idx="3"/>
            <a:endCxn id="338" idx="7"/>
          </p:cNvCxnSpPr>
          <p:nvPr/>
        </p:nvCxnSpPr>
        <p:spPr>
          <a:xfrm flipH="1">
            <a:off x="8399404" y="6857889"/>
            <a:ext cx="192599" cy="17101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786A80-75CF-6F20-C122-60B4BF075A10}"/>
              </a:ext>
            </a:extLst>
          </p:cNvPr>
          <p:cNvCxnSpPr>
            <a:cxnSpLocks/>
            <a:stCxn id="359" idx="5"/>
            <a:endCxn id="329" idx="1"/>
          </p:cNvCxnSpPr>
          <p:nvPr/>
        </p:nvCxnSpPr>
        <p:spPr>
          <a:xfrm>
            <a:off x="8647968" y="6857889"/>
            <a:ext cx="161412" cy="364517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040EEC-144A-0086-B725-90106DE2044C}"/>
              </a:ext>
            </a:extLst>
          </p:cNvPr>
          <p:cNvCxnSpPr>
            <a:stCxn id="359" idx="6"/>
            <a:endCxn id="328" idx="1"/>
          </p:cNvCxnSpPr>
          <p:nvPr/>
        </p:nvCxnSpPr>
        <p:spPr>
          <a:xfrm>
            <a:off x="8659559" y="6825554"/>
            <a:ext cx="310966" cy="3098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39882DC-36D9-B2FE-041B-053DD3B6438B}"/>
              </a:ext>
            </a:extLst>
          </p:cNvPr>
          <p:cNvCxnSpPr>
            <a:stCxn id="359" idx="6"/>
            <a:endCxn id="331" idx="2"/>
          </p:cNvCxnSpPr>
          <p:nvPr/>
        </p:nvCxnSpPr>
        <p:spPr>
          <a:xfrm>
            <a:off x="8659559" y="6825554"/>
            <a:ext cx="317138" cy="117876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474D363-9C85-D36A-FB6F-1DCDD9F70289}"/>
              </a:ext>
            </a:extLst>
          </p:cNvPr>
          <p:cNvCxnSpPr>
            <a:cxnSpLocks/>
            <a:stCxn id="359" idx="7"/>
            <a:endCxn id="327" idx="2"/>
          </p:cNvCxnSpPr>
          <p:nvPr/>
        </p:nvCxnSpPr>
        <p:spPr>
          <a:xfrm flipV="1">
            <a:off x="8647968" y="6733320"/>
            <a:ext cx="191438" cy="59899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8" name="Line">
            <a:extLst>
              <a:ext uri="{FF2B5EF4-FFF2-40B4-BE49-F238E27FC236}">
                <a16:creationId xmlns:a16="http://schemas.microsoft.com/office/drawing/2014/main" id="{3208538C-AD12-67FE-7450-6063EBA9F2E4}"/>
              </a:ext>
            </a:extLst>
          </p:cNvPr>
          <p:cNvSpPr/>
          <p:nvPr/>
        </p:nvSpPr>
        <p:spPr>
          <a:xfrm flipV="1">
            <a:off x="4522135" y="1950770"/>
            <a:ext cx="0" cy="426545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1" name="Line">
            <a:extLst>
              <a:ext uri="{FF2B5EF4-FFF2-40B4-BE49-F238E27FC236}">
                <a16:creationId xmlns:a16="http://schemas.microsoft.com/office/drawing/2014/main" id="{DDC3206C-EE10-7829-30F0-735C01470498}"/>
              </a:ext>
            </a:extLst>
          </p:cNvPr>
          <p:cNvSpPr/>
          <p:nvPr/>
        </p:nvSpPr>
        <p:spPr>
          <a:xfrm flipV="1">
            <a:off x="4528417" y="2925125"/>
            <a:ext cx="0" cy="426545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2" name="Line">
            <a:extLst>
              <a:ext uri="{FF2B5EF4-FFF2-40B4-BE49-F238E27FC236}">
                <a16:creationId xmlns:a16="http://schemas.microsoft.com/office/drawing/2014/main" id="{3EF9AC49-1B64-A0B4-35C1-74D39609DD10}"/>
              </a:ext>
            </a:extLst>
          </p:cNvPr>
          <p:cNvSpPr/>
          <p:nvPr/>
        </p:nvSpPr>
        <p:spPr>
          <a:xfrm flipV="1">
            <a:off x="4522135" y="3712979"/>
            <a:ext cx="0" cy="616883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3" name="Line">
            <a:extLst>
              <a:ext uri="{FF2B5EF4-FFF2-40B4-BE49-F238E27FC236}">
                <a16:creationId xmlns:a16="http://schemas.microsoft.com/office/drawing/2014/main" id="{9E211AE0-28BC-722B-1958-EE44592D73A5}"/>
              </a:ext>
            </a:extLst>
          </p:cNvPr>
          <p:cNvSpPr/>
          <p:nvPr/>
        </p:nvSpPr>
        <p:spPr>
          <a:xfrm flipV="1">
            <a:off x="4522135" y="4885657"/>
            <a:ext cx="0" cy="859416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4" name="Line">
            <a:extLst>
              <a:ext uri="{FF2B5EF4-FFF2-40B4-BE49-F238E27FC236}">
                <a16:creationId xmlns:a16="http://schemas.microsoft.com/office/drawing/2014/main" id="{D0E9FD65-C049-65A7-B6C0-3A603D16B6CA}"/>
              </a:ext>
            </a:extLst>
          </p:cNvPr>
          <p:cNvSpPr/>
          <p:nvPr/>
        </p:nvSpPr>
        <p:spPr>
          <a:xfrm flipV="1">
            <a:off x="4522135" y="6345871"/>
            <a:ext cx="0" cy="1081129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45" name="Line">
            <a:extLst>
              <a:ext uri="{FF2B5EF4-FFF2-40B4-BE49-F238E27FC236}">
                <a16:creationId xmlns:a16="http://schemas.microsoft.com/office/drawing/2014/main" id="{2292D67B-9D57-D88E-6900-85ECCA11FD6B}"/>
              </a:ext>
            </a:extLst>
          </p:cNvPr>
          <p:cNvSpPr/>
          <p:nvPr/>
        </p:nvSpPr>
        <p:spPr>
          <a:xfrm flipV="1">
            <a:off x="4526280" y="8228494"/>
            <a:ext cx="0" cy="426545"/>
          </a:xfrm>
          <a:prstGeom prst="line">
            <a:avLst/>
          </a:prstGeom>
          <a:ln w="12700">
            <a:solidFill>
              <a:schemeClr val="tx1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05FD7C69-0475-9BAF-050A-DE7EBF21FD1E}"/>
              </a:ext>
            </a:extLst>
          </p:cNvPr>
          <p:cNvSpPr txBox="1"/>
          <p:nvPr/>
        </p:nvSpPr>
        <p:spPr>
          <a:xfrm>
            <a:off x="3840480" y="3761082"/>
            <a:ext cx="582846" cy="4692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Node/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/>
              <a:t>Edgelist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sym typeface="Source Sans Pro"/>
            </a:endParaRPr>
          </a:p>
        </p:txBody>
      </p:sp>
      <p:sp>
        <p:nvSpPr>
          <p:cNvPr id="529" name="Manipulate Variables">
            <a:extLst>
              <a:ext uri="{FF2B5EF4-FFF2-40B4-BE49-F238E27FC236}">
                <a16:creationId xmlns:a16="http://schemas.microsoft.com/office/drawing/2014/main" id="{A5F7FD4C-8100-CB1F-1E66-096E5944C08F}"/>
              </a:ext>
            </a:extLst>
          </p:cNvPr>
          <p:cNvSpPr txBox="1"/>
          <p:nvPr/>
        </p:nvSpPr>
        <p:spPr>
          <a:xfrm>
            <a:off x="274320" y="3474720"/>
            <a:ext cx="180017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Downloaders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1A676-A332-26C1-5DF9-C26BDEDF25A8}"/>
              </a:ext>
            </a:extLst>
          </p:cNvPr>
          <p:cNvSpPr txBox="1"/>
          <p:nvPr/>
        </p:nvSpPr>
        <p:spPr>
          <a:xfrm>
            <a:off x="7737264" y="10327008"/>
            <a:ext cx="6091194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, Carlos Paradis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19" name="Connector: Elbow 518">
            <a:extLst>
              <a:ext uri="{FF2B5EF4-FFF2-40B4-BE49-F238E27FC236}">
                <a16:creationId xmlns:a16="http://schemas.microsoft.com/office/drawing/2014/main" id="{9BA869DB-971D-74A4-27C3-0A760733BDD8}"/>
              </a:ext>
            </a:extLst>
          </p:cNvPr>
          <p:cNvCxnSpPr>
            <a:cxnSpLocks/>
            <a:endCxn id="421" idx="1"/>
          </p:cNvCxnSpPr>
          <p:nvPr/>
        </p:nvCxnSpPr>
        <p:spPr>
          <a:xfrm flipV="1">
            <a:off x="5249371" y="8491055"/>
            <a:ext cx="4626149" cy="557801"/>
          </a:xfrm>
          <a:prstGeom prst="bentConnector3">
            <a:avLst>
              <a:gd name="adj1" fmla="val 9571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7" name="Connector: Elbow 546">
            <a:extLst>
              <a:ext uri="{FF2B5EF4-FFF2-40B4-BE49-F238E27FC236}">
                <a16:creationId xmlns:a16="http://schemas.microsoft.com/office/drawing/2014/main" id="{9FF53575-0D03-03D5-8563-ACEF5867A3E7}"/>
              </a:ext>
            </a:extLst>
          </p:cNvPr>
          <p:cNvCxnSpPr>
            <a:stCxn id="529" idx="3"/>
            <a:endCxn id="447" idx="1"/>
          </p:cNvCxnSpPr>
          <p:nvPr/>
        </p:nvCxnSpPr>
        <p:spPr>
          <a:xfrm flipV="1">
            <a:off x="2074493" y="2148962"/>
            <a:ext cx="1765987" cy="1495773"/>
          </a:xfrm>
          <a:prstGeom prst="bentConnector3">
            <a:avLst>
              <a:gd name="adj1" fmla="val 82702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889FE9ED-2B51-F3C3-FA77-893D112F5968}"/>
              </a:ext>
            </a:extLst>
          </p:cNvPr>
          <p:cNvCxnSpPr>
            <a:cxnSpLocks/>
            <a:stCxn id="488" idx="3"/>
            <a:endCxn id="512" idx="1"/>
          </p:cNvCxnSpPr>
          <p:nvPr/>
        </p:nvCxnSpPr>
        <p:spPr>
          <a:xfrm flipV="1">
            <a:off x="1292227" y="3099580"/>
            <a:ext cx="2548253" cy="2373955"/>
          </a:xfrm>
          <a:prstGeom prst="bentConnector3">
            <a:avLst>
              <a:gd name="adj1" fmla="val 9154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6" name="Connector: Elbow 555">
            <a:extLst>
              <a:ext uri="{FF2B5EF4-FFF2-40B4-BE49-F238E27FC236}">
                <a16:creationId xmlns:a16="http://schemas.microsoft.com/office/drawing/2014/main" id="{17FBEFDD-28C1-94DB-8761-9BD9249709CD}"/>
              </a:ext>
            </a:extLst>
          </p:cNvPr>
          <p:cNvCxnSpPr>
            <a:cxnSpLocks/>
            <a:stCxn id="326" idx="3"/>
            <a:endCxn id="513" idx="1"/>
          </p:cNvCxnSpPr>
          <p:nvPr/>
        </p:nvCxnSpPr>
        <p:spPr>
          <a:xfrm flipV="1">
            <a:off x="2100141" y="3995721"/>
            <a:ext cx="1740339" cy="3672374"/>
          </a:xfrm>
          <a:prstGeom prst="bentConnector3">
            <a:avLst>
              <a:gd name="adj1" fmla="val 9217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5" name="Connector: Elbow 564">
            <a:extLst>
              <a:ext uri="{FF2B5EF4-FFF2-40B4-BE49-F238E27FC236}">
                <a16:creationId xmlns:a16="http://schemas.microsoft.com/office/drawing/2014/main" id="{F274FF41-671D-CF9E-7F86-E22B8144400D}"/>
              </a:ext>
            </a:extLst>
          </p:cNvPr>
          <p:cNvCxnSpPr>
            <a:stCxn id="28" idx="2"/>
            <a:endCxn id="12" idx="0"/>
          </p:cNvCxnSpPr>
          <p:nvPr/>
        </p:nvCxnSpPr>
        <p:spPr>
          <a:xfrm rot="16200000" flipH="1">
            <a:off x="5549608" y="2703047"/>
            <a:ext cx="261031" cy="2153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6" name="Connector: Elbow 565">
            <a:extLst>
              <a:ext uri="{FF2B5EF4-FFF2-40B4-BE49-F238E27FC236}">
                <a16:creationId xmlns:a16="http://schemas.microsoft.com/office/drawing/2014/main" id="{189587FC-9AFA-C56F-82DF-7BE506E32334}"/>
              </a:ext>
            </a:extLst>
          </p:cNvPr>
          <p:cNvCxnSpPr>
            <a:cxnSpLocks/>
            <a:stCxn id="20" idx="2"/>
            <a:endCxn id="15" idx="0"/>
          </p:cNvCxnSpPr>
          <p:nvPr/>
        </p:nvCxnSpPr>
        <p:spPr>
          <a:xfrm rot="16200000" flipH="1">
            <a:off x="6777668" y="2684172"/>
            <a:ext cx="288585" cy="1235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9" name="Connector: Elbow 568">
            <a:extLst>
              <a:ext uri="{FF2B5EF4-FFF2-40B4-BE49-F238E27FC236}">
                <a16:creationId xmlns:a16="http://schemas.microsoft.com/office/drawing/2014/main" id="{C648418A-9600-9E5C-778F-D1FD96346F94}"/>
              </a:ext>
            </a:extLst>
          </p:cNvPr>
          <p:cNvCxnSpPr>
            <a:cxnSpLocks/>
            <a:stCxn id="24" idx="2"/>
            <a:endCxn id="18" idx="0"/>
          </p:cNvCxnSpPr>
          <p:nvPr/>
        </p:nvCxnSpPr>
        <p:spPr>
          <a:xfrm rot="16200000" flipH="1">
            <a:off x="8050345" y="2680382"/>
            <a:ext cx="302822" cy="569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0B15C6E8-1347-2C75-176E-309DC5D9077F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5570266" y="3539329"/>
            <a:ext cx="223234" cy="136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5" name="Connector: Elbow 574">
            <a:extLst>
              <a:ext uri="{FF2B5EF4-FFF2-40B4-BE49-F238E27FC236}">
                <a16:creationId xmlns:a16="http://schemas.microsoft.com/office/drawing/2014/main" id="{25D4E70D-5A32-FEBA-309F-FDC24EAD1747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6822937" y="3533593"/>
            <a:ext cx="210396" cy="0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1" name="Connector: Elbow 260">
            <a:extLst>
              <a:ext uri="{FF2B5EF4-FFF2-40B4-BE49-F238E27FC236}">
                <a16:creationId xmlns:a16="http://schemas.microsoft.com/office/drawing/2014/main" id="{C458A771-B9C8-CF31-4AF9-C48AF26C9A6F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8099447" y="3533551"/>
            <a:ext cx="210312" cy="0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5" name="Connector: Elbow 354">
            <a:extLst>
              <a:ext uri="{FF2B5EF4-FFF2-40B4-BE49-F238E27FC236}">
                <a16:creationId xmlns:a16="http://schemas.microsoft.com/office/drawing/2014/main" id="{E481BCF5-441D-2F21-AF62-230F42D166A0}"/>
              </a:ext>
            </a:extLst>
          </p:cNvPr>
          <p:cNvCxnSpPr>
            <a:cxnSpLocks/>
            <a:endCxn id="369" idx="1"/>
          </p:cNvCxnSpPr>
          <p:nvPr/>
        </p:nvCxnSpPr>
        <p:spPr>
          <a:xfrm rot="16200000" flipH="1">
            <a:off x="5457123" y="4535855"/>
            <a:ext cx="664634" cy="213754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9" name="TextBox 368">
            <a:extLst>
              <a:ext uri="{FF2B5EF4-FFF2-40B4-BE49-F238E27FC236}">
                <a16:creationId xmlns:a16="http://schemas.microsoft.com/office/drawing/2014/main" id="{F408071B-0623-4FDE-544A-2D81799291ED}"/>
              </a:ext>
            </a:extLst>
          </p:cNvPr>
          <p:cNvSpPr txBox="1"/>
          <p:nvPr/>
        </p:nvSpPr>
        <p:spPr>
          <a:xfrm>
            <a:off x="5896317" y="4604475"/>
            <a:ext cx="2124618" cy="7411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82" name="Connector: Elbow 381">
            <a:extLst>
              <a:ext uri="{FF2B5EF4-FFF2-40B4-BE49-F238E27FC236}">
                <a16:creationId xmlns:a16="http://schemas.microsoft.com/office/drawing/2014/main" id="{F8DB6194-64EF-EF89-A661-C8D371F0F56A}"/>
              </a:ext>
            </a:extLst>
          </p:cNvPr>
          <p:cNvCxnSpPr>
            <a:cxnSpLocks/>
            <a:endCxn id="369" idx="0"/>
          </p:cNvCxnSpPr>
          <p:nvPr/>
        </p:nvCxnSpPr>
        <p:spPr>
          <a:xfrm rot="16200000" flipH="1">
            <a:off x="6776146" y="4452487"/>
            <a:ext cx="303976" cy="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5" name="Connector: Elbow 424">
            <a:extLst>
              <a:ext uri="{FF2B5EF4-FFF2-40B4-BE49-F238E27FC236}">
                <a16:creationId xmlns:a16="http://schemas.microsoft.com/office/drawing/2014/main" id="{DF96DCAF-7A15-2458-B9E4-A232AFD2D8BB}"/>
              </a:ext>
            </a:extLst>
          </p:cNvPr>
          <p:cNvCxnSpPr>
            <a:cxnSpLocks/>
            <a:endCxn id="369" idx="3"/>
          </p:cNvCxnSpPr>
          <p:nvPr/>
        </p:nvCxnSpPr>
        <p:spPr>
          <a:xfrm rot="5400000">
            <a:off x="7747432" y="4530189"/>
            <a:ext cx="718364" cy="171357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3" name="Connector: Elbow 432">
            <a:extLst>
              <a:ext uri="{FF2B5EF4-FFF2-40B4-BE49-F238E27FC236}">
                <a16:creationId xmlns:a16="http://schemas.microsoft.com/office/drawing/2014/main" id="{2F05E601-94EE-AD57-E695-339F28AEB042}"/>
              </a:ext>
            </a:extLst>
          </p:cNvPr>
          <p:cNvCxnSpPr>
            <a:cxnSpLocks/>
          </p:cNvCxnSpPr>
          <p:nvPr/>
        </p:nvCxnSpPr>
        <p:spPr>
          <a:xfrm rot="5400000">
            <a:off x="6675120" y="6223177"/>
            <a:ext cx="580803" cy="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6" name="Connector: Elbow 435">
            <a:extLst>
              <a:ext uri="{FF2B5EF4-FFF2-40B4-BE49-F238E27FC236}">
                <a16:creationId xmlns:a16="http://schemas.microsoft.com/office/drawing/2014/main" id="{434584EA-C5DF-4066-279F-D4298CDC6CBB}"/>
              </a:ext>
            </a:extLst>
          </p:cNvPr>
          <p:cNvCxnSpPr>
            <a:cxnSpLocks/>
            <a:stCxn id="440" idx="1"/>
          </p:cNvCxnSpPr>
          <p:nvPr/>
        </p:nvCxnSpPr>
        <p:spPr>
          <a:xfrm rot="10800000" flipV="1">
            <a:off x="5466126" y="5555851"/>
            <a:ext cx="439624" cy="591063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5793ADFD-CCB8-8A89-70D9-D9892CABE987}"/>
              </a:ext>
            </a:extLst>
          </p:cNvPr>
          <p:cNvSpPr txBox="1"/>
          <p:nvPr/>
        </p:nvSpPr>
        <p:spPr>
          <a:xfrm>
            <a:off x="5905750" y="5185278"/>
            <a:ext cx="2124618" cy="7411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6" name="Connector: Elbow 575">
            <a:extLst>
              <a:ext uri="{FF2B5EF4-FFF2-40B4-BE49-F238E27FC236}">
                <a16:creationId xmlns:a16="http://schemas.microsoft.com/office/drawing/2014/main" id="{B3C20A9D-8742-1C1F-A519-76E6D3EDA865}"/>
              </a:ext>
            </a:extLst>
          </p:cNvPr>
          <p:cNvCxnSpPr>
            <a:cxnSpLocks/>
            <a:stCxn id="440" idx="3"/>
          </p:cNvCxnSpPr>
          <p:nvPr/>
        </p:nvCxnSpPr>
        <p:spPr>
          <a:xfrm>
            <a:off x="8030368" y="5555852"/>
            <a:ext cx="542787" cy="893070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0" name="Connector: Elbow 579">
            <a:extLst>
              <a:ext uri="{FF2B5EF4-FFF2-40B4-BE49-F238E27FC236}">
                <a16:creationId xmlns:a16="http://schemas.microsoft.com/office/drawing/2014/main" id="{9E2E05B6-082A-A05B-5F99-23C32DEDA2A8}"/>
              </a:ext>
            </a:extLst>
          </p:cNvPr>
          <p:cNvCxnSpPr>
            <a:cxnSpLocks/>
            <a:endCxn id="258" idx="1"/>
          </p:cNvCxnSpPr>
          <p:nvPr/>
        </p:nvCxnSpPr>
        <p:spPr>
          <a:xfrm>
            <a:off x="5705594" y="7554120"/>
            <a:ext cx="1064272" cy="896502"/>
          </a:xfrm>
          <a:prstGeom prst="bentConnector3">
            <a:avLst>
              <a:gd name="adj1" fmla="val -119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3" name="Connector: Elbow 582">
            <a:extLst>
              <a:ext uri="{FF2B5EF4-FFF2-40B4-BE49-F238E27FC236}">
                <a16:creationId xmlns:a16="http://schemas.microsoft.com/office/drawing/2014/main" id="{020176F5-FC7D-60E6-3F82-649F019E37BE}"/>
              </a:ext>
            </a:extLst>
          </p:cNvPr>
          <p:cNvCxnSpPr>
            <a:cxnSpLocks/>
          </p:cNvCxnSpPr>
          <p:nvPr/>
        </p:nvCxnSpPr>
        <p:spPr>
          <a:xfrm rot="5400000">
            <a:off x="6583680" y="7835471"/>
            <a:ext cx="800034" cy="0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8" name="Connector: Elbow 587">
            <a:extLst>
              <a:ext uri="{FF2B5EF4-FFF2-40B4-BE49-F238E27FC236}">
                <a16:creationId xmlns:a16="http://schemas.microsoft.com/office/drawing/2014/main" id="{E7CE68B9-2A64-7B5F-A49F-EE5DE157C86C}"/>
              </a:ext>
            </a:extLst>
          </p:cNvPr>
          <p:cNvCxnSpPr>
            <a:cxnSpLocks/>
            <a:endCxn id="258" idx="3"/>
          </p:cNvCxnSpPr>
          <p:nvPr/>
        </p:nvCxnSpPr>
        <p:spPr>
          <a:xfrm rot="10800000" flipV="1">
            <a:off x="7276368" y="7477246"/>
            <a:ext cx="1371600" cy="973376"/>
          </a:xfrm>
          <a:prstGeom prst="bentConnector3">
            <a:avLst>
              <a:gd name="adj1" fmla="val 1055"/>
            </a:avLst>
          </a:prstGeom>
          <a:noFill/>
          <a:ln w="2540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47FB9C-D8FA-4001-B1D2-B3657701513D}"/>
              </a:ext>
            </a:extLst>
          </p:cNvPr>
          <p:cNvGrpSpPr/>
          <p:nvPr/>
        </p:nvGrpSpPr>
        <p:grpSpPr>
          <a:xfrm>
            <a:off x="4743746" y="6200121"/>
            <a:ext cx="1467990" cy="1268806"/>
            <a:chOff x="4743746" y="6200121"/>
            <a:chExt cx="1467990" cy="1268806"/>
          </a:xfrm>
        </p:grpSpPr>
        <p:grpSp>
          <p:nvGrpSpPr>
            <p:cNvPr id="373" name="Google Shape;156;p1">
              <a:extLst>
                <a:ext uri="{FF2B5EF4-FFF2-40B4-BE49-F238E27FC236}">
                  <a16:creationId xmlns:a16="http://schemas.microsoft.com/office/drawing/2014/main" id="{BDC09C9D-132F-7914-DAC2-87355B91B2FB}"/>
                </a:ext>
              </a:extLst>
            </p:cNvPr>
            <p:cNvGrpSpPr/>
            <p:nvPr/>
          </p:nvGrpSpPr>
          <p:grpSpPr>
            <a:xfrm>
              <a:off x="4743746" y="6633828"/>
              <a:ext cx="1467990" cy="835099"/>
              <a:chOff x="10592773" y="5229745"/>
              <a:chExt cx="3298954" cy="1741391"/>
            </a:xfrm>
          </p:grpSpPr>
          <p:sp>
            <p:nvSpPr>
              <p:cNvPr id="374" name="Google Shape;157;p1">
                <a:extLst>
                  <a:ext uri="{FF2B5EF4-FFF2-40B4-BE49-F238E27FC236}">
                    <a16:creationId xmlns:a16="http://schemas.microsoft.com/office/drawing/2014/main" id="{BC50F154-031F-179A-51F4-EFA1E477332B}"/>
                  </a:ext>
                </a:extLst>
              </p:cNvPr>
              <p:cNvSpPr/>
              <p:nvPr/>
            </p:nvSpPr>
            <p:spPr>
              <a:xfrm>
                <a:off x="12237743" y="5550161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5" name="Google Shape;158;p1">
                <a:extLst>
                  <a:ext uri="{FF2B5EF4-FFF2-40B4-BE49-F238E27FC236}">
                    <a16:creationId xmlns:a16="http://schemas.microsoft.com/office/drawing/2014/main" id="{4ECB97E3-9D9C-43D5-D888-99C2B0A33512}"/>
                  </a:ext>
                </a:extLst>
              </p:cNvPr>
              <p:cNvSpPr/>
              <p:nvPr/>
            </p:nvSpPr>
            <p:spPr>
              <a:xfrm>
                <a:off x="12990609" y="5398089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6" name="Google Shape;159;p1">
                <a:extLst>
                  <a:ext uri="{FF2B5EF4-FFF2-40B4-BE49-F238E27FC236}">
                    <a16:creationId xmlns:a16="http://schemas.microsoft.com/office/drawing/2014/main" id="{6F0EECA8-2F5F-6328-88BA-775B5C0939B3}"/>
                  </a:ext>
                </a:extLst>
              </p:cNvPr>
              <p:cNvSpPr/>
              <p:nvPr/>
            </p:nvSpPr>
            <p:spPr>
              <a:xfrm>
                <a:off x="13329043" y="522974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7" name="Google Shape;160;p1">
                <a:extLst>
                  <a:ext uri="{FF2B5EF4-FFF2-40B4-BE49-F238E27FC236}">
                    <a16:creationId xmlns:a16="http://schemas.microsoft.com/office/drawing/2014/main" id="{00640BFA-3D23-00B8-6D1A-BEC555CD3E9F}"/>
                  </a:ext>
                </a:extLst>
              </p:cNvPr>
              <p:cNvSpPr/>
              <p:nvPr/>
            </p:nvSpPr>
            <p:spPr>
              <a:xfrm>
                <a:off x="13317282" y="5522084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8" name="Google Shape;161;p1">
                <a:extLst>
                  <a:ext uri="{FF2B5EF4-FFF2-40B4-BE49-F238E27FC236}">
                    <a16:creationId xmlns:a16="http://schemas.microsoft.com/office/drawing/2014/main" id="{8275E0F8-FC24-804C-FC38-762752C06019}"/>
                  </a:ext>
                </a:extLst>
              </p:cNvPr>
              <p:cNvSpPr/>
              <p:nvPr/>
            </p:nvSpPr>
            <p:spPr>
              <a:xfrm>
                <a:off x="13699427" y="5306906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79" name="Google Shape;162;p1">
                <a:extLst>
                  <a:ext uri="{FF2B5EF4-FFF2-40B4-BE49-F238E27FC236}">
                    <a16:creationId xmlns:a16="http://schemas.microsoft.com/office/drawing/2014/main" id="{20C68E01-E92F-E760-C17D-3B33B1BF2CA1}"/>
                  </a:ext>
                </a:extLst>
              </p:cNvPr>
              <p:cNvSpPr/>
              <p:nvPr/>
            </p:nvSpPr>
            <p:spPr>
              <a:xfrm>
                <a:off x="12990598" y="5644267"/>
                <a:ext cx="192300" cy="198000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0" name="Google Shape;163;p1">
                <a:extLst>
                  <a:ext uri="{FF2B5EF4-FFF2-40B4-BE49-F238E27FC236}">
                    <a16:creationId xmlns:a16="http://schemas.microsoft.com/office/drawing/2014/main" id="{9955C53A-022D-F0E7-AB94-100463C8B5E3}"/>
                  </a:ext>
                </a:extLst>
              </p:cNvPr>
              <p:cNvSpPr/>
              <p:nvPr/>
            </p:nvSpPr>
            <p:spPr>
              <a:xfrm>
                <a:off x="13261106" y="6564434"/>
                <a:ext cx="328200" cy="33690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1" name="Google Shape;164;p1">
                <a:extLst>
                  <a:ext uri="{FF2B5EF4-FFF2-40B4-BE49-F238E27FC236}">
                    <a16:creationId xmlns:a16="http://schemas.microsoft.com/office/drawing/2014/main" id="{4D7A62A7-0C2A-AE4A-780B-8FFB0718DDB2}"/>
                  </a:ext>
                </a:extLst>
              </p:cNvPr>
              <p:cNvSpPr/>
              <p:nvPr/>
            </p:nvSpPr>
            <p:spPr>
              <a:xfrm>
                <a:off x="12889483" y="6773136"/>
                <a:ext cx="192300" cy="19800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3" name="Google Shape;165;p1">
                <a:extLst>
                  <a:ext uri="{FF2B5EF4-FFF2-40B4-BE49-F238E27FC236}">
                    <a16:creationId xmlns:a16="http://schemas.microsoft.com/office/drawing/2014/main" id="{CFC23351-7B1A-37A7-0E50-159AB3166A17}"/>
                  </a:ext>
                </a:extLst>
              </p:cNvPr>
              <p:cNvSpPr/>
              <p:nvPr/>
            </p:nvSpPr>
            <p:spPr>
              <a:xfrm>
                <a:off x="13324166" y="6099152"/>
                <a:ext cx="192300" cy="198000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5" name="Google Shape;166;p1">
                <a:extLst>
                  <a:ext uri="{FF2B5EF4-FFF2-40B4-BE49-F238E27FC236}">
                    <a16:creationId xmlns:a16="http://schemas.microsoft.com/office/drawing/2014/main" id="{7282C0EE-6CBD-064E-1BDB-950A1FEF7A66}"/>
                  </a:ext>
                </a:extLst>
              </p:cNvPr>
              <p:cNvSpPr/>
              <p:nvPr/>
            </p:nvSpPr>
            <p:spPr>
              <a:xfrm>
                <a:off x="11468140" y="5576165"/>
                <a:ext cx="305700" cy="308400"/>
              </a:xfrm>
              <a:prstGeom prst="ellipse">
                <a:avLst/>
              </a:prstGeom>
              <a:solidFill>
                <a:srgbClr val="E4E4E3"/>
              </a:solidFill>
              <a:ln w="179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6" name="Google Shape;167;p1">
                <a:extLst>
                  <a:ext uri="{FF2B5EF4-FFF2-40B4-BE49-F238E27FC236}">
                    <a16:creationId xmlns:a16="http://schemas.microsoft.com/office/drawing/2014/main" id="{BAFAB26C-9E9E-0532-DC27-FF16DF9C0093}"/>
                  </a:ext>
                </a:extLst>
              </p:cNvPr>
              <p:cNvSpPr/>
              <p:nvPr/>
            </p:nvSpPr>
            <p:spPr>
              <a:xfrm>
                <a:off x="10719482" y="592538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7" name="Google Shape;168;p1">
                <a:extLst>
                  <a:ext uri="{FF2B5EF4-FFF2-40B4-BE49-F238E27FC236}">
                    <a16:creationId xmlns:a16="http://schemas.microsoft.com/office/drawing/2014/main" id="{57D3BB21-9AD3-DE0E-C4BD-B131F35777C9}"/>
                  </a:ext>
                </a:extLst>
              </p:cNvPr>
              <p:cNvSpPr/>
              <p:nvPr/>
            </p:nvSpPr>
            <p:spPr>
              <a:xfrm>
                <a:off x="11061232" y="5405652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8" name="Google Shape;169;p1">
                <a:extLst>
                  <a:ext uri="{FF2B5EF4-FFF2-40B4-BE49-F238E27FC236}">
                    <a16:creationId xmlns:a16="http://schemas.microsoft.com/office/drawing/2014/main" id="{A782F540-7FC9-DF3D-F165-D8D152848118}"/>
                  </a:ext>
                </a:extLst>
              </p:cNvPr>
              <p:cNvSpPr/>
              <p:nvPr/>
            </p:nvSpPr>
            <p:spPr>
              <a:xfrm>
                <a:off x="10592773" y="6139937"/>
                <a:ext cx="274500" cy="2763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89" name="Google Shape;170;p1">
                <a:extLst>
                  <a:ext uri="{FF2B5EF4-FFF2-40B4-BE49-F238E27FC236}">
                    <a16:creationId xmlns:a16="http://schemas.microsoft.com/office/drawing/2014/main" id="{800A3974-2421-1AA8-A5D6-17A2BE9AB7CC}"/>
                  </a:ext>
                </a:extLst>
              </p:cNvPr>
              <p:cNvSpPr/>
              <p:nvPr/>
            </p:nvSpPr>
            <p:spPr>
              <a:xfrm>
                <a:off x="11037864" y="6333062"/>
                <a:ext cx="192300" cy="198000"/>
              </a:xfrm>
              <a:prstGeom prst="ellipse">
                <a:avLst/>
              </a:prstGeom>
              <a:solidFill>
                <a:srgbClr val="D9D9D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sp>
            <p:nvSpPr>
              <p:cNvPr id="390" name="Google Shape;171;p1">
                <a:extLst>
                  <a:ext uri="{FF2B5EF4-FFF2-40B4-BE49-F238E27FC236}">
                    <a16:creationId xmlns:a16="http://schemas.microsoft.com/office/drawing/2014/main" id="{4E4768CE-4A3C-BC3C-2C84-79CDC149B7D8}"/>
                  </a:ext>
                </a:extLst>
              </p:cNvPr>
              <p:cNvSpPr/>
              <p:nvPr/>
            </p:nvSpPr>
            <p:spPr>
              <a:xfrm>
                <a:off x="11449106" y="6300040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269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391" name="Google Shape;172;p1">
                <a:extLst>
                  <a:ext uri="{FF2B5EF4-FFF2-40B4-BE49-F238E27FC236}">
                    <a16:creationId xmlns:a16="http://schemas.microsoft.com/office/drawing/2014/main" id="{DB8E1FCF-EC6F-8205-7512-2BA7B42B3AF5}"/>
                  </a:ext>
                </a:extLst>
              </p:cNvPr>
              <p:cNvCxnSpPr>
                <a:stCxn id="374" idx="2"/>
                <a:endCxn id="385" idx="6"/>
              </p:cNvCxnSpPr>
              <p:nvPr/>
            </p:nvCxnSpPr>
            <p:spPr>
              <a:xfrm flipH="1">
                <a:off x="11773943" y="5649161"/>
                <a:ext cx="463800" cy="8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2" name="Google Shape;173;p1">
                <a:extLst>
                  <a:ext uri="{FF2B5EF4-FFF2-40B4-BE49-F238E27FC236}">
                    <a16:creationId xmlns:a16="http://schemas.microsoft.com/office/drawing/2014/main" id="{A882723A-C7B4-F531-D64C-C5E1E65F9A58}"/>
                  </a:ext>
                </a:extLst>
              </p:cNvPr>
              <p:cNvCxnSpPr>
                <a:stCxn id="385" idx="2"/>
                <a:endCxn id="403" idx="6"/>
              </p:cNvCxnSpPr>
              <p:nvPr/>
            </p:nvCxnSpPr>
            <p:spPr>
              <a:xfrm flipH="1">
                <a:off x="11113540" y="5730365"/>
                <a:ext cx="354600" cy="3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3" name="Google Shape;175;p1">
                <a:extLst>
                  <a:ext uri="{FF2B5EF4-FFF2-40B4-BE49-F238E27FC236}">
                    <a16:creationId xmlns:a16="http://schemas.microsoft.com/office/drawing/2014/main" id="{40E8A6AB-DBDD-CE91-0B80-CC948611D658}"/>
                  </a:ext>
                </a:extLst>
              </p:cNvPr>
              <p:cNvCxnSpPr>
                <a:stCxn id="390" idx="1"/>
                <a:endCxn id="400" idx="5"/>
              </p:cNvCxnSpPr>
              <p:nvPr/>
            </p:nvCxnSpPr>
            <p:spPr>
              <a:xfrm rot="10800000">
                <a:off x="11390064" y="6170507"/>
                <a:ext cx="140100" cy="21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4" name="Google Shape;177;p1">
                <a:extLst>
                  <a:ext uri="{FF2B5EF4-FFF2-40B4-BE49-F238E27FC236}">
                    <a16:creationId xmlns:a16="http://schemas.microsoft.com/office/drawing/2014/main" id="{16D2FD60-4B2B-699F-C8D8-2EAFAE7A1AD6}"/>
                  </a:ext>
                </a:extLst>
              </p:cNvPr>
              <p:cNvCxnSpPr>
                <a:stCxn id="390" idx="2"/>
                <a:endCxn id="389" idx="5"/>
              </p:cNvCxnSpPr>
              <p:nvPr/>
            </p:nvCxnSpPr>
            <p:spPr>
              <a:xfrm rot="10800000">
                <a:off x="11201906" y="6502090"/>
                <a:ext cx="247200" cy="81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5" name="Google Shape;178;p1">
                <a:extLst>
                  <a:ext uri="{FF2B5EF4-FFF2-40B4-BE49-F238E27FC236}">
                    <a16:creationId xmlns:a16="http://schemas.microsoft.com/office/drawing/2014/main" id="{2C0CB17F-D675-F827-796A-C269536161D7}"/>
                  </a:ext>
                </a:extLst>
              </p:cNvPr>
              <p:cNvCxnSpPr>
                <a:stCxn id="389" idx="2"/>
                <a:endCxn id="388" idx="6"/>
              </p:cNvCxnSpPr>
              <p:nvPr/>
            </p:nvCxnSpPr>
            <p:spPr>
              <a:xfrm rot="10800000">
                <a:off x="10867164" y="6278162"/>
                <a:ext cx="170700" cy="15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6" name="Google Shape;179;p1">
                <a:extLst>
                  <a:ext uri="{FF2B5EF4-FFF2-40B4-BE49-F238E27FC236}">
                    <a16:creationId xmlns:a16="http://schemas.microsoft.com/office/drawing/2014/main" id="{E62052B5-A7DE-1DD5-2172-8351704850B8}"/>
                  </a:ext>
                </a:extLst>
              </p:cNvPr>
              <p:cNvCxnSpPr>
                <a:stCxn id="400" idx="2"/>
                <a:endCxn id="386" idx="5"/>
              </p:cNvCxnSpPr>
              <p:nvPr/>
            </p:nvCxnSpPr>
            <p:spPr>
              <a:xfrm rot="10800000">
                <a:off x="10883737" y="6094319"/>
                <a:ext cx="342300" cy="6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7" name="Google Shape;180;p1">
                <a:extLst>
                  <a:ext uri="{FF2B5EF4-FFF2-40B4-BE49-F238E27FC236}">
                    <a16:creationId xmlns:a16="http://schemas.microsoft.com/office/drawing/2014/main" id="{E8D509A2-0D8C-D6CD-B8F1-DD2997226B94}"/>
                  </a:ext>
                </a:extLst>
              </p:cNvPr>
              <p:cNvCxnSpPr>
                <a:stCxn id="385" idx="1"/>
                <a:endCxn id="387" idx="5"/>
              </p:cNvCxnSpPr>
              <p:nvPr/>
            </p:nvCxnSpPr>
            <p:spPr>
              <a:xfrm rot="10800000">
                <a:off x="11225509" y="5574529"/>
                <a:ext cx="287400" cy="46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8" name="Google Shape;181;p1">
                <a:extLst>
                  <a:ext uri="{FF2B5EF4-FFF2-40B4-BE49-F238E27FC236}">
                    <a16:creationId xmlns:a16="http://schemas.microsoft.com/office/drawing/2014/main" id="{3E30938F-A341-433F-3055-C31FF767CC64}"/>
                  </a:ext>
                </a:extLst>
              </p:cNvPr>
              <p:cNvCxnSpPr>
                <a:stCxn id="411" idx="2"/>
                <a:endCxn id="400" idx="6"/>
              </p:cNvCxnSpPr>
              <p:nvPr/>
            </p:nvCxnSpPr>
            <p:spPr>
              <a:xfrm flipH="1">
                <a:off x="11418366" y="5897435"/>
                <a:ext cx="710100" cy="20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9" name="Google Shape;183;p1">
                <a:extLst>
                  <a:ext uri="{FF2B5EF4-FFF2-40B4-BE49-F238E27FC236}">
                    <a16:creationId xmlns:a16="http://schemas.microsoft.com/office/drawing/2014/main" id="{D3B5F285-BD51-9242-8311-105F315C9168}"/>
                  </a:ext>
                </a:extLst>
              </p:cNvPr>
              <p:cNvCxnSpPr>
                <a:stCxn id="411" idx="2"/>
                <a:endCxn id="386" idx="6"/>
              </p:cNvCxnSpPr>
              <p:nvPr/>
            </p:nvCxnSpPr>
            <p:spPr>
              <a:xfrm flipH="1">
                <a:off x="10911666" y="5897435"/>
                <a:ext cx="1216800" cy="126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00" name="Google Shape;176;p1">
                <a:extLst>
                  <a:ext uri="{FF2B5EF4-FFF2-40B4-BE49-F238E27FC236}">
                    <a16:creationId xmlns:a16="http://schemas.microsoft.com/office/drawing/2014/main" id="{C0A095AB-B9BE-B8F7-EB9B-B90475F70692}"/>
                  </a:ext>
                </a:extLst>
              </p:cNvPr>
              <p:cNvSpPr/>
              <p:nvPr/>
            </p:nvSpPr>
            <p:spPr>
              <a:xfrm>
                <a:off x="11226037" y="6001619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01" name="Google Shape;184;p1">
                <a:extLst>
                  <a:ext uri="{FF2B5EF4-FFF2-40B4-BE49-F238E27FC236}">
                    <a16:creationId xmlns:a16="http://schemas.microsoft.com/office/drawing/2014/main" id="{BC96D185-DEF5-77EA-DAE6-1C76D9F23DB4}"/>
                  </a:ext>
                </a:extLst>
              </p:cNvPr>
              <p:cNvCxnSpPr>
                <a:stCxn id="374" idx="2"/>
                <a:endCxn id="389" idx="7"/>
              </p:cNvCxnSpPr>
              <p:nvPr/>
            </p:nvCxnSpPr>
            <p:spPr>
              <a:xfrm flipH="1">
                <a:off x="11202143" y="5649161"/>
                <a:ext cx="1035600" cy="71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2" name="Google Shape;185;p1">
                <a:extLst>
                  <a:ext uri="{FF2B5EF4-FFF2-40B4-BE49-F238E27FC236}">
                    <a16:creationId xmlns:a16="http://schemas.microsoft.com/office/drawing/2014/main" id="{E604A188-78FF-DE60-D012-522D665F3B67}"/>
                  </a:ext>
                </a:extLst>
              </p:cNvPr>
              <p:cNvCxnSpPr>
                <a:stCxn id="374" idx="5"/>
                <a:endCxn id="380" idx="1"/>
              </p:cNvCxnSpPr>
              <p:nvPr/>
            </p:nvCxnSpPr>
            <p:spPr>
              <a:xfrm>
                <a:off x="12401881" y="5719165"/>
                <a:ext cx="907200" cy="894600"/>
              </a:xfrm>
              <a:prstGeom prst="straightConnector1">
                <a:avLst/>
              </a:prstGeom>
              <a:noFill/>
              <a:ln w="179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03" name="Google Shape;174;p1">
                <a:extLst>
                  <a:ext uri="{FF2B5EF4-FFF2-40B4-BE49-F238E27FC236}">
                    <a16:creationId xmlns:a16="http://schemas.microsoft.com/office/drawing/2014/main" id="{32961F1C-AC74-8E11-0A7B-1C8848AEEF14}"/>
                  </a:ext>
                </a:extLst>
              </p:cNvPr>
              <p:cNvSpPr/>
              <p:nvPr/>
            </p:nvSpPr>
            <p:spPr>
              <a:xfrm>
                <a:off x="10921235" y="566202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04" name="Google Shape;186;p1">
                <a:extLst>
                  <a:ext uri="{FF2B5EF4-FFF2-40B4-BE49-F238E27FC236}">
                    <a16:creationId xmlns:a16="http://schemas.microsoft.com/office/drawing/2014/main" id="{A8B4F513-5074-F07B-F35E-354510BB4E4F}"/>
                  </a:ext>
                </a:extLst>
              </p:cNvPr>
              <p:cNvCxnSpPr>
                <a:stCxn id="411" idx="2"/>
                <a:endCxn id="389" idx="6"/>
              </p:cNvCxnSpPr>
              <p:nvPr/>
            </p:nvCxnSpPr>
            <p:spPr>
              <a:xfrm flipH="1">
                <a:off x="11230266" y="5897435"/>
                <a:ext cx="8982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5" name="Google Shape;187;p1">
                <a:extLst>
                  <a:ext uri="{FF2B5EF4-FFF2-40B4-BE49-F238E27FC236}">
                    <a16:creationId xmlns:a16="http://schemas.microsoft.com/office/drawing/2014/main" id="{5A5A09E7-EA04-581E-BD8D-083E8306D8CD}"/>
                  </a:ext>
                </a:extLst>
              </p:cNvPr>
              <p:cNvCxnSpPr>
                <a:stCxn id="409" idx="6"/>
                <a:endCxn id="379" idx="2"/>
              </p:cNvCxnSpPr>
              <p:nvPr/>
            </p:nvCxnSpPr>
            <p:spPr>
              <a:xfrm rot="10800000" flipH="1">
                <a:off x="12553633" y="5743151"/>
                <a:ext cx="437100" cy="1998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6" name="Google Shape;189;p1">
                <a:extLst>
                  <a:ext uri="{FF2B5EF4-FFF2-40B4-BE49-F238E27FC236}">
                    <a16:creationId xmlns:a16="http://schemas.microsoft.com/office/drawing/2014/main" id="{BBCAAF01-F47D-BEC4-8586-4A329FDF4B93}"/>
                  </a:ext>
                </a:extLst>
              </p:cNvPr>
              <p:cNvCxnSpPr>
                <a:stCxn id="379" idx="7"/>
                <a:endCxn id="377" idx="2"/>
              </p:cNvCxnSpPr>
              <p:nvPr/>
            </p:nvCxnSpPr>
            <p:spPr>
              <a:xfrm rot="10800000" flipH="1">
                <a:off x="13154736" y="5621063"/>
                <a:ext cx="162600" cy="52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7" name="Google Shape;190;p1">
                <a:extLst>
                  <a:ext uri="{FF2B5EF4-FFF2-40B4-BE49-F238E27FC236}">
                    <a16:creationId xmlns:a16="http://schemas.microsoft.com/office/drawing/2014/main" id="{CD1B6A64-3EA5-2626-EE4B-0D84903B5CFA}"/>
                  </a:ext>
                </a:extLst>
              </p:cNvPr>
              <p:cNvCxnSpPr>
                <a:stCxn id="377" idx="6"/>
                <a:endCxn id="378" idx="2"/>
              </p:cNvCxnSpPr>
              <p:nvPr/>
            </p:nvCxnSpPr>
            <p:spPr>
              <a:xfrm rot="10800000" flipH="1">
                <a:off x="13509582" y="5405984"/>
                <a:ext cx="189900" cy="215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08" name="Google Shape;191;p1">
                <a:extLst>
                  <a:ext uri="{FF2B5EF4-FFF2-40B4-BE49-F238E27FC236}">
                    <a16:creationId xmlns:a16="http://schemas.microsoft.com/office/drawing/2014/main" id="{633D3A88-6785-55AA-901E-A7B1B1D3F54F}"/>
                  </a:ext>
                </a:extLst>
              </p:cNvPr>
              <p:cNvCxnSpPr>
                <a:stCxn id="374" idx="6"/>
                <a:endCxn id="375" idx="2"/>
              </p:cNvCxnSpPr>
              <p:nvPr/>
            </p:nvCxnSpPr>
            <p:spPr>
              <a:xfrm rot="10800000" flipH="1">
                <a:off x="12430043" y="5497061"/>
                <a:ext cx="560700" cy="152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09" name="Google Shape;188;p1">
                <a:extLst>
                  <a:ext uri="{FF2B5EF4-FFF2-40B4-BE49-F238E27FC236}">
                    <a16:creationId xmlns:a16="http://schemas.microsoft.com/office/drawing/2014/main" id="{BA09D261-3DD4-7139-5F44-F0DC3163CC83}"/>
                  </a:ext>
                </a:extLst>
              </p:cNvPr>
              <p:cNvSpPr/>
              <p:nvPr/>
            </p:nvSpPr>
            <p:spPr>
              <a:xfrm>
                <a:off x="12361333" y="5843951"/>
                <a:ext cx="192300" cy="19800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10" name="Google Shape;192;p1">
                <a:extLst>
                  <a:ext uri="{FF2B5EF4-FFF2-40B4-BE49-F238E27FC236}">
                    <a16:creationId xmlns:a16="http://schemas.microsoft.com/office/drawing/2014/main" id="{C4815E66-157A-9AF7-1BD8-6C15A6026A13}"/>
                  </a:ext>
                </a:extLst>
              </p:cNvPr>
              <p:cNvCxnSpPr>
                <a:stCxn id="375" idx="7"/>
                <a:endCxn id="376" idx="2"/>
              </p:cNvCxnSpPr>
              <p:nvPr/>
            </p:nvCxnSpPr>
            <p:spPr>
              <a:xfrm rot="10800000" flipH="1">
                <a:off x="13154747" y="5328685"/>
                <a:ext cx="17430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411" name="Google Shape;182;p1">
                <a:extLst>
                  <a:ext uri="{FF2B5EF4-FFF2-40B4-BE49-F238E27FC236}">
                    <a16:creationId xmlns:a16="http://schemas.microsoft.com/office/drawing/2014/main" id="{DA49F370-E2AF-E123-F08F-3BD62EDFFAFC}"/>
                  </a:ext>
                </a:extLst>
              </p:cNvPr>
              <p:cNvSpPr/>
              <p:nvPr/>
            </p:nvSpPr>
            <p:spPr>
              <a:xfrm>
                <a:off x="12128466" y="5798435"/>
                <a:ext cx="192300" cy="198000"/>
              </a:xfrm>
              <a:prstGeom prst="ellipse">
                <a:avLst/>
              </a:prstGeom>
              <a:solidFill>
                <a:srgbClr val="E4E4E3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dirty="0">
                  <a:sym typeface="Arial"/>
                </a:endParaRPr>
              </a:p>
            </p:txBody>
          </p:sp>
          <p:cxnSp>
            <p:nvCxnSpPr>
              <p:cNvPr id="412" name="Google Shape;193;p1">
                <a:extLst>
                  <a:ext uri="{FF2B5EF4-FFF2-40B4-BE49-F238E27FC236}">
                    <a16:creationId xmlns:a16="http://schemas.microsoft.com/office/drawing/2014/main" id="{BE0D87CA-556F-3D82-E04E-664749114205}"/>
                  </a:ext>
                </a:extLst>
              </p:cNvPr>
              <p:cNvCxnSpPr>
                <a:stCxn id="390" idx="6"/>
                <a:endCxn id="380" idx="2"/>
              </p:cNvCxnSpPr>
              <p:nvPr/>
            </p:nvCxnSpPr>
            <p:spPr>
              <a:xfrm>
                <a:off x="12002606" y="6583990"/>
                <a:ext cx="1258500" cy="148800"/>
              </a:xfrm>
              <a:prstGeom prst="straightConnector1">
                <a:avLst/>
              </a:prstGeom>
              <a:noFill/>
              <a:ln w="35850" cap="flat" cmpd="sng">
                <a:solidFill>
                  <a:srgbClr val="E4E4E3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  <p:cxnSp>
            <p:nvCxnSpPr>
              <p:cNvPr id="413" name="Google Shape;194;p1">
                <a:extLst>
                  <a:ext uri="{FF2B5EF4-FFF2-40B4-BE49-F238E27FC236}">
                    <a16:creationId xmlns:a16="http://schemas.microsoft.com/office/drawing/2014/main" id="{C3D9A7E7-43B1-D03F-E826-C1A6707D54D7}"/>
                  </a:ext>
                </a:extLst>
              </p:cNvPr>
              <p:cNvCxnSpPr>
                <a:stCxn id="381" idx="1"/>
                <a:endCxn id="385" idx="5"/>
              </p:cNvCxnSpPr>
              <p:nvPr/>
            </p:nvCxnSpPr>
            <p:spPr>
              <a:xfrm rot="10800000">
                <a:off x="11729045" y="5839432"/>
                <a:ext cx="1188600" cy="962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4" name="Google Shape;195;p1">
                <a:extLst>
                  <a:ext uri="{FF2B5EF4-FFF2-40B4-BE49-F238E27FC236}">
                    <a16:creationId xmlns:a16="http://schemas.microsoft.com/office/drawing/2014/main" id="{1583BCDC-63A2-7FC8-FE05-1ED93E97688D}"/>
                  </a:ext>
                </a:extLst>
              </p:cNvPr>
              <p:cNvCxnSpPr>
                <a:stCxn id="411" idx="3"/>
                <a:endCxn id="390" idx="7"/>
              </p:cNvCxnSpPr>
              <p:nvPr/>
            </p:nvCxnSpPr>
            <p:spPr>
              <a:xfrm flipH="1">
                <a:off x="11921428" y="5967439"/>
                <a:ext cx="235200" cy="415800"/>
              </a:xfrm>
              <a:prstGeom prst="straightConnector1">
                <a:avLst/>
              </a:prstGeom>
              <a:noFill/>
              <a:ln w="35850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5" name="Google Shape;196;p1">
                <a:extLst>
                  <a:ext uri="{FF2B5EF4-FFF2-40B4-BE49-F238E27FC236}">
                    <a16:creationId xmlns:a16="http://schemas.microsoft.com/office/drawing/2014/main" id="{DF229163-3E6C-9FBA-97E4-349B82AE0889}"/>
                  </a:ext>
                </a:extLst>
              </p:cNvPr>
              <p:cNvCxnSpPr>
                <a:stCxn id="409" idx="5"/>
                <a:endCxn id="381" idx="1"/>
              </p:cNvCxnSpPr>
              <p:nvPr/>
            </p:nvCxnSpPr>
            <p:spPr>
              <a:xfrm>
                <a:off x="12525471" y="6012955"/>
                <a:ext cx="392100" cy="7893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6" name="Google Shape;197;p1">
                <a:extLst>
                  <a:ext uri="{FF2B5EF4-FFF2-40B4-BE49-F238E27FC236}">
                    <a16:creationId xmlns:a16="http://schemas.microsoft.com/office/drawing/2014/main" id="{DEFE91E6-83A3-392E-F143-F607BCCB8F93}"/>
                  </a:ext>
                </a:extLst>
              </p:cNvPr>
              <p:cNvCxnSpPr>
                <a:stCxn id="374" idx="6"/>
                <a:endCxn id="379" idx="2"/>
              </p:cNvCxnSpPr>
              <p:nvPr/>
            </p:nvCxnSpPr>
            <p:spPr>
              <a:xfrm>
                <a:off x="12430043" y="5649161"/>
                <a:ext cx="560700" cy="94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4E4E3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7" name="Google Shape;198;p1">
                <a:extLst>
                  <a:ext uri="{FF2B5EF4-FFF2-40B4-BE49-F238E27FC236}">
                    <a16:creationId xmlns:a16="http://schemas.microsoft.com/office/drawing/2014/main" id="{894A9106-F17F-3A0E-94D4-0F321145F300}"/>
                  </a:ext>
                </a:extLst>
              </p:cNvPr>
              <p:cNvCxnSpPr>
                <a:stCxn id="409" idx="6"/>
                <a:endCxn id="383" idx="2"/>
              </p:cNvCxnSpPr>
              <p:nvPr/>
            </p:nvCxnSpPr>
            <p:spPr>
              <a:xfrm>
                <a:off x="12553633" y="5942951"/>
                <a:ext cx="770400" cy="2553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8" name="Google Shape;199;p1">
                <a:extLst>
                  <a:ext uri="{FF2B5EF4-FFF2-40B4-BE49-F238E27FC236}">
                    <a16:creationId xmlns:a16="http://schemas.microsoft.com/office/drawing/2014/main" id="{921F40C5-C444-AA18-7E25-EADF2B5DC104}"/>
                  </a:ext>
                </a:extLst>
              </p:cNvPr>
              <p:cNvCxnSpPr>
                <a:stCxn id="409" idx="3"/>
                <a:endCxn id="390" idx="7"/>
              </p:cNvCxnSpPr>
              <p:nvPr/>
            </p:nvCxnSpPr>
            <p:spPr>
              <a:xfrm flipH="1">
                <a:off x="11921495" y="6012955"/>
                <a:ext cx="468000" cy="3702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19" name="Google Shape;200;p1">
                <a:extLst>
                  <a:ext uri="{FF2B5EF4-FFF2-40B4-BE49-F238E27FC236}">
                    <a16:creationId xmlns:a16="http://schemas.microsoft.com/office/drawing/2014/main" id="{5D66DFAD-8988-0832-603B-B71941F1361D}"/>
                  </a:ext>
                </a:extLst>
              </p:cNvPr>
              <p:cNvCxnSpPr>
                <a:stCxn id="409" idx="6"/>
                <a:endCxn id="380" idx="1"/>
              </p:cNvCxnSpPr>
              <p:nvPr/>
            </p:nvCxnSpPr>
            <p:spPr>
              <a:xfrm>
                <a:off x="12553633" y="5942951"/>
                <a:ext cx="755400" cy="670800"/>
              </a:xfrm>
              <a:prstGeom prst="straightConnector1">
                <a:avLst/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graphicFrame>
          <p:nvGraphicFramePr>
            <p:cNvPr id="17" name="Table">
              <a:extLst>
                <a:ext uri="{FF2B5EF4-FFF2-40B4-BE49-F238E27FC236}">
                  <a16:creationId xmlns:a16="http://schemas.microsoft.com/office/drawing/2014/main" id="{19C8E28E-038C-BFED-70B1-A78228B93F0C}"/>
                </a:ext>
              </a:extLst>
            </p:cNvPr>
            <p:cNvGraphicFramePr/>
            <p:nvPr/>
          </p:nvGraphicFramePr>
          <p:xfrm>
            <a:off x="5154380" y="6200121"/>
            <a:ext cx="627864" cy="475004"/>
          </p:xfrm>
          <a:graphic>
            <a:graphicData uri="http://schemas.openxmlformats.org/drawingml/2006/table">
              <a:tbl>
                <a:tblPr firstRow="1">
                  <a:tableStyleId>{4C3C2611-4C71-4FC5-86AE-919BDF0F9419}</a:tableStyleId>
                </a:tblPr>
                <a:tblGrid>
                  <a:gridCol w="20928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928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928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5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18751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endParaRPr dirty="0">
                          <a:noFill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29408FF-87C0-734F-E8CA-FFBAC9B16ABF}"/>
              </a:ext>
            </a:extLst>
          </p:cNvPr>
          <p:cNvSpPr txBox="1"/>
          <p:nvPr/>
        </p:nvSpPr>
        <p:spPr>
          <a:xfrm>
            <a:off x="274319" y="3749040"/>
            <a:ext cx="3291840" cy="1463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Kaiaulu downloaders allow different raw data to be obtained. For reference, see refreshers cheatsheet: cheatsheets/refresher-cheatsheet.pdf</a:t>
            </a:r>
          </a:p>
          <a:p>
            <a:endParaRPr lang="en-US" dirty="0"/>
          </a:p>
          <a:p>
            <a:r>
              <a:rPr lang="en-US" sz="1300" dirty="0"/>
              <a:t>1. download_jira_issues()</a:t>
            </a:r>
          </a:p>
          <a:p>
            <a:r>
              <a:rPr lang="en-US" b="0" dirty="0"/>
              <a:t>Downloads JIRA data locally as JSON files.</a:t>
            </a:r>
            <a:endParaRPr lang="en-US" dirty="0"/>
          </a:p>
          <a:p>
            <a:r>
              <a:rPr lang="en-US" sz="1300" dirty="0"/>
              <a:t>2. …</a:t>
            </a:r>
            <a:endParaRPr lang="en-US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00D49E-56F1-3DAF-C5D0-6E1EBB670E87}"/>
              </a:ext>
            </a:extLst>
          </p:cNvPr>
          <p:cNvSpPr txBox="1"/>
          <p:nvPr/>
        </p:nvSpPr>
        <p:spPr>
          <a:xfrm>
            <a:off x="274320" y="5577840"/>
            <a:ext cx="3291840" cy="1828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Parse functions format raw data into structured tables that are reusable across multiple transforms.</a:t>
            </a:r>
          </a:p>
          <a:p>
            <a:endParaRPr lang="en-US" dirty="0"/>
          </a:p>
          <a:p>
            <a:r>
              <a:rPr lang="en-US" sz="1300" dirty="0"/>
              <a:t>1. parse_gitlog()</a:t>
            </a:r>
          </a:p>
          <a:p>
            <a:r>
              <a:rPr lang="en-US" b="0" dirty="0"/>
              <a:t>Parses a git repository into a commit table.</a:t>
            </a:r>
            <a:endParaRPr lang="en-US" dirty="0"/>
          </a:p>
          <a:p>
            <a:r>
              <a:rPr lang="en-US" sz="1300" dirty="0"/>
              <a:t>2. parse_jira_replies()</a:t>
            </a:r>
          </a:p>
          <a:p>
            <a:r>
              <a:rPr lang="en-US" b="0" dirty="0"/>
              <a:t>Parses Jira issue comments into a reply table.</a:t>
            </a:r>
            <a:endParaRPr lang="en-US" sz="1400" dirty="0"/>
          </a:p>
          <a:p>
            <a:r>
              <a:rPr lang="en-US" sz="1300" dirty="0"/>
              <a:t>3. …</a:t>
            </a:r>
            <a:endParaRPr lang="en-US" sz="13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198A5-8126-BCFB-A80C-CD9FCD4D0792}"/>
              </a:ext>
            </a:extLst>
          </p:cNvPr>
          <p:cNvSpPr txBox="1"/>
          <p:nvPr/>
        </p:nvSpPr>
        <p:spPr>
          <a:xfrm>
            <a:off x="274320" y="7772400"/>
            <a:ext cx="3566160" cy="2286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Transform functions construct S3 graph objects from parsed tables by defining nodes, edges, and relationships.</a:t>
            </a:r>
          </a:p>
          <a:p>
            <a:endParaRPr lang="en-US" dirty="0"/>
          </a:p>
          <a:p>
            <a:r>
              <a:rPr lang="en-US" sz="1300" dirty="0"/>
              <a:t>1. transform_gitlog_to_bipartite_network()</a:t>
            </a:r>
          </a:p>
          <a:p>
            <a:r>
              <a:rPr lang="en-US" b="0" dirty="0"/>
              <a:t>Git Log commit table → bipartite graph.</a:t>
            </a:r>
          </a:p>
          <a:p>
            <a:r>
              <a:rPr lang="en-US" sz="1300" dirty="0"/>
              <a:t>2. transform_gitlog_to_multimodal_network()</a:t>
            </a:r>
          </a:p>
          <a:p>
            <a:r>
              <a:rPr lang="en-US" b="0" dirty="0"/>
              <a:t>Git Log commit table → multimodal graph.</a:t>
            </a:r>
          </a:p>
          <a:p>
            <a:r>
              <a:rPr lang="en-US" sz="1300" dirty="0"/>
              <a:t>3. transform_reply_to_bipartite_network()</a:t>
            </a:r>
          </a:p>
          <a:p>
            <a:r>
              <a:rPr lang="en-US" b="0" dirty="0"/>
              <a:t>Reply table → person-issue bipartite graph.</a:t>
            </a:r>
          </a:p>
          <a:p>
            <a:r>
              <a:rPr lang="en-US" sz="1300" dirty="0"/>
              <a:t>4. …</a:t>
            </a:r>
            <a:endParaRPr lang="en-US" sz="1400" b="0" dirty="0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B65CB05-C9BE-D047-A1EC-B1BDA2E90867}"/>
              </a:ext>
            </a:extLst>
          </p:cNvPr>
          <p:cNvSpPr/>
          <p:nvPr/>
        </p:nvSpPr>
        <p:spPr>
          <a:xfrm flipV="1">
            <a:off x="274320" y="173736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2627C03E-32E3-1503-AD05-1455FD21438A}"/>
              </a:ext>
            </a:extLst>
          </p:cNvPr>
          <p:cNvSpPr/>
          <p:nvPr/>
        </p:nvSpPr>
        <p:spPr>
          <a:xfrm flipV="1">
            <a:off x="274320" y="374904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3601EFF4-C6AE-DC65-15D1-D2E33045286A}"/>
              </a:ext>
            </a:extLst>
          </p:cNvPr>
          <p:cNvSpPr/>
          <p:nvPr/>
        </p:nvSpPr>
        <p:spPr>
          <a:xfrm flipV="1">
            <a:off x="274320" y="557784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3" name="Line">
            <a:extLst>
              <a:ext uri="{FF2B5EF4-FFF2-40B4-BE49-F238E27FC236}">
                <a16:creationId xmlns:a16="http://schemas.microsoft.com/office/drawing/2014/main" id="{FBFCD262-4877-94E5-FA47-2CB930FE66D9}"/>
              </a:ext>
            </a:extLst>
          </p:cNvPr>
          <p:cNvSpPr/>
          <p:nvPr/>
        </p:nvSpPr>
        <p:spPr>
          <a:xfrm flipV="1">
            <a:off x="274320" y="7772400"/>
            <a:ext cx="32918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141FD609-7B32-4ED3-6357-935B69313972}"/>
              </a:ext>
            </a:extLst>
          </p:cNvPr>
          <p:cNvSpPr/>
          <p:nvPr/>
        </p:nvSpPr>
        <p:spPr>
          <a:xfrm flipV="1">
            <a:off x="9875518" y="1737360"/>
            <a:ext cx="402336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B820F464-AE64-53D1-41F0-9489F72A32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310" y="122459"/>
            <a:ext cx="1443262" cy="1676046"/>
          </a:xfrm>
          <a:prstGeom prst="rect">
            <a:avLst/>
          </a:prstGeom>
        </p:spPr>
      </p:pic>
      <p:sp>
        <p:nvSpPr>
          <p:cNvPr id="30" name="Line">
            <a:extLst>
              <a:ext uri="{FF2B5EF4-FFF2-40B4-BE49-F238E27FC236}">
                <a16:creationId xmlns:a16="http://schemas.microsoft.com/office/drawing/2014/main" id="{4B715B61-7107-3C4C-F533-4E659BE7B126}"/>
              </a:ext>
            </a:extLst>
          </p:cNvPr>
          <p:cNvSpPr/>
          <p:nvPr/>
        </p:nvSpPr>
        <p:spPr>
          <a:xfrm flipV="1">
            <a:off x="9875518" y="3840480"/>
            <a:ext cx="402336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4381059C-443F-62AB-6679-41D7ECFF8952}"/>
              </a:ext>
            </a:extLst>
          </p:cNvPr>
          <p:cNvSpPr/>
          <p:nvPr/>
        </p:nvSpPr>
        <p:spPr>
          <a:xfrm flipV="1">
            <a:off x="9875518" y="8595360"/>
            <a:ext cx="402336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1" name="Line">
            <a:extLst>
              <a:ext uri="{FF2B5EF4-FFF2-40B4-BE49-F238E27FC236}">
                <a16:creationId xmlns:a16="http://schemas.microsoft.com/office/drawing/2014/main" id="{9745F780-A0E0-51EC-01A0-AFADFD19ABEA}"/>
              </a:ext>
            </a:extLst>
          </p:cNvPr>
          <p:cNvSpPr/>
          <p:nvPr/>
        </p:nvSpPr>
        <p:spPr>
          <a:xfrm flipV="1">
            <a:off x="4937760" y="1737360"/>
            <a:ext cx="3749040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" name="Manipulate Variables">
            <a:extLst>
              <a:ext uri="{FF2B5EF4-FFF2-40B4-BE49-F238E27FC236}">
                <a16:creationId xmlns:a16="http://schemas.microsoft.com/office/drawing/2014/main" id="{3D3F03FD-A18D-898C-CDE9-57546DDF2966}"/>
              </a:ext>
            </a:extLst>
          </p:cNvPr>
          <p:cNvSpPr txBox="1"/>
          <p:nvPr/>
        </p:nvSpPr>
        <p:spPr>
          <a:xfrm>
            <a:off x="9875520" y="1459299"/>
            <a:ext cx="2644955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Graph Constructors</a:t>
            </a:r>
            <a:endParaRPr dirty="0"/>
          </a:p>
        </p:txBody>
      </p:sp>
      <p:sp>
        <p:nvSpPr>
          <p:cNvPr id="421" name="Manipulate Variables">
            <a:extLst>
              <a:ext uri="{FF2B5EF4-FFF2-40B4-BE49-F238E27FC236}">
                <a16:creationId xmlns:a16="http://schemas.microsoft.com/office/drawing/2014/main" id="{7C336D8E-19AF-48D0-5C2F-6C453E98D41D}"/>
              </a:ext>
            </a:extLst>
          </p:cNvPr>
          <p:cNvSpPr txBox="1"/>
          <p:nvPr/>
        </p:nvSpPr>
        <p:spPr>
          <a:xfrm>
            <a:off x="9875520" y="8321040"/>
            <a:ext cx="30857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Custom Graph Weights</a:t>
            </a:r>
            <a:endParaRPr dirty="0"/>
          </a:p>
        </p:txBody>
      </p:sp>
      <p:sp>
        <p:nvSpPr>
          <p:cNvPr id="424" name="Layout Suggestions">
            <a:extLst>
              <a:ext uri="{FF2B5EF4-FFF2-40B4-BE49-F238E27FC236}">
                <a16:creationId xmlns:a16="http://schemas.microsoft.com/office/drawing/2014/main" id="{C740CFCB-250E-91D4-A09E-AFDE2D915000}"/>
              </a:ext>
            </a:extLst>
          </p:cNvPr>
          <p:cNvSpPr txBox="1"/>
          <p:nvPr/>
        </p:nvSpPr>
        <p:spPr>
          <a:xfrm>
            <a:off x="4937760" y="1463040"/>
            <a:ext cx="384048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Network Transform Pipeline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88348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543</Words>
  <Application>Microsoft Macintosh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</vt:lpstr>
      <vt:lpstr>Helvetica Light</vt:lpstr>
      <vt:lpstr>Source Sans Pro</vt:lpstr>
      <vt:lpstr>Source Sans Pro Light</vt:lpstr>
      <vt:lpstr>Source Sans Pro Semibold</vt:lpstr>
      <vt:lpstr>White</vt:lpstr>
      <vt:lpstr>Network Transform: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Nico</dc:creator>
  <cp:lastModifiedBy>Jared Seto</cp:lastModifiedBy>
  <cp:revision>238</cp:revision>
  <dcterms:modified xsi:type="dcterms:W3CDTF">2026-05-09T20:52:29Z</dcterms:modified>
</cp:coreProperties>
</file>