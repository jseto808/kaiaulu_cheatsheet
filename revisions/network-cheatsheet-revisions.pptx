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sldIdLst>
    <p:sldId id="256" r:id="rId2"/>
    <p:sldId id="257" r:id="rId3"/>
    <p:sldId id="259" r:id="rId4"/>
    <p:sldId id="258" r:id="rId5"/>
    <p:sldId id="260" r:id="rId6"/>
    <p:sldId id="261" r:id="rId7"/>
    <p:sldId id="262" r:id="rId8"/>
    <p:sldId id="263" r:id="rId9"/>
    <p:sldId id="264" r:id="rId10"/>
    <p:sldId id="265" r:id="rId11"/>
  </p:sldIdLst>
  <p:sldSz cx="13970000" cy="10795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C4C4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
          <a:latin typeface="Source Sans Pro"/>
          <a:ea typeface="Source Sans Pro"/>
          <a:cs typeface="Source Sans Pro"/>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i="off">
        <a:font>
          <a:latin typeface="Source Sans Pro"/>
          <a:ea typeface="Source Sans Pro"/>
          <a:cs typeface="Source Sans Pro"/>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398CCE"/>
          </a:solidFill>
        </a:fill>
      </a:tcStyle>
    </a:firstCol>
    <a:lastRow>
      <a:tcTxStyle b="off" i="off">
        <a:font>
          <a:latin typeface="Source Sans Pro"/>
          <a:ea typeface="Source Sans Pro"/>
          <a:cs typeface="Source Sans Pro"/>
        </a:font>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i="off">
        <a:font>
          <a:latin typeface="Source Sans Pro"/>
          <a:ea typeface="Source Sans Pro"/>
          <a:cs typeface="Source Sans Pro"/>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Row>
  </a:tblStyle>
  <a:tblStyle styleId="{C7B018BB-80A7-4F77-B60F-C8B233D01FF8}" styleName="">
    <a:tblBg/>
    <a:wholeTbl>
      <a:tcTxStyle b="off" i="off">
        <a:font>
          <a:latin typeface="Source Sans Pro"/>
          <a:ea typeface="Source Sans Pro"/>
          <a:cs typeface="Source Sans Pro"/>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b="on" i="off">
        <a:font>
          <a:latin typeface="Helvetica"/>
          <a:ea typeface="Helvetica"/>
          <a:cs typeface="Helvetica"/>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5AC831"/>
          </a:solidFill>
        </a:fill>
      </a:tcStyle>
    </a:firstCol>
    <a:lastRow>
      <a:tcTxStyle b="off" i="off">
        <a:font>
          <a:latin typeface="Source Sans Pro"/>
          <a:ea typeface="Source Sans Pro"/>
          <a:cs typeface="Source Sans Pro"/>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25400" cap="flat">
              <a:solidFill>
                <a:srgbClr val="606060"/>
              </a:solidFill>
              <a:prstDash val="solid"/>
              <a:miter lim="400000"/>
            </a:ln>
          </a:top>
          <a:bottom>
            <a:ln w="12700" cap="flat">
              <a:solidFill>
                <a:srgbClr val="606060"/>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lastRow>
    <a:firstRow>
      <a:tcTxStyle b="on" i="off">
        <a:font>
          <a:latin typeface="Helvetica"/>
          <a:ea typeface="Helvetica"/>
          <a:cs typeface="Helvetica"/>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chemeClr val="accent2"/>
          </a:solidFill>
        </a:fill>
      </a:tcStyle>
    </a:firstRow>
  </a:tblStyle>
  <a:tblStyle styleId="{EEE7283C-3CF3-47DC-8721-378D4A62B228}" styleName="">
    <a:tblBg/>
    <a:wholeTbl>
      <a:tcTxStyle b="off" i="off">
        <a:font>
          <a:latin typeface="Source Sans Pro"/>
          <a:ea typeface="Source Sans Pro"/>
          <a:cs typeface="Source Sans Pro"/>
        </a:font>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E6E3D7"/>
          </a:solidFill>
        </a:fill>
      </a:tcStyle>
    </a:wholeTbl>
    <a:band2H>
      <a:tcTxStyle/>
      <a:tcStyle>
        <a:tcBdr/>
        <a:fill>
          <a:solidFill>
            <a:srgbClr val="C3C2C2"/>
          </a:solidFill>
        </a:fill>
      </a:tcStyle>
    </a:band2H>
    <a:firstCol>
      <a:tcTxStyle b="on" i="off">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09C99"/>
          </a:solidFill>
        </a:fill>
      </a:tcStyle>
    </a:firstCol>
    <a:lastRow>
      <a:tcTxStyle b="on" i="off">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lastRow>
    <a:firstRow>
      <a:tcTxStyle b="on" i="off">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firstRow>
  </a:tblStyle>
  <a:tblStyle styleId="{CF821DB8-F4EB-4A41-A1BA-3FCAFE7338EE}" styleName="">
    <a:tblBg/>
    <a:wholeTbl>
      <a:tcTxStyle b="off" i="off">
        <a:font>
          <a:latin typeface="Source Sans Pro"/>
          <a:ea typeface="Source Sans Pro"/>
          <a:cs typeface="Source Sans Pro"/>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EBEBEB"/>
          </a:solidFill>
        </a:fill>
      </a:tcStyle>
    </a:wholeTbl>
    <a:band2H>
      <a:tcTxStyle/>
      <a:tcStyle>
        <a:tcBdr/>
        <a:fill>
          <a:solidFill>
            <a:srgbClr val="DCE5E6"/>
          </a:solidFill>
        </a:fill>
      </a:tcStyle>
    </a:band2H>
    <a:firstCol>
      <a:tcTxStyle b="on" i="off">
        <a:font>
          <a:latin typeface="Source Sans Pro"/>
          <a:ea typeface="Source Sans Pro"/>
          <a:cs typeface="Source Sans Pro"/>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Col>
    <a:lastRow>
      <a:tcTxStyle b="on" i="off">
        <a:font>
          <a:latin typeface="Source Sans Pro"/>
          <a:ea typeface="Source Sans Pro"/>
          <a:cs typeface="Source Sans Pro"/>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lastRow>
    <a:firstRow>
      <a:tcTxStyle b="on" i="off">
        <a:font>
          <a:latin typeface="Source Sans Pro"/>
          <a:ea typeface="Source Sans Pro"/>
          <a:cs typeface="Source Sans Pro"/>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Row>
  </a:tblStyle>
  <a:tblStyle styleId="{33BA23B1-9221-436E-865A-0063620EA4FD}" styleName="">
    <a:tblBg/>
    <a:wholeTbl>
      <a:tcTxStyle b="off" i="off">
        <a:font>
          <a:latin typeface="Source Sans Pro"/>
          <a:ea typeface="Source Sans Pro"/>
          <a:cs typeface="Source Sans Pro"/>
        </a:font>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D0D1D2"/>
          </a:solidFill>
        </a:fill>
      </a:tcStyle>
    </a:wholeTbl>
    <a:band2H>
      <a:tcTxStyle/>
      <a:tcStyle>
        <a:tcBdr/>
        <a:fill>
          <a:solidFill>
            <a:srgbClr val="DEDEDF"/>
          </a:solidFill>
        </a:fill>
      </a:tcStyle>
    </a:band2H>
    <a:firstCol>
      <a:tcTxStyle b="on" i="off">
        <a:font>
          <a:latin typeface="Source Sans Pro"/>
          <a:ea typeface="Source Sans Pro"/>
          <a:cs typeface="Source Sans Pro"/>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761"/>
          </a:solidFill>
        </a:fill>
      </a:tcStyle>
    </a:firstCol>
    <a:lastRow>
      <a:tcTxStyle b="on" i="off">
        <a:font>
          <a:latin typeface="Source Sans Pro"/>
          <a:ea typeface="Source Sans Pro"/>
          <a:cs typeface="Source Sans Pro"/>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909398"/>
          </a:solidFill>
        </a:fill>
      </a:tcStyle>
    </a:lastRow>
    <a:firstRow>
      <a:tcTxStyle b="on" i="off">
        <a:font>
          <a:latin typeface="Source Sans Pro"/>
          <a:ea typeface="Source Sans Pro"/>
          <a:cs typeface="Source Sans Pro"/>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67C85"/>
          </a:solidFill>
        </a:fill>
      </a:tcStyle>
    </a:firstRow>
  </a:tblStyle>
  <a:tblStyle styleId="{2708684C-4D16-4618-839F-0558EEFCDFE6}" styleName="">
    <a:tblBg/>
    <a:wholeTbl>
      <a:tcTxStyle b="off" i="off">
        <a:font>
          <a:latin typeface="Source Sans Pro"/>
          <a:ea typeface="Source Sans Pro"/>
          <a:cs typeface="Source Sans Pro"/>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i="off">
        <a:font>
          <a:latin typeface="Helvetica"/>
          <a:ea typeface="Helvetica"/>
          <a:cs typeface="Helvetica"/>
        </a:font>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i="off">
        <a:font>
          <a:latin typeface="Helvetica"/>
          <a:ea typeface="Helvetica"/>
          <a:cs typeface="Helvetica"/>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i="off">
        <a:font>
          <a:latin typeface="Helvetica"/>
          <a:ea typeface="Helvetica"/>
          <a:cs typeface="Helvetica"/>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987"/>
    <p:restoredTop sz="94589"/>
  </p:normalViewPr>
  <p:slideViewPr>
    <p:cSldViewPr snapToGrid="0" snapToObjects="1">
      <p:cViewPr>
        <p:scale>
          <a:sx n="100" d="100"/>
          <a:sy n="100" d="100"/>
        </p:scale>
        <p:origin x="208" y="-13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5" name="Shape 125"/>
          <p:cNvSpPr>
            <a:spLocks noGrp="1" noRot="1" noChangeAspect="1"/>
          </p:cNvSpPr>
          <p:nvPr>
            <p:ph type="sldImg"/>
          </p:nvPr>
        </p:nvSpPr>
        <p:spPr>
          <a:xfrm>
            <a:off x="1143000" y="685800"/>
            <a:ext cx="4572000" cy="3429000"/>
          </a:xfrm>
          <a:prstGeom prst="rect">
            <a:avLst/>
          </a:prstGeom>
        </p:spPr>
        <p:txBody>
          <a:bodyPr/>
          <a:lstStyle/>
          <a:p>
            <a:endParaRPr dirty="0"/>
          </a:p>
        </p:txBody>
      </p:sp>
      <p:sp>
        <p:nvSpPr>
          <p:cNvPr id="126" name="Shape 126"/>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25000"/>
      </a:lnSpc>
      <a:defRPr sz="2600">
        <a:latin typeface="Avenir"/>
        <a:ea typeface="Avenir"/>
        <a:cs typeface="Avenir"/>
        <a:sym typeface="Avenir Roman"/>
      </a:defRPr>
    </a:lvl1pPr>
    <a:lvl2pPr indent="228600" defTabSz="457200" latinLnBrk="0">
      <a:lnSpc>
        <a:spcPct val="125000"/>
      </a:lnSpc>
      <a:defRPr sz="2600">
        <a:latin typeface="Avenir"/>
        <a:ea typeface="Avenir"/>
        <a:cs typeface="Avenir"/>
        <a:sym typeface="Avenir Roman"/>
      </a:defRPr>
    </a:lvl2pPr>
    <a:lvl3pPr indent="457200" defTabSz="457200" latinLnBrk="0">
      <a:lnSpc>
        <a:spcPct val="125000"/>
      </a:lnSpc>
      <a:defRPr sz="2600">
        <a:latin typeface="Avenir"/>
        <a:ea typeface="Avenir"/>
        <a:cs typeface="Avenir"/>
        <a:sym typeface="Avenir Roman"/>
      </a:defRPr>
    </a:lvl3pPr>
    <a:lvl4pPr indent="685800" defTabSz="457200" latinLnBrk="0">
      <a:lnSpc>
        <a:spcPct val="125000"/>
      </a:lnSpc>
      <a:defRPr sz="2600">
        <a:latin typeface="Avenir"/>
        <a:ea typeface="Avenir"/>
        <a:cs typeface="Avenir"/>
        <a:sym typeface="Avenir Roman"/>
      </a:defRPr>
    </a:lvl4pPr>
    <a:lvl5pPr indent="914400" defTabSz="457200" latinLnBrk="0">
      <a:lnSpc>
        <a:spcPct val="125000"/>
      </a:lnSpc>
      <a:defRPr sz="2600">
        <a:latin typeface="Avenir"/>
        <a:ea typeface="Avenir"/>
        <a:cs typeface="Avenir"/>
        <a:sym typeface="Avenir Roman"/>
      </a:defRPr>
    </a:lvl5pPr>
    <a:lvl6pPr indent="1143000" defTabSz="457200" latinLnBrk="0">
      <a:lnSpc>
        <a:spcPct val="125000"/>
      </a:lnSpc>
      <a:defRPr sz="2600">
        <a:latin typeface="Avenir"/>
        <a:ea typeface="Avenir"/>
        <a:cs typeface="Avenir"/>
        <a:sym typeface="Avenir Roman"/>
      </a:defRPr>
    </a:lvl6pPr>
    <a:lvl7pPr indent="1371600" defTabSz="457200" latinLnBrk="0">
      <a:lnSpc>
        <a:spcPct val="125000"/>
      </a:lnSpc>
      <a:defRPr sz="2600">
        <a:latin typeface="Avenir"/>
        <a:ea typeface="Avenir"/>
        <a:cs typeface="Avenir"/>
        <a:sym typeface="Avenir Roman"/>
      </a:defRPr>
    </a:lvl7pPr>
    <a:lvl8pPr indent="1600200" defTabSz="457200" latinLnBrk="0">
      <a:lnSpc>
        <a:spcPct val="125000"/>
      </a:lnSpc>
      <a:defRPr sz="2600">
        <a:latin typeface="Avenir"/>
        <a:ea typeface="Avenir"/>
        <a:cs typeface="Avenir"/>
        <a:sym typeface="Avenir Roman"/>
      </a:defRPr>
    </a:lvl8pPr>
    <a:lvl9pPr indent="1828800" defTabSz="457200" latinLnBrk="0">
      <a:lnSpc>
        <a:spcPct val="125000"/>
      </a:lnSpc>
      <a:defRPr sz="2600">
        <a:latin typeface="Avenir"/>
        <a:ea typeface="Avenir"/>
        <a:cs typeface="Avenir"/>
        <a:sym typeface="Avenir Roman"/>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1209675" y="685800"/>
            <a:ext cx="443865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The table under “weight integration example” would be the data table obtained from the engagement metrics with a blurb explaining it.</a:t>
            </a: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3dd31272605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99" name="Google Shape;99;g3dd3127260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The table under “weight integration example” would be the data table obtained from the engagement metrics with a blurb explaining it.</a:t>
            </a: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9675" y="685800"/>
            <a:ext cx="4438650" cy="3429000"/>
          </a:xfrm>
        </p:spPr>
        <p:txBody>
          <a:bodyPr/>
          <a:lstStyle/>
          <a:p>
            <a:endParaRPr lang="en-US" dirty="0"/>
          </a:p>
        </p:txBody>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1665456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9675" y="685800"/>
            <a:ext cx="4438650" cy="3429000"/>
          </a:xfrm>
        </p:spPr>
        <p:txBody>
          <a:bodyPr/>
          <a:lstStyle/>
          <a:p>
            <a:endParaRPr lang="en-US" dirty="0"/>
          </a:p>
        </p:txBody>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1665456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EB7E74-D850-6ABD-BF13-3EA3D641B5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4C507D-F805-670A-4A47-6A6C390FF198}"/>
              </a:ext>
            </a:extLst>
          </p:cNvPr>
          <p:cNvSpPr>
            <a:spLocks noGrp="1" noRot="1" noChangeAspect="1"/>
          </p:cNvSpPr>
          <p:nvPr>
            <p:ph type="sldImg"/>
          </p:nvPr>
        </p:nvSpPr>
        <p:spPr>
          <a:xfrm>
            <a:off x="1209675" y="685800"/>
            <a:ext cx="4438650" cy="3429000"/>
          </a:xfrm>
        </p:spPr>
        <p:txBody>
          <a:bodyPr/>
          <a:lstStyle/>
          <a:p>
            <a:endParaRPr lang="en-US" dirty="0"/>
          </a:p>
        </p:txBody>
      </p:sp>
      <p:sp>
        <p:nvSpPr>
          <p:cNvPr id="3" name="Notes Placeholder 2">
            <a:extLst>
              <a:ext uri="{FF2B5EF4-FFF2-40B4-BE49-F238E27FC236}">
                <a16:creationId xmlns:a16="http://schemas.microsoft.com/office/drawing/2014/main" id="{4E9534F0-920B-6323-512A-5462E92DD53D}"/>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6012239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85D08A-F04B-77A5-8EC6-2B66A34CD5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2CB381-1A74-7FCA-6806-30DA9E703ABC}"/>
              </a:ext>
            </a:extLst>
          </p:cNvPr>
          <p:cNvSpPr>
            <a:spLocks noGrp="1" noRot="1" noChangeAspect="1"/>
          </p:cNvSpPr>
          <p:nvPr>
            <p:ph type="sldImg"/>
          </p:nvPr>
        </p:nvSpPr>
        <p:spPr>
          <a:xfrm>
            <a:off x="1209675" y="685800"/>
            <a:ext cx="4438650" cy="3429000"/>
          </a:xfrm>
        </p:spPr>
        <p:txBody>
          <a:bodyPr/>
          <a:lstStyle/>
          <a:p>
            <a:endParaRPr lang="en-US" dirty="0"/>
          </a:p>
        </p:txBody>
      </p:sp>
      <p:sp>
        <p:nvSpPr>
          <p:cNvPr id="3" name="Notes Placeholder 2">
            <a:extLst>
              <a:ext uri="{FF2B5EF4-FFF2-40B4-BE49-F238E27FC236}">
                <a16:creationId xmlns:a16="http://schemas.microsoft.com/office/drawing/2014/main" id="{BF8D9620-4EA3-E245-4C09-FF12E86D448C}"/>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7649682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3B5399-1C82-8297-FC0C-108E4BCC2B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7F04F6-88EA-3CE0-C32C-706D177E579B}"/>
              </a:ext>
            </a:extLst>
          </p:cNvPr>
          <p:cNvSpPr>
            <a:spLocks noGrp="1" noRot="1" noChangeAspect="1"/>
          </p:cNvSpPr>
          <p:nvPr>
            <p:ph type="sldImg"/>
          </p:nvPr>
        </p:nvSpPr>
        <p:spPr>
          <a:xfrm>
            <a:off x="1209675" y="685800"/>
            <a:ext cx="4438650" cy="3429000"/>
          </a:xfrm>
        </p:spPr>
        <p:txBody>
          <a:bodyPr/>
          <a:lstStyle/>
          <a:p>
            <a:endParaRPr lang="en-US" dirty="0"/>
          </a:p>
        </p:txBody>
      </p:sp>
      <p:sp>
        <p:nvSpPr>
          <p:cNvPr id="3" name="Notes Placeholder 2">
            <a:extLst>
              <a:ext uri="{FF2B5EF4-FFF2-40B4-BE49-F238E27FC236}">
                <a16:creationId xmlns:a16="http://schemas.microsoft.com/office/drawing/2014/main" id="{D284ADFE-97B4-724F-81EB-9615E93AAFBD}"/>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0799987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F3C559-2731-DE47-C728-C168F22045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76B09C-155A-EB79-CD24-0D003087AED6}"/>
              </a:ext>
            </a:extLst>
          </p:cNvPr>
          <p:cNvSpPr>
            <a:spLocks noGrp="1" noRot="1" noChangeAspect="1"/>
          </p:cNvSpPr>
          <p:nvPr>
            <p:ph type="sldImg"/>
          </p:nvPr>
        </p:nvSpPr>
        <p:spPr>
          <a:xfrm>
            <a:off x="1209675" y="685800"/>
            <a:ext cx="4438650" cy="3429000"/>
          </a:xfrm>
        </p:spPr>
        <p:txBody>
          <a:bodyPr/>
          <a:lstStyle/>
          <a:p>
            <a:endParaRPr lang="en-US" dirty="0"/>
          </a:p>
        </p:txBody>
      </p:sp>
      <p:sp>
        <p:nvSpPr>
          <p:cNvPr id="3" name="Notes Placeholder 2">
            <a:extLst>
              <a:ext uri="{FF2B5EF4-FFF2-40B4-BE49-F238E27FC236}">
                <a16:creationId xmlns:a16="http://schemas.microsoft.com/office/drawing/2014/main" id="{F8F30A74-2BAF-8D7F-30F4-CB527996BEBF}"/>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0683343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55C73C-D961-59A8-653C-FD1B41495B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D27989-13CA-2661-E63A-022EB3E8BD8D}"/>
              </a:ext>
            </a:extLst>
          </p:cNvPr>
          <p:cNvSpPr>
            <a:spLocks noGrp="1" noRot="1" noChangeAspect="1"/>
          </p:cNvSpPr>
          <p:nvPr>
            <p:ph type="sldImg"/>
          </p:nvPr>
        </p:nvSpPr>
        <p:spPr>
          <a:xfrm>
            <a:off x="1209675" y="685800"/>
            <a:ext cx="4438650" cy="3429000"/>
          </a:xfrm>
        </p:spPr>
        <p:txBody>
          <a:bodyPr/>
          <a:lstStyle/>
          <a:p>
            <a:endParaRPr lang="en-US" dirty="0"/>
          </a:p>
        </p:txBody>
      </p:sp>
      <p:sp>
        <p:nvSpPr>
          <p:cNvPr id="3" name="Notes Placeholder 2">
            <a:extLst>
              <a:ext uri="{FF2B5EF4-FFF2-40B4-BE49-F238E27FC236}">
                <a16:creationId xmlns:a16="http://schemas.microsoft.com/office/drawing/2014/main" id="{24CC2506-7156-0D76-A3E6-7FEF7C00CBB7}"/>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8953755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4AD321-A92B-63F8-D75B-F54390243A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DE87AF-175F-0586-C6A8-2F44C356C466}"/>
              </a:ext>
            </a:extLst>
          </p:cNvPr>
          <p:cNvSpPr>
            <a:spLocks noGrp="1" noRot="1" noChangeAspect="1"/>
          </p:cNvSpPr>
          <p:nvPr>
            <p:ph type="sldImg"/>
          </p:nvPr>
        </p:nvSpPr>
        <p:spPr>
          <a:xfrm>
            <a:off x="1209675" y="685800"/>
            <a:ext cx="4438650" cy="3429000"/>
          </a:xfrm>
        </p:spPr>
        <p:txBody>
          <a:bodyPr/>
          <a:lstStyle/>
          <a:p>
            <a:endParaRPr lang="en-US" dirty="0"/>
          </a:p>
        </p:txBody>
      </p:sp>
      <p:sp>
        <p:nvSpPr>
          <p:cNvPr id="3" name="Notes Placeholder 2">
            <a:extLst>
              <a:ext uri="{FF2B5EF4-FFF2-40B4-BE49-F238E27FC236}">
                <a16:creationId xmlns:a16="http://schemas.microsoft.com/office/drawing/2014/main" id="{24D7ED30-3193-A9F3-96DA-3F4C3A08D68F}"/>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0421718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amp; Subtitle">
    <p:spTree>
      <p:nvGrpSpPr>
        <p:cNvPr id="1" name=""/>
        <p:cNvGrpSpPr/>
        <p:nvPr/>
      </p:nvGrpSpPr>
      <p:grpSpPr>
        <a:xfrm>
          <a:off x="0" y="0"/>
          <a:ext cx="0" cy="0"/>
          <a:chOff x="0" y="0"/>
          <a:chExt cx="0" cy="0"/>
        </a:xfrm>
      </p:grpSpPr>
      <p:sp>
        <p:nvSpPr>
          <p:cNvPr id="11" name="Title Text"/>
          <p:cNvSpPr txBox="1">
            <a:spLocks noGrp="1"/>
          </p:cNvSpPr>
          <p:nvPr>
            <p:ph type="title"/>
          </p:nvPr>
        </p:nvSpPr>
        <p:spPr>
          <a:xfrm>
            <a:off x="1364257" y="1918642"/>
            <a:ext cx="11241486" cy="3547071"/>
          </a:xfrm>
          <a:prstGeom prst="rect">
            <a:avLst/>
          </a:prstGeom>
        </p:spPr>
        <p:txBody>
          <a:bodyPr anchor="b"/>
          <a:lstStyle/>
          <a:p>
            <a:r>
              <a:t>Title Text</a:t>
            </a:r>
          </a:p>
        </p:txBody>
      </p:sp>
      <p:sp>
        <p:nvSpPr>
          <p:cNvPr id="12" name="Body Level One…"/>
          <p:cNvSpPr txBox="1">
            <a:spLocks noGrp="1"/>
          </p:cNvSpPr>
          <p:nvPr>
            <p:ph type="body" sz="quarter" idx="1"/>
          </p:nvPr>
        </p:nvSpPr>
        <p:spPr>
          <a:xfrm>
            <a:off x="1364257" y="5561210"/>
            <a:ext cx="11241486" cy="1214191"/>
          </a:xfrm>
          <a:prstGeom prst="rect">
            <a:avLst/>
          </a:prstGeom>
        </p:spPr>
        <p:txBody>
          <a:bodyPr anchor="t"/>
          <a:lstStyle>
            <a:lvl1pPr marL="0" indent="0">
              <a:buSzTx/>
              <a:buNone/>
              <a:defRPr sz="2500">
                <a:solidFill>
                  <a:srgbClr val="628DB5"/>
                </a:solidFill>
              </a:defRPr>
            </a:lvl1pPr>
            <a:lvl2pPr marL="0" indent="228600">
              <a:buSzTx/>
              <a:buNone/>
              <a:defRPr sz="2500">
                <a:solidFill>
                  <a:srgbClr val="628DB5"/>
                </a:solidFill>
              </a:defRPr>
            </a:lvl2pPr>
            <a:lvl3pPr marL="0" indent="457200">
              <a:buSzTx/>
              <a:buNone/>
              <a:defRPr sz="2500">
                <a:solidFill>
                  <a:srgbClr val="628DB5"/>
                </a:solidFill>
              </a:defRPr>
            </a:lvl3pPr>
            <a:lvl4pPr marL="0" indent="685800">
              <a:buSzTx/>
              <a:buNone/>
              <a:defRPr sz="2500">
                <a:solidFill>
                  <a:srgbClr val="628DB5"/>
                </a:solidFill>
              </a:defRPr>
            </a:lvl4pPr>
            <a:lvl5pPr marL="0" indent="914400">
              <a:buSzTx/>
              <a:buNone/>
              <a:defRPr sz="2500">
                <a:solidFill>
                  <a:srgbClr val="628DB5"/>
                </a:solidFill>
              </a:defRPr>
            </a:lvl5pPr>
          </a:lstStyle>
          <a:p>
            <a:r>
              <a:t>Body Level One</a:t>
            </a:r>
          </a:p>
          <a:p>
            <a:pPr lvl="1"/>
            <a:r>
              <a:t>Body Level Two</a:t>
            </a:r>
          </a:p>
          <a:p>
            <a:pPr lvl="2"/>
            <a:r>
              <a:t>Body Level Three</a:t>
            </a:r>
          </a:p>
          <a:p>
            <a:pPr lvl="3"/>
            <a:r>
              <a:t>Body Level Four</a:t>
            </a:r>
          </a:p>
          <a:p>
            <a:pPr lvl="4"/>
            <a:r>
              <a:t>Body Level Five</a:t>
            </a:r>
          </a:p>
        </p:txBody>
      </p:sp>
      <p:sp>
        <p:nvSpPr>
          <p:cNvPr id="13" name="Slide Number"/>
          <p:cNvSpPr txBox="1">
            <a:spLocks noGrp="1"/>
          </p:cNvSpPr>
          <p:nvPr>
            <p:ph type="sldNum" sz="quarter" idx="2"/>
          </p:nvPr>
        </p:nvSpPr>
        <p:spPr>
          <a:prstGeom prst="rect">
            <a:avLst/>
          </a:prstGeom>
        </p:spPr>
        <p:txBody>
          <a:bodyPr/>
          <a:lstStyle/>
          <a:p>
            <a:fld id="{86CB4B4D-7CA3-9044-876B-883B54F8677D}" type="slidenum">
              <a:rPr/>
              <a:t>‹#›</a:t>
            </a:fld>
            <a:endParaRPr dirty="0"/>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Photo - Horizontal">
    <p:spTree>
      <p:nvGrpSpPr>
        <p:cNvPr id="1" name=""/>
        <p:cNvGrpSpPr/>
        <p:nvPr/>
      </p:nvGrpSpPr>
      <p:grpSpPr>
        <a:xfrm>
          <a:off x="0" y="0"/>
          <a:ext cx="0" cy="0"/>
          <a:chOff x="0" y="0"/>
          <a:chExt cx="0" cy="0"/>
        </a:xfrm>
      </p:grpSpPr>
      <p:sp>
        <p:nvSpPr>
          <p:cNvPr id="20" name="Image"/>
          <p:cNvSpPr>
            <a:spLocks noGrp="1"/>
          </p:cNvSpPr>
          <p:nvPr>
            <p:ph type="pic" idx="13"/>
          </p:nvPr>
        </p:nvSpPr>
        <p:spPr>
          <a:xfrm>
            <a:off x="1725786" y="840878"/>
            <a:ext cx="10504786" cy="6357443"/>
          </a:xfrm>
          <a:prstGeom prst="rect">
            <a:avLst/>
          </a:prstGeom>
        </p:spPr>
        <p:txBody>
          <a:bodyPr lIns="91439" tIns="45719" rIns="91439" bIns="45719" anchor="t">
            <a:noAutofit/>
          </a:bodyPr>
          <a:lstStyle/>
          <a:p>
            <a:endParaRPr dirty="0"/>
          </a:p>
        </p:txBody>
      </p:sp>
      <p:sp>
        <p:nvSpPr>
          <p:cNvPr id="21" name="Title Text"/>
          <p:cNvSpPr txBox="1">
            <a:spLocks noGrp="1"/>
          </p:cNvSpPr>
          <p:nvPr>
            <p:ph type="title"/>
          </p:nvPr>
        </p:nvSpPr>
        <p:spPr>
          <a:xfrm>
            <a:off x="1364257" y="7375673"/>
            <a:ext cx="11241486" cy="1527970"/>
          </a:xfrm>
          <a:prstGeom prst="rect">
            <a:avLst/>
          </a:prstGeom>
        </p:spPr>
        <p:txBody>
          <a:bodyPr anchor="b"/>
          <a:lstStyle/>
          <a:p>
            <a:r>
              <a:t>Title Text</a:t>
            </a:r>
          </a:p>
        </p:txBody>
      </p:sp>
      <p:sp>
        <p:nvSpPr>
          <p:cNvPr id="22" name="Body Level One…"/>
          <p:cNvSpPr txBox="1">
            <a:spLocks noGrp="1"/>
          </p:cNvSpPr>
          <p:nvPr>
            <p:ph type="body" sz="quarter" idx="1"/>
          </p:nvPr>
        </p:nvSpPr>
        <p:spPr>
          <a:xfrm>
            <a:off x="1364257" y="8958212"/>
            <a:ext cx="11241486" cy="1214191"/>
          </a:xfrm>
          <a:prstGeom prst="rect">
            <a:avLst/>
          </a:prstGeom>
        </p:spPr>
        <p:txBody>
          <a:bodyPr anchor="t"/>
          <a:lstStyle>
            <a:lvl1pPr marL="0" indent="0">
              <a:buSzTx/>
              <a:buNone/>
              <a:defRPr sz="2500">
                <a:solidFill>
                  <a:srgbClr val="628DB5"/>
                </a:solidFill>
              </a:defRPr>
            </a:lvl1pPr>
            <a:lvl2pPr marL="0" indent="228600">
              <a:buSzTx/>
              <a:buNone/>
              <a:defRPr sz="2500">
                <a:solidFill>
                  <a:srgbClr val="628DB5"/>
                </a:solidFill>
              </a:defRPr>
            </a:lvl2pPr>
            <a:lvl3pPr marL="0" indent="457200">
              <a:buSzTx/>
              <a:buNone/>
              <a:defRPr sz="2500">
                <a:solidFill>
                  <a:srgbClr val="628DB5"/>
                </a:solidFill>
              </a:defRPr>
            </a:lvl3pPr>
            <a:lvl4pPr marL="0" indent="685800">
              <a:buSzTx/>
              <a:buNone/>
              <a:defRPr sz="2500">
                <a:solidFill>
                  <a:srgbClr val="628DB5"/>
                </a:solidFill>
              </a:defRPr>
            </a:lvl4pPr>
            <a:lvl5pPr marL="0" indent="914400">
              <a:buSzTx/>
              <a:buNone/>
              <a:defRPr sz="2500">
                <a:solidFill>
                  <a:srgbClr val="628DB5"/>
                </a:solidFill>
              </a:defRPr>
            </a:lvl5pPr>
          </a:lstStyle>
          <a:p>
            <a:r>
              <a:t>Body Level One</a:t>
            </a:r>
          </a:p>
          <a:p>
            <a:pPr lvl="1"/>
            <a:r>
              <a:t>Body Level Two</a:t>
            </a:r>
          </a:p>
          <a:p>
            <a:pPr lvl="2"/>
            <a:r>
              <a:t>Body Level Three</a:t>
            </a:r>
          </a:p>
          <a:p>
            <a:pPr lvl="3"/>
            <a:r>
              <a:t>Body Level Four</a:t>
            </a:r>
          </a:p>
          <a:p>
            <a:pPr lvl="4"/>
            <a:r>
              <a:t>Body Level Five</a:t>
            </a:r>
          </a:p>
        </p:txBody>
      </p:sp>
      <p:sp>
        <p:nvSpPr>
          <p:cNvPr id="23" name="Slide Number"/>
          <p:cNvSpPr txBox="1">
            <a:spLocks noGrp="1"/>
          </p:cNvSpPr>
          <p:nvPr>
            <p:ph type="sldNum" sz="quarter" idx="2"/>
          </p:nvPr>
        </p:nvSpPr>
        <p:spPr>
          <a:xfrm>
            <a:off x="6790156" y="10090546"/>
            <a:ext cx="376045" cy="388542"/>
          </a:xfrm>
          <a:prstGeom prst="rect">
            <a:avLst/>
          </a:prstGeom>
        </p:spPr>
        <p:txBody>
          <a:bodyPr/>
          <a:lstStyle/>
          <a:p>
            <a:fld id="{86CB4B4D-7CA3-9044-876B-883B54F8677D}" type="slidenum">
              <a:rPr/>
              <a:t>‹#›</a:t>
            </a:fld>
            <a:endParaRPr dirty="0"/>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itle - Center">
    <p:spTree>
      <p:nvGrpSpPr>
        <p:cNvPr id="1" name=""/>
        <p:cNvGrpSpPr/>
        <p:nvPr/>
      </p:nvGrpSpPr>
      <p:grpSpPr>
        <a:xfrm>
          <a:off x="0" y="0"/>
          <a:ext cx="0" cy="0"/>
          <a:chOff x="0" y="0"/>
          <a:chExt cx="0" cy="0"/>
        </a:xfrm>
      </p:grpSpPr>
      <p:sp>
        <p:nvSpPr>
          <p:cNvPr id="30" name="Title Text"/>
          <p:cNvSpPr txBox="1">
            <a:spLocks noGrp="1"/>
          </p:cNvSpPr>
          <p:nvPr>
            <p:ph type="title"/>
          </p:nvPr>
        </p:nvSpPr>
        <p:spPr>
          <a:xfrm>
            <a:off x="1364257" y="3623964"/>
            <a:ext cx="11241486" cy="3547072"/>
          </a:xfrm>
          <a:prstGeom prst="rect">
            <a:avLst/>
          </a:prstGeom>
        </p:spPr>
        <p:txBody>
          <a:bodyPr/>
          <a:lstStyle/>
          <a:p>
            <a:r>
              <a:t>Title Text</a:t>
            </a:r>
          </a:p>
        </p:txBody>
      </p:sp>
      <p:sp>
        <p:nvSpPr>
          <p:cNvPr id="31" name="Slide Number"/>
          <p:cNvSpPr txBox="1">
            <a:spLocks noGrp="1"/>
          </p:cNvSpPr>
          <p:nvPr>
            <p:ph type="sldNum" sz="quarter" idx="2"/>
          </p:nvPr>
        </p:nvSpPr>
        <p:spPr>
          <a:prstGeom prst="rect">
            <a:avLst/>
          </a:prstGeom>
        </p:spPr>
        <p:txBody>
          <a:bodyPr/>
          <a:lstStyle/>
          <a:p>
            <a:fld id="{86CB4B4D-7CA3-9044-876B-883B54F8677D}" type="slidenum">
              <a:rPr/>
              <a:t>‹#›</a:t>
            </a:fld>
            <a:endParaRPr dirty="0"/>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Photo - Vertical">
    <p:spTree>
      <p:nvGrpSpPr>
        <p:cNvPr id="1" name=""/>
        <p:cNvGrpSpPr/>
        <p:nvPr/>
      </p:nvGrpSpPr>
      <p:grpSpPr>
        <a:xfrm>
          <a:off x="0" y="0"/>
          <a:ext cx="0" cy="0"/>
          <a:chOff x="0" y="0"/>
          <a:chExt cx="0" cy="0"/>
        </a:xfrm>
      </p:grpSpPr>
      <p:sp>
        <p:nvSpPr>
          <p:cNvPr id="38" name="Image"/>
          <p:cNvSpPr>
            <a:spLocks noGrp="1"/>
          </p:cNvSpPr>
          <p:nvPr>
            <p:ph type="pic" sz="half" idx="13"/>
          </p:nvPr>
        </p:nvSpPr>
        <p:spPr>
          <a:xfrm>
            <a:off x="7216923" y="840878"/>
            <a:ext cx="5729884" cy="8840392"/>
          </a:xfrm>
          <a:prstGeom prst="rect">
            <a:avLst/>
          </a:prstGeom>
        </p:spPr>
        <p:txBody>
          <a:bodyPr lIns="91439" tIns="45719" rIns="91439" bIns="45719" anchor="t">
            <a:noAutofit/>
          </a:bodyPr>
          <a:lstStyle/>
          <a:p>
            <a:endParaRPr dirty="0"/>
          </a:p>
        </p:txBody>
      </p:sp>
      <p:sp>
        <p:nvSpPr>
          <p:cNvPr id="39" name="Title Text"/>
          <p:cNvSpPr txBox="1">
            <a:spLocks noGrp="1"/>
          </p:cNvSpPr>
          <p:nvPr>
            <p:ph type="title"/>
          </p:nvPr>
        </p:nvSpPr>
        <p:spPr>
          <a:xfrm>
            <a:off x="1023193" y="840878"/>
            <a:ext cx="5729884" cy="4283771"/>
          </a:xfrm>
          <a:prstGeom prst="rect">
            <a:avLst/>
          </a:prstGeom>
        </p:spPr>
        <p:txBody>
          <a:bodyPr anchor="b"/>
          <a:lstStyle>
            <a:lvl1pPr>
              <a:defRPr sz="3300">
                <a:latin typeface="Source Sans Pro Semibold"/>
                <a:ea typeface="Source Sans Pro Semibold"/>
                <a:cs typeface="Source Sans Pro Semibold"/>
                <a:sym typeface="Source Sans Pro Semibold"/>
              </a:defRPr>
            </a:lvl1pPr>
          </a:lstStyle>
          <a:p>
            <a:r>
              <a:t>Title Text</a:t>
            </a:r>
          </a:p>
        </p:txBody>
      </p:sp>
      <p:sp>
        <p:nvSpPr>
          <p:cNvPr id="40" name="Body Level One…"/>
          <p:cNvSpPr txBox="1">
            <a:spLocks noGrp="1"/>
          </p:cNvSpPr>
          <p:nvPr>
            <p:ph type="body" sz="quarter" idx="1"/>
          </p:nvPr>
        </p:nvSpPr>
        <p:spPr>
          <a:xfrm>
            <a:off x="1023193" y="5274716"/>
            <a:ext cx="5729884" cy="4406554"/>
          </a:xfrm>
          <a:prstGeom prst="rect">
            <a:avLst/>
          </a:prstGeom>
        </p:spPr>
        <p:txBody>
          <a:bodyPr anchor="t"/>
          <a:lstStyle>
            <a:lvl1pPr marL="0" indent="0">
              <a:buSzTx/>
              <a:buNone/>
              <a:defRPr sz="2500">
                <a:solidFill>
                  <a:srgbClr val="628DB5"/>
                </a:solidFill>
              </a:defRPr>
            </a:lvl1pPr>
            <a:lvl2pPr marL="0" indent="228600">
              <a:buSzTx/>
              <a:buNone/>
              <a:defRPr sz="2500">
                <a:solidFill>
                  <a:srgbClr val="628DB5"/>
                </a:solidFill>
              </a:defRPr>
            </a:lvl2pPr>
            <a:lvl3pPr marL="0" indent="457200">
              <a:buSzTx/>
              <a:buNone/>
              <a:defRPr sz="2500">
                <a:solidFill>
                  <a:srgbClr val="628DB5"/>
                </a:solidFill>
              </a:defRPr>
            </a:lvl3pPr>
            <a:lvl4pPr marL="0" indent="685800">
              <a:buSzTx/>
              <a:buNone/>
              <a:defRPr sz="2500">
                <a:solidFill>
                  <a:srgbClr val="628DB5"/>
                </a:solidFill>
              </a:defRPr>
            </a:lvl4pPr>
            <a:lvl5pPr marL="0" indent="914400">
              <a:buSzTx/>
              <a:buNone/>
              <a:defRPr sz="2500">
                <a:solidFill>
                  <a:srgbClr val="628DB5"/>
                </a:solidFill>
              </a:defRPr>
            </a:lvl5pPr>
          </a:lstStyle>
          <a:p>
            <a:r>
              <a:t>Body Level One</a:t>
            </a:r>
          </a:p>
          <a:p>
            <a:pPr lvl="1"/>
            <a:r>
              <a:t>Body Level Two</a:t>
            </a:r>
          </a:p>
          <a:p>
            <a:pPr lvl="2"/>
            <a:r>
              <a:t>Body Level Three</a:t>
            </a:r>
          </a:p>
          <a:p>
            <a:pPr lvl="3"/>
            <a:r>
              <a:t>Body Level Four</a:t>
            </a:r>
          </a:p>
          <a:p>
            <a:pPr lvl="4"/>
            <a:r>
              <a:t>Body Level Five</a:t>
            </a:r>
          </a:p>
        </p:txBody>
      </p:sp>
      <p:sp>
        <p:nvSpPr>
          <p:cNvPr id="41" name="Slide Number"/>
          <p:cNvSpPr txBox="1">
            <a:spLocks noGrp="1"/>
          </p:cNvSpPr>
          <p:nvPr>
            <p:ph type="sldNum" sz="quarter" idx="2"/>
          </p:nvPr>
        </p:nvSpPr>
        <p:spPr>
          <a:prstGeom prst="rect">
            <a:avLst/>
          </a:prstGeom>
        </p:spPr>
        <p:txBody>
          <a:bodyPr/>
          <a:lstStyle/>
          <a:p>
            <a:fld id="{86CB4B4D-7CA3-9044-876B-883B54F8677D}" type="slidenum">
              <a:rPr/>
              <a:t>‹#›</a:t>
            </a:fld>
            <a:endParaRPr dirty="0"/>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Title - Top">
    <p:spTree>
      <p:nvGrpSpPr>
        <p:cNvPr id="1" name=""/>
        <p:cNvGrpSpPr/>
        <p:nvPr/>
      </p:nvGrpSpPr>
      <p:grpSpPr>
        <a:xfrm>
          <a:off x="0" y="0"/>
          <a:ext cx="0" cy="0"/>
          <a:chOff x="0" y="0"/>
          <a:chExt cx="0" cy="0"/>
        </a:xfrm>
      </p:grpSpPr>
      <p:sp>
        <p:nvSpPr>
          <p:cNvPr id="48" name="Title Text"/>
          <p:cNvSpPr txBox="1">
            <a:spLocks noGrp="1"/>
          </p:cNvSpPr>
          <p:nvPr>
            <p:ph type="title"/>
          </p:nvPr>
        </p:nvSpPr>
        <p:spPr>
          <a:prstGeom prst="rect">
            <a:avLst/>
          </a:prstGeom>
        </p:spPr>
        <p:txBody>
          <a:bodyPr/>
          <a:lstStyle/>
          <a:p>
            <a:r>
              <a:t>Title Text</a:t>
            </a:r>
          </a:p>
        </p:txBody>
      </p:sp>
      <p:sp>
        <p:nvSpPr>
          <p:cNvPr id="49" name="Slide Number"/>
          <p:cNvSpPr txBox="1">
            <a:spLocks noGrp="1"/>
          </p:cNvSpPr>
          <p:nvPr>
            <p:ph type="sldNum" sz="quarter" idx="2"/>
          </p:nvPr>
        </p:nvSpPr>
        <p:spPr>
          <a:prstGeom prst="rect">
            <a:avLst/>
          </a:prstGeom>
        </p:spPr>
        <p:txBody>
          <a:bodyPr/>
          <a:lstStyle/>
          <a:p>
            <a:fld id="{86CB4B4D-7CA3-9044-876B-883B54F8677D}" type="slidenum">
              <a:rPr/>
              <a:t>‹#›</a:t>
            </a:fld>
            <a:endParaRPr dirty="0"/>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56" name="Title Text"/>
          <p:cNvSpPr txBox="1">
            <a:spLocks noGrp="1"/>
          </p:cNvSpPr>
          <p:nvPr>
            <p:ph type="title"/>
          </p:nvPr>
        </p:nvSpPr>
        <p:spPr>
          <a:prstGeom prst="rect">
            <a:avLst/>
          </a:prstGeom>
        </p:spPr>
        <p:txBody>
          <a:bodyPr/>
          <a:lstStyle/>
          <a:p>
            <a:r>
              <a:t>Title Text</a:t>
            </a:r>
          </a:p>
        </p:txBody>
      </p:sp>
      <p:sp>
        <p:nvSpPr>
          <p:cNvPr id="57"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58" name="Slide Number"/>
          <p:cNvSpPr txBox="1">
            <a:spLocks noGrp="1"/>
          </p:cNvSpPr>
          <p:nvPr>
            <p:ph type="sldNum" sz="quarter" idx="2"/>
          </p:nvPr>
        </p:nvSpPr>
        <p:spPr>
          <a:prstGeom prst="rect">
            <a:avLst/>
          </a:prstGeom>
        </p:spPr>
        <p:txBody>
          <a:bodyPr/>
          <a:lstStyle/>
          <a:p>
            <a:fld id="{86CB4B4D-7CA3-9044-876B-883B54F8677D}" type="slidenum">
              <a:rPr/>
              <a:t>‹#›</a:t>
            </a:fld>
            <a:endParaRPr dirty="0"/>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Title, Bullets &amp; Photo">
    <p:spTree>
      <p:nvGrpSpPr>
        <p:cNvPr id="1" name=""/>
        <p:cNvGrpSpPr/>
        <p:nvPr/>
      </p:nvGrpSpPr>
      <p:grpSpPr>
        <a:xfrm>
          <a:off x="0" y="0"/>
          <a:ext cx="0" cy="0"/>
          <a:chOff x="0" y="0"/>
          <a:chExt cx="0" cy="0"/>
        </a:xfrm>
      </p:grpSpPr>
      <p:sp>
        <p:nvSpPr>
          <p:cNvPr id="65" name="Image"/>
          <p:cNvSpPr>
            <a:spLocks noGrp="1"/>
          </p:cNvSpPr>
          <p:nvPr>
            <p:ph type="pic" sz="half" idx="13"/>
          </p:nvPr>
        </p:nvSpPr>
        <p:spPr>
          <a:xfrm>
            <a:off x="7216923" y="2955478"/>
            <a:ext cx="5729884" cy="6753077"/>
          </a:xfrm>
          <a:prstGeom prst="rect">
            <a:avLst/>
          </a:prstGeom>
        </p:spPr>
        <p:txBody>
          <a:bodyPr lIns="91439" tIns="45719" rIns="91439" bIns="45719" anchor="t">
            <a:noAutofit/>
          </a:bodyPr>
          <a:lstStyle/>
          <a:p>
            <a:endParaRPr dirty="0"/>
          </a:p>
        </p:txBody>
      </p:sp>
      <p:sp>
        <p:nvSpPr>
          <p:cNvPr id="66" name="Title Text"/>
          <p:cNvSpPr txBox="1">
            <a:spLocks noGrp="1"/>
          </p:cNvSpPr>
          <p:nvPr>
            <p:ph type="title"/>
          </p:nvPr>
        </p:nvSpPr>
        <p:spPr>
          <a:prstGeom prst="rect">
            <a:avLst/>
          </a:prstGeom>
        </p:spPr>
        <p:txBody>
          <a:bodyPr/>
          <a:lstStyle/>
          <a:p>
            <a:r>
              <a:t>Title Text</a:t>
            </a:r>
          </a:p>
        </p:txBody>
      </p:sp>
      <p:sp>
        <p:nvSpPr>
          <p:cNvPr id="67" name="Body Level One…"/>
          <p:cNvSpPr txBox="1">
            <a:spLocks noGrp="1"/>
          </p:cNvSpPr>
          <p:nvPr>
            <p:ph type="body" sz="half" idx="1"/>
          </p:nvPr>
        </p:nvSpPr>
        <p:spPr>
          <a:xfrm>
            <a:off x="1023193" y="2955478"/>
            <a:ext cx="5729884" cy="6753077"/>
          </a:xfrm>
          <a:prstGeom prst="rect">
            <a:avLst/>
          </a:prstGeom>
        </p:spPr>
        <p:txBody>
          <a:bodyPr/>
          <a:lstStyle>
            <a:lvl1pPr marL="146957" indent="-146957">
              <a:defRPr b="1"/>
            </a:lvl1pPr>
            <a:lvl2pPr marL="489857" indent="-146957">
              <a:defRPr b="1"/>
            </a:lvl2pPr>
            <a:lvl3pPr marL="832757" indent="-146957">
              <a:defRPr b="1"/>
            </a:lvl3pPr>
            <a:lvl4pPr marL="1175657" indent="-146957">
              <a:defRPr b="1"/>
            </a:lvl4pPr>
            <a:lvl5pPr marL="1518557" indent="-146957">
              <a:defRPr b="1"/>
            </a:lvl5pPr>
          </a:lstStyle>
          <a:p>
            <a:r>
              <a:t>Body Level One</a:t>
            </a:r>
          </a:p>
          <a:p>
            <a:pPr lvl="1"/>
            <a:r>
              <a:t>Body Level Two</a:t>
            </a:r>
          </a:p>
          <a:p>
            <a:pPr lvl="2"/>
            <a:r>
              <a:t>Body Level Three</a:t>
            </a:r>
          </a:p>
          <a:p>
            <a:pPr lvl="3"/>
            <a:r>
              <a:t>Body Level Four</a:t>
            </a:r>
          </a:p>
          <a:p>
            <a:pPr lvl="4"/>
            <a:r>
              <a:t>Body Level Five</a:t>
            </a:r>
          </a:p>
        </p:txBody>
      </p:sp>
      <p:sp>
        <p:nvSpPr>
          <p:cNvPr id="68" name="Slide Number"/>
          <p:cNvSpPr txBox="1">
            <a:spLocks noGrp="1"/>
          </p:cNvSpPr>
          <p:nvPr>
            <p:ph type="sldNum" sz="quarter" idx="2"/>
          </p:nvPr>
        </p:nvSpPr>
        <p:spPr>
          <a:prstGeom prst="rect">
            <a:avLst/>
          </a:prstGeom>
        </p:spPr>
        <p:txBody>
          <a:bodyPr/>
          <a:lstStyle/>
          <a:p>
            <a:fld id="{86CB4B4D-7CA3-9044-876B-883B54F8677D}" type="slidenum">
              <a:rPr/>
              <a:t>‹#›</a:t>
            </a:fld>
            <a:endParaRPr dirty="0"/>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Bullets">
    <p:spTree>
      <p:nvGrpSpPr>
        <p:cNvPr id="1" name=""/>
        <p:cNvGrpSpPr/>
        <p:nvPr/>
      </p:nvGrpSpPr>
      <p:grpSpPr>
        <a:xfrm>
          <a:off x="0" y="0"/>
          <a:ext cx="0" cy="0"/>
          <a:chOff x="0" y="0"/>
          <a:chExt cx="0" cy="0"/>
        </a:xfrm>
      </p:grpSpPr>
      <p:sp>
        <p:nvSpPr>
          <p:cNvPr id="75" name="Body Level One…"/>
          <p:cNvSpPr txBox="1">
            <a:spLocks noGrp="1"/>
          </p:cNvSpPr>
          <p:nvPr>
            <p:ph type="body" idx="1"/>
          </p:nvPr>
        </p:nvSpPr>
        <p:spPr>
          <a:xfrm>
            <a:off x="1023193" y="1523007"/>
            <a:ext cx="11923614" cy="7748986"/>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76" name="Slide Number"/>
          <p:cNvSpPr txBox="1">
            <a:spLocks noGrp="1"/>
          </p:cNvSpPr>
          <p:nvPr>
            <p:ph type="sldNum" sz="quarter" idx="2"/>
          </p:nvPr>
        </p:nvSpPr>
        <p:spPr>
          <a:prstGeom prst="rect">
            <a:avLst/>
          </a:prstGeom>
        </p:spPr>
        <p:txBody>
          <a:bodyPr/>
          <a:lstStyle/>
          <a:p>
            <a:fld id="{86CB4B4D-7CA3-9044-876B-883B54F8677D}" type="slidenum">
              <a:rPr/>
              <a:t>‹#›</a:t>
            </a:fld>
            <a:endParaRPr dirty="0"/>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Photo - 3 Up">
    <p:spTree>
      <p:nvGrpSpPr>
        <p:cNvPr id="1" name=""/>
        <p:cNvGrpSpPr/>
        <p:nvPr/>
      </p:nvGrpSpPr>
      <p:grpSpPr>
        <a:xfrm>
          <a:off x="0" y="0"/>
          <a:ext cx="0" cy="0"/>
          <a:chOff x="0" y="0"/>
          <a:chExt cx="0" cy="0"/>
        </a:xfrm>
      </p:grpSpPr>
      <p:sp>
        <p:nvSpPr>
          <p:cNvPr id="83" name="Image"/>
          <p:cNvSpPr>
            <a:spLocks noGrp="1"/>
          </p:cNvSpPr>
          <p:nvPr>
            <p:ph type="pic" sz="half" idx="13"/>
          </p:nvPr>
        </p:nvSpPr>
        <p:spPr>
          <a:xfrm>
            <a:off x="1023193" y="1113730"/>
            <a:ext cx="5729884" cy="8567540"/>
          </a:xfrm>
          <a:prstGeom prst="rect">
            <a:avLst/>
          </a:prstGeom>
        </p:spPr>
        <p:txBody>
          <a:bodyPr lIns="91439" tIns="45719" rIns="91439" bIns="45719" anchor="t">
            <a:noAutofit/>
          </a:bodyPr>
          <a:lstStyle/>
          <a:p>
            <a:endParaRPr dirty="0"/>
          </a:p>
        </p:txBody>
      </p:sp>
      <p:sp>
        <p:nvSpPr>
          <p:cNvPr id="84" name="Image"/>
          <p:cNvSpPr>
            <a:spLocks noGrp="1"/>
          </p:cNvSpPr>
          <p:nvPr>
            <p:ph type="pic" sz="quarter" idx="14"/>
          </p:nvPr>
        </p:nvSpPr>
        <p:spPr>
          <a:xfrm>
            <a:off x="7216923" y="5629423"/>
            <a:ext cx="5729884" cy="4051847"/>
          </a:xfrm>
          <a:prstGeom prst="rect">
            <a:avLst/>
          </a:prstGeom>
        </p:spPr>
        <p:txBody>
          <a:bodyPr lIns="91439" tIns="45719" rIns="91439" bIns="45719" anchor="t">
            <a:noAutofit/>
          </a:bodyPr>
          <a:lstStyle/>
          <a:p>
            <a:endParaRPr dirty="0"/>
          </a:p>
        </p:txBody>
      </p:sp>
      <p:sp>
        <p:nvSpPr>
          <p:cNvPr id="85" name="Image"/>
          <p:cNvSpPr>
            <a:spLocks noGrp="1"/>
          </p:cNvSpPr>
          <p:nvPr>
            <p:ph type="pic" sz="quarter" idx="15"/>
          </p:nvPr>
        </p:nvSpPr>
        <p:spPr>
          <a:xfrm>
            <a:off x="7223603" y="1113730"/>
            <a:ext cx="5729884" cy="4051847"/>
          </a:xfrm>
          <a:prstGeom prst="rect">
            <a:avLst/>
          </a:prstGeom>
        </p:spPr>
        <p:txBody>
          <a:bodyPr lIns="91439" tIns="45719" rIns="91439" bIns="45719" anchor="t">
            <a:noAutofit/>
          </a:bodyPr>
          <a:lstStyle/>
          <a:p>
            <a:endParaRPr dirty="0"/>
          </a:p>
        </p:txBody>
      </p:sp>
      <p:sp>
        <p:nvSpPr>
          <p:cNvPr id="86" name="Slide Number"/>
          <p:cNvSpPr txBox="1">
            <a:spLocks noGrp="1"/>
          </p:cNvSpPr>
          <p:nvPr>
            <p:ph type="sldNum" sz="quarter" idx="2"/>
          </p:nvPr>
        </p:nvSpPr>
        <p:spPr>
          <a:prstGeom prst="rect">
            <a:avLst/>
          </a:prstGeom>
        </p:spPr>
        <p:txBody>
          <a:bodyPr/>
          <a:lstStyle/>
          <a:p>
            <a:fld id="{86CB4B4D-7CA3-9044-876B-883B54F8677D}" type="slidenum">
              <a:rPr/>
              <a:t>‹#›</a:t>
            </a:fld>
            <a:endParaRPr dirty="0"/>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Quote">
    <p:spTree>
      <p:nvGrpSpPr>
        <p:cNvPr id="1" name=""/>
        <p:cNvGrpSpPr/>
        <p:nvPr/>
      </p:nvGrpSpPr>
      <p:grpSpPr>
        <a:xfrm>
          <a:off x="0" y="0"/>
          <a:ext cx="0" cy="0"/>
          <a:chOff x="0" y="0"/>
          <a:chExt cx="0" cy="0"/>
        </a:xfrm>
      </p:grpSpPr>
      <p:sp>
        <p:nvSpPr>
          <p:cNvPr id="93" name="–Johnny Appleseed"/>
          <p:cNvSpPr>
            <a:spLocks noGrp="1"/>
          </p:cNvSpPr>
          <p:nvPr>
            <p:ph type="body" sz="quarter" idx="13"/>
          </p:nvPr>
        </p:nvSpPr>
        <p:spPr>
          <a:xfrm>
            <a:off x="1364257" y="6993681"/>
            <a:ext cx="11241486" cy="508001"/>
          </a:xfrm>
          <a:prstGeom prst="rect">
            <a:avLst/>
          </a:prstGeom>
        </p:spPr>
        <p:txBody>
          <a:bodyPr anchor="t">
            <a:spAutoFit/>
          </a:bodyPr>
          <a:lstStyle>
            <a:lvl1pPr marL="0" indent="0" algn="r">
              <a:lnSpc>
                <a:spcPct val="90000"/>
              </a:lnSpc>
              <a:buSzTx/>
              <a:buNone/>
              <a:defRPr sz="900"/>
            </a:lvl1pPr>
          </a:lstStyle>
          <a:p>
            <a:r>
              <a:t>–Johnny Appleseed</a:t>
            </a:r>
          </a:p>
        </p:txBody>
      </p:sp>
      <p:sp>
        <p:nvSpPr>
          <p:cNvPr id="94" name="“Type a quote here.”"/>
          <p:cNvSpPr>
            <a:spLocks noGrp="1"/>
          </p:cNvSpPr>
          <p:nvPr>
            <p:ph type="body" sz="quarter" idx="14"/>
          </p:nvPr>
        </p:nvSpPr>
        <p:spPr>
          <a:xfrm>
            <a:off x="1364257" y="4742656"/>
            <a:ext cx="11241486" cy="736700"/>
          </a:xfrm>
          <a:prstGeom prst="rect">
            <a:avLst/>
          </a:prstGeom>
        </p:spPr>
        <p:txBody>
          <a:bodyPr>
            <a:spAutoFit/>
          </a:bodyPr>
          <a:lstStyle>
            <a:lvl1pPr marL="0" indent="0">
              <a:buSzTx/>
              <a:buNone/>
            </a:lvl1pPr>
          </a:lstStyle>
          <a:p>
            <a:r>
              <a:t>“Type a quote here.” </a:t>
            </a:r>
          </a:p>
        </p:txBody>
      </p:sp>
      <p:sp>
        <p:nvSpPr>
          <p:cNvPr id="95" name="Slide Number"/>
          <p:cNvSpPr txBox="1">
            <a:spLocks noGrp="1"/>
          </p:cNvSpPr>
          <p:nvPr>
            <p:ph type="sldNum" sz="quarter" idx="2"/>
          </p:nvPr>
        </p:nvSpPr>
        <p:spPr>
          <a:prstGeom prst="rect">
            <a:avLst/>
          </a:prstGeom>
        </p:spPr>
        <p:txBody>
          <a:bodyPr/>
          <a:lstStyle/>
          <a:p>
            <a:fld id="{86CB4B4D-7CA3-9044-876B-883B54F8677D}" type="slidenum">
              <a:rPr/>
              <a:t>‹#›</a:t>
            </a:fld>
            <a:endParaRPr dirty="0"/>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Photo">
    <p:spTree>
      <p:nvGrpSpPr>
        <p:cNvPr id="1" name=""/>
        <p:cNvGrpSpPr/>
        <p:nvPr/>
      </p:nvGrpSpPr>
      <p:grpSpPr>
        <a:xfrm>
          <a:off x="0" y="0"/>
          <a:ext cx="0" cy="0"/>
          <a:chOff x="0" y="0"/>
          <a:chExt cx="0" cy="0"/>
        </a:xfrm>
      </p:grpSpPr>
      <p:sp>
        <p:nvSpPr>
          <p:cNvPr id="102" name="Image"/>
          <p:cNvSpPr>
            <a:spLocks noGrp="1"/>
          </p:cNvSpPr>
          <p:nvPr>
            <p:ph type="pic" idx="13"/>
          </p:nvPr>
        </p:nvSpPr>
        <p:spPr>
          <a:xfrm>
            <a:off x="0" y="158750"/>
            <a:ext cx="13964218" cy="10477500"/>
          </a:xfrm>
          <a:prstGeom prst="rect">
            <a:avLst/>
          </a:prstGeom>
        </p:spPr>
        <p:txBody>
          <a:bodyPr lIns="91439" tIns="45719" rIns="91439" bIns="45719" anchor="t">
            <a:noAutofit/>
          </a:bodyPr>
          <a:lstStyle/>
          <a:p>
            <a:endParaRPr dirty="0"/>
          </a:p>
        </p:txBody>
      </p:sp>
      <p:sp>
        <p:nvSpPr>
          <p:cNvPr id="103" name="Slide Number"/>
          <p:cNvSpPr txBox="1">
            <a:spLocks noGrp="1"/>
          </p:cNvSpPr>
          <p:nvPr>
            <p:ph type="sldNum" sz="quarter" idx="2"/>
          </p:nvPr>
        </p:nvSpPr>
        <p:spPr>
          <a:prstGeom prst="rect">
            <a:avLst/>
          </a:prstGeom>
        </p:spPr>
        <p:txBody>
          <a:bodyPr/>
          <a:lstStyle/>
          <a:p>
            <a:fld id="{86CB4B4D-7CA3-9044-876B-883B54F8677D}" type="slidenum">
              <a:rPr/>
              <a:t>‹#›</a:t>
            </a:fld>
            <a:endParaRPr dirty="0"/>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110" name="Slide Number"/>
          <p:cNvSpPr txBox="1">
            <a:spLocks noGrp="1"/>
          </p:cNvSpPr>
          <p:nvPr>
            <p:ph type="sldNum" sz="quarter" idx="2"/>
          </p:nvPr>
        </p:nvSpPr>
        <p:spPr>
          <a:prstGeom prst="rect">
            <a:avLst/>
          </a:prstGeom>
        </p:spPr>
        <p:txBody>
          <a:bodyPr/>
          <a:lstStyle/>
          <a:p>
            <a:fld id="{86CB4B4D-7CA3-9044-876B-883B54F8677D}" type="slidenum">
              <a:rPr/>
              <a:t>‹#›</a:t>
            </a:fld>
            <a:endParaRPr dirty="0"/>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1023193" y="636240"/>
            <a:ext cx="11923614" cy="231923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4570" tIns="54570" rIns="54570" bIns="54570" anchor="ctr">
            <a:normAutofit/>
          </a:bodyPr>
          <a:lstStyle/>
          <a:p>
            <a:r>
              <a:t>Title Text</a:t>
            </a:r>
          </a:p>
        </p:txBody>
      </p:sp>
      <p:sp>
        <p:nvSpPr>
          <p:cNvPr id="3" name="Body Level One…"/>
          <p:cNvSpPr txBox="1">
            <a:spLocks noGrp="1"/>
          </p:cNvSpPr>
          <p:nvPr>
            <p:ph type="body" idx="1"/>
          </p:nvPr>
        </p:nvSpPr>
        <p:spPr>
          <a:xfrm>
            <a:off x="1023193" y="2955478"/>
            <a:ext cx="11923614" cy="675307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4570" tIns="54570" rIns="54570" bIns="54570" anchor="ctr">
            <a:normAutofit/>
          </a:bodyPr>
          <a:lstStyle/>
          <a:p>
            <a:r>
              <a:t>Body Level One</a:t>
            </a:r>
          </a:p>
          <a:p>
            <a:pPr lvl="1"/>
            <a:r>
              <a:t>Body Level Two</a:t>
            </a:r>
          </a:p>
          <a:p>
            <a:pPr lvl="2"/>
            <a:r>
              <a:t>Body Level Three</a:t>
            </a:r>
          </a:p>
          <a:p>
            <a:pPr lvl="3"/>
            <a:r>
              <a:t>Body Level Four</a:t>
            </a:r>
          </a:p>
          <a:p>
            <a:pPr lvl="4"/>
            <a:r>
              <a:t>Body Level Five</a:t>
            </a:r>
          </a:p>
        </p:txBody>
      </p:sp>
      <p:sp>
        <p:nvSpPr>
          <p:cNvPr id="4" name="Slide Number"/>
          <p:cNvSpPr txBox="1">
            <a:spLocks noGrp="1"/>
          </p:cNvSpPr>
          <p:nvPr>
            <p:ph type="sldNum" sz="quarter" idx="2"/>
          </p:nvPr>
        </p:nvSpPr>
        <p:spPr>
          <a:xfrm>
            <a:off x="6790156" y="10097368"/>
            <a:ext cx="376045" cy="388541"/>
          </a:xfrm>
          <a:prstGeom prst="rect">
            <a:avLst/>
          </a:prstGeom>
          <a:ln w="12700">
            <a:miter lim="400000"/>
          </a:ln>
        </p:spPr>
        <p:txBody>
          <a:bodyPr wrap="none" lIns="54570" tIns="54570" rIns="54570" bIns="54570">
            <a:spAutoFit/>
          </a:bodyPr>
          <a:lstStyle>
            <a:lvl1pPr algn="ctr">
              <a:spcBef>
                <a:spcPts val="0"/>
              </a:spcBef>
              <a:defRPr sz="1800" b="0">
                <a:solidFill>
                  <a:srgbClr val="000000"/>
                </a:solidFill>
                <a:latin typeface="Helvetica Light"/>
                <a:ea typeface="Helvetica Light"/>
                <a:cs typeface="Helvetica Light"/>
                <a:sym typeface="Helvetica Light"/>
              </a:defRPr>
            </a:lvl1pPr>
          </a:lstStyle>
          <a:p>
            <a:fld id="{86CB4B4D-7CA3-9044-876B-883B54F8677D}" type="slidenum">
              <a:rPr/>
              <a:t>‹#›</a:t>
            </a:fld>
            <a:endParaRPr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spd="med"/>
  <p:txStyles>
    <p:titleStyle>
      <a:lvl1pPr marL="0" marR="0" indent="0" algn="l" defTabSz="584200" rtl="0" latinLnBrk="0">
        <a:lnSpc>
          <a:spcPct val="80000"/>
        </a:lnSpc>
        <a:spcBef>
          <a:spcPts val="0"/>
        </a:spcBef>
        <a:spcAft>
          <a:spcPts val="0"/>
        </a:spcAft>
        <a:buClrTx/>
        <a:buSzTx/>
        <a:buFontTx/>
        <a:buNone/>
        <a:tabLst/>
        <a:defRPr sz="4800" b="0" i="0" u="none" strike="noStrike" cap="none" spc="0" baseline="0">
          <a:ln>
            <a:noFill/>
          </a:ln>
          <a:solidFill>
            <a:srgbClr val="585858"/>
          </a:solidFill>
          <a:uFillTx/>
          <a:latin typeface="+mn-lt"/>
          <a:ea typeface="+mn-ea"/>
          <a:cs typeface="+mn-cs"/>
          <a:sym typeface="Source Sans Pro Light"/>
        </a:defRPr>
      </a:lvl1pPr>
      <a:lvl2pPr marL="0" marR="0" indent="228600" algn="l" defTabSz="584200" rtl="0" latinLnBrk="0">
        <a:lnSpc>
          <a:spcPct val="80000"/>
        </a:lnSpc>
        <a:spcBef>
          <a:spcPts val="0"/>
        </a:spcBef>
        <a:spcAft>
          <a:spcPts val="0"/>
        </a:spcAft>
        <a:buClrTx/>
        <a:buSzTx/>
        <a:buFontTx/>
        <a:buNone/>
        <a:tabLst/>
        <a:defRPr sz="4800" b="0" i="0" u="none" strike="noStrike" cap="none" spc="0" baseline="0">
          <a:ln>
            <a:noFill/>
          </a:ln>
          <a:solidFill>
            <a:srgbClr val="585858"/>
          </a:solidFill>
          <a:uFillTx/>
          <a:latin typeface="+mn-lt"/>
          <a:ea typeface="+mn-ea"/>
          <a:cs typeface="+mn-cs"/>
          <a:sym typeface="Source Sans Pro Light"/>
        </a:defRPr>
      </a:lvl2pPr>
      <a:lvl3pPr marL="0" marR="0" indent="457200" algn="l" defTabSz="584200" rtl="0" latinLnBrk="0">
        <a:lnSpc>
          <a:spcPct val="80000"/>
        </a:lnSpc>
        <a:spcBef>
          <a:spcPts val="0"/>
        </a:spcBef>
        <a:spcAft>
          <a:spcPts val="0"/>
        </a:spcAft>
        <a:buClrTx/>
        <a:buSzTx/>
        <a:buFontTx/>
        <a:buNone/>
        <a:tabLst/>
        <a:defRPr sz="4800" b="0" i="0" u="none" strike="noStrike" cap="none" spc="0" baseline="0">
          <a:ln>
            <a:noFill/>
          </a:ln>
          <a:solidFill>
            <a:srgbClr val="585858"/>
          </a:solidFill>
          <a:uFillTx/>
          <a:latin typeface="+mn-lt"/>
          <a:ea typeface="+mn-ea"/>
          <a:cs typeface="+mn-cs"/>
          <a:sym typeface="Source Sans Pro Light"/>
        </a:defRPr>
      </a:lvl3pPr>
      <a:lvl4pPr marL="0" marR="0" indent="685800" algn="l" defTabSz="584200" rtl="0" latinLnBrk="0">
        <a:lnSpc>
          <a:spcPct val="80000"/>
        </a:lnSpc>
        <a:spcBef>
          <a:spcPts val="0"/>
        </a:spcBef>
        <a:spcAft>
          <a:spcPts val="0"/>
        </a:spcAft>
        <a:buClrTx/>
        <a:buSzTx/>
        <a:buFontTx/>
        <a:buNone/>
        <a:tabLst/>
        <a:defRPr sz="4800" b="0" i="0" u="none" strike="noStrike" cap="none" spc="0" baseline="0">
          <a:ln>
            <a:noFill/>
          </a:ln>
          <a:solidFill>
            <a:srgbClr val="585858"/>
          </a:solidFill>
          <a:uFillTx/>
          <a:latin typeface="+mn-lt"/>
          <a:ea typeface="+mn-ea"/>
          <a:cs typeface="+mn-cs"/>
          <a:sym typeface="Source Sans Pro Light"/>
        </a:defRPr>
      </a:lvl4pPr>
      <a:lvl5pPr marL="0" marR="0" indent="914400" algn="l" defTabSz="584200" rtl="0" latinLnBrk="0">
        <a:lnSpc>
          <a:spcPct val="80000"/>
        </a:lnSpc>
        <a:spcBef>
          <a:spcPts val="0"/>
        </a:spcBef>
        <a:spcAft>
          <a:spcPts val="0"/>
        </a:spcAft>
        <a:buClrTx/>
        <a:buSzTx/>
        <a:buFontTx/>
        <a:buNone/>
        <a:tabLst/>
        <a:defRPr sz="4800" b="0" i="0" u="none" strike="noStrike" cap="none" spc="0" baseline="0">
          <a:ln>
            <a:noFill/>
          </a:ln>
          <a:solidFill>
            <a:srgbClr val="585858"/>
          </a:solidFill>
          <a:uFillTx/>
          <a:latin typeface="+mn-lt"/>
          <a:ea typeface="+mn-ea"/>
          <a:cs typeface="+mn-cs"/>
          <a:sym typeface="Source Sans Pro Light"/>
        </a:defRPr>
      </a:lvl5pPr>
      <a:lvl6pPr marL="0" marR="0" indent="1143000" algn="l" defTabSz="584200" rtl="0" latinLnBrk="0">
        <a:lnSpc>
          <a:spcPct val="80000"/>
        </a:lnSpc>
        <a:spcBef>
          <a:spcPts val="0"/>
        </a:spcBef>
        <a:spcAft>
          <a:spcPts val="0"/>
        </a:spcAft>
        <a:buClrTx/>
        <a:buSzTx/>
        <a:buFontTx/>
        <a:buNone/>
        <a:tabLst/>
        <a:defRPr sz="4800" b="0" i="0" u="none" strike="noStrike" cap="none" spc="0" baseline="0">
          <a:ln>
            <a:noFill/>
          </a:ln>
          <a:solidFill>
            <a:srgbClr val="585858"/>
          </a:solidFill>
          <a:uFillTx/>
          <a:latin typeface="+mn-lt"/>
          <a:ea typeface="+mn-ea"/>
          <a:cs typeface="+mn-cs"/>
          <a:sym typeface="Source Sans Pro Light"/>
        </a:defRPr>
      </a:lvl6pPr>
      <a:lvl7pPr marL="0" marR="0" indent="1371600" algn="l" defTabSz="584200" rtl="0" latinLnBrk="0">
        <a:lnSpc>
          <a:spcPct val="80000"/>
        </a:lnSpc>
        <a:spcBef>
          <a:spcPts val="0"/>
        </a:spcBef>
        <a:spcAft>
          <a:spcPts val="0"/>
        </a:spcAft>
        <a:buClrTx/>
        <a:buSzTx/>
        <a:buFontTx/>
        <a:buNone/>
        <a:tabLst/>
        <a:defRPr sz="4800" b="0" i="0" u="none" strike="noStrike" cap="none" spc="0" baseline="0">
          <a:ln>
            <a:noFill/>
          </a:ln>
          <a:solidFill>
            <a:srgbClr val="585858"/>
          </a:solidFill>
          <a:uFillTx/>
          <a:latin typeface="+mn-lt"/>
          <a:ea typeface="+mn-ea"/>
          <a:cs typeface="+mn-cs"/>
          <a:sym typeface="Source Sans Pro Light"/>
        </a:defRPr>
      </a:lvl7pPr>
      <a:lvl8pPr marL="0" marR="0" indent="1600200" algn="l" defTabSz="584200" rtl="0" latinLnBrk="0">
        <a:lnSpc>
          <a:spcPct val="80000"/>
        </a:lnSpc>
        <a:spcBef>
          <a:spcPts val="0"/>
        </a:spcBef>
        <a:spcAft>
          <a:spcPts val="0"/>
        </a:spcAft>
        <a:buClrTx/>
        <a:buSzTx/>
        <a:buFontTx/>
        <a:buNone/>
        <a:tabLst/>
        <a:defRPr sz="4800" b="0" i="0" u="none" strike="noStrike" cap="none" spc="0" baseline="0">
          <a:ln>
            <a:noFill/>
          </a:ln>
          <a:solidFill>
            <a:srgbClr val="585858"/>
          </a:solidFill>
          <a:uFillTx/>
          <a:latin typeface="+mn-lt"/>
          <a:ea typeface="+mn-ea"/>
          <a:cs typeface="+mn-cs"/>
          <a:sym typeface="Source Sans Pro Light"/>
        </a:defRPr>
      </a:lvl8pPr>
      <a:lvl9pPr marL="0" marR="0" indent="1828800" algn="l" defTabSz="584200" rtl="0" latinLnBrk="0">
        <a:lnSpc>
          <a:spcPct val="80000"/>
        </a:lnSpc>
        <a:spcBef>
          <a:spcPts val="0"/>
        </a:spcBef>
        <a:spcAft>
          <a:spcPts val="0"/>
        </a:spcAft>
        <a:buClrTx/>
        <a:buSzTx/>
        <a:buFontTx/>
        <a:buNone/>
        <a:tabLst/>
        <a:defRPr sz="4800" b="0" i="0" u="none" strike="noStrike" cap="none" spc="0" baseline="0">
          <a:ln>
            <a:noFill/>
          </a:ln>
          <a:solidFill>
            <a:srgbClr val="585858"/>
          </a:solidFill>
          <a:uFillTx/>
          <a:latin typeface="+mn-lt"/>
          <a:ea typeface="+mn-ea"/>
          <a:cs typeface="+mn-cs"/>
          <a:sym typeface="Source Sans Pro Light"/>
        </a:defRPr>
      </a:lvl9pPr>
    </p:titleStyle>
    <p:bodyStyle>
      <a:lvl1pPr marL="148166" marR="0" indent="-148166" algn="l" defTabSz="584200" rtl="0" latinLnBrk="0">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1pPr>
      <a:lvl2pPr marL="592666" marR="0" indent="-148166" algn="l" defTabSz="584200" rtl="0" latinLnBrk="0">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2pPr>
      <a:lvl3pPr marL="1037166" marR="0" indent="-148166" algn="l" defTabSz="584200" rtl="0" latinLnBrk="0">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3pPr>
      <a:lvl4pPr marL="1481666" marR="0" indent="-148166" algn="l" defTabSz="584200" rtl="0" latinLnBrk="0">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4pPr>
      <a:lvl5pPr marL="1926166" marR="0" indent="-148166" algn="l" defTabSz="584200" rtl="0" latinLnBrk="0">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5pPr>
      <a:lvl6pPr marL="2370666" marR="0" indent="-148166" algn="l" defTabSz="584200" rtl="0" latinLnBrk="0">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6pPr>
      <a:lvl7pPr marL="2815166" marR="0" indent="-148166" algn="l" defTabSz="584200" rtl="0" latinLnBrk="0">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7pPr>
      <a:lvl8pPr marL="3259666" marR="0" indent="-148166" algn="l" defTabSz="584200" rtl="0" latinLnBrk="0">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8pPr>
      <a:lvl9pPr marL="3704166" marR="0" indent="-148166" algn="l" defTabSz="584200" rtl="0" latinLnBrk="0">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9pPr>
    </p:bodyStyle>
    <p:otherStyle>
      <a:lvl1pPr marL="0" marR="0" indent="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1pPr>
      <a:lvl2pPr marL="0" marR="0" indent="22860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2pPr>
      <a:lvl3pPr marL="0" marR="0" indent="45720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3pPr>
      <a:lvl4pPr marL="0" marR="0" indent="68580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4pPr>
      <a:lvl5pPr marL="0" marR="0" indent="91440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5pPr>
      <a:lvl6pPr marL="0" marR="0" indent="114300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6pPr>
      <a:lvl7pPr marL="0" marR="0" indent="137160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7pPr>
      <a:lvl8pPr marL="0" marR="0" indent="160020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8pPr>
      <a:lvl9pPr marL="0" marR="0" indent="182880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svg"/><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image" Target="../media/image7.svg"/><Relationship Id="rId5" Type="http://schemas.openxmlformats.org/officeDocument/2006/relationships/image" Target="../media/image6.svg"/><Relationship Id="rId4" Type="http://schemas.openxmlformats.org/officeDocument/2006/relationships/image" Target="../media/image5.png"/><Relationship Id="rId9" Type="http://schemas.openxmlformats.org/officeDocument/2006/relationships/image" Target="../media/image10.sv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11.svg"/><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image" Target="../media/image10.svg"/><Relationship Id="rId5" Type="http://schemas.openxmlformats.org/officeDocument/2006/relationships/image" Target="../media/image6.sv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11.sv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10.svg"/><Relationship Id="rId5" Type="http://schemas.openxmlformats.org/officeDocument/2006/relationships/image" Target="../media/image6.sv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hyperlink" Target="https://creativecommons.org/licenses/by-sa/4.0/" TargetMode="External"/><Relationship Id="rId2" Type="http://schemas.openxmlformats.org/officeDocument/2006/relationships/notesSlide" Target="../notesSlides/notesSlide6.xml"/><Relationship Id="rId1" Type="http://schemas.openxmlformats.org/officeDocument/2006/relationships/slideLayout" Target="../slideLayouts/slideLayout6.xml"/><Relationship Id="rId6" Type="http://schemas.openxmlformats.org/officeDocument/2006/relationships/image" Target="../media/image11.svg"/><Relationship Id="rId5" Type="http://schemas.openxmlformats.org/officeDocument/2006/relationships/image" Target="../media/image10.sv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hyperlink" Target="https://creativecommons.org/licenses/by-sa/4.0/" TargetMode="External"/><Relationship Id="rId2" Type="http://schemas.openxmlformats.org/officeDocument/2006/relationships/notesSlide" Target="../notesSlides/notesSlide7.xml"/><Relationship Id="rId1" Type="http://schemas.openxmlformats.org/officeDocument/2006/relationships/slideLayout" Target="../slideLayouts/slideLayout6.xml"/><Relationship Id="rId6" Type="http://schemas.openxmlformats.org/officeDocument/2006/relationships/image" Target="../media/image11.svg"/><Relationship Id="rId5" Type="http://schemas.openxmlformats.org/officeDocument/2006/relationships/image" Target="../media/image10.sv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hyperlink" Target="https://creativecommons.org/licenses/by-sa/4.0/" TargetMode="External"/><Relationship Id="rId2" Type="http://schemas.openxmlformats.org/officeDocument/2006/relationships/notesSlide" Target="../notesSlides/notesSlide8.xml"/><Relationship Id="rId1" Type="http://schemas.openxmlformats.org/officeDocument/2006/relationships/slideLayout" Target="../slideLayouts/slideLayout6.xml"/><Relationship Id="rId6" Type="http://schemas.openxmlformats.org/officeDocument/2006/relationships/image" Target="../media/image11.svg"/><Relationship Id="rId5" Type="http://schemas.openxmlformats.org/officeDocument/2006/relationships/image" Target="../media/image10.sv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hyperlink" Target="https://creativecommons.org/licenses/by-sa/4.0/" TargetMode="External"/><Relationship Id="rId2" Type="http://schemas.openxmlformats.org/officeDocument/2006/relationships/notesSlide" Target="../notesSlides/notesSlide9.xml"/><Relationship Id="rId1" Type="http://schemas.openxmlformats.org/officeDocument/2006/relationships/slideLayout" Target="../slideLayouts/slideLayout6.xml"/><Relationship Id="rId6" Type="http://schemas.openxmlformats.org/officeDocument/2006/relationships/image" Target="../media/image11.svg"/><Relationship Id="rId5" Type="http://schemas.openxmlformats.org/officeDocument/2006/relationships/image" Target="../media/image10.sv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6.xml"/><Relationship Id="rId6" Type="http://schemas.openxmlformats.org/officeDocument/2006/relationships/hyperlink" Target="https://creativecommons.org/licenses/by-sa/4.0/" TargetMode="External"/><Relationship Id="rId5" Type="http://schemas.openxmlformats.org/officeDocument/2006/relationships/image" Target="../media/image11.svg"/><Relationship Id="rId4" Type="http://schemas.openxmlformats.org/officeDocument/2006/relationships/image" Target="../media/image10.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p:nvPr/>
        </p:nvSpPr>
        <p:spPr>
          <a:xfrm>
            <a:off x="193340" y="1800423"/>
            <a:ext cx="2852667" cy="754417"/>
          </a:xfrm>
          <a:prstGeom prst="rect">
            <a:avLst/>
          </a:prstGeom>
          <a:noFill/>
          <a:ln>
            <a:noFill/>
          </a:ln>
        </p:spPr>
        <p:txBody>
          <a:bodyPr spcFirstLastPara="1" wrap="square" lIns="139677" tIns="139677" rIns="139677" bIns="139677" anchor="t" anchorCtr="0">
            <a:noAutofit/>
          </a:bodyPr>
          <a:lstStyle/>
          <a:p>
            <a:pPr>
              <a:spcBef>
                <a:spcPts val="0"/>
              </a:spcBef>
            </a:pPr>
            <a:r>
              <a:rPr lang="en" sz="2750" dirty="0">
                <a:solidFill>
                  <a:schemeClr val="dk2"/>
                </a:solidFill>
              </a:rPr>
              <a:t>About</a:t>
            </a:r>
            <a:endParaRPr sz="2750" dirty="0">
              <a:solidFill>
                <a:schemeClr val="dk2"/>
              </a:solidFill>
            </a:endParaRPr>
          </a:p>
        </p:txBody>
      </p:sp>
      <p:sp>
        <p:nvSpPr>
          <p:cNvPr id="55" name="Google Shape;55;p13"/>
          <p:cNvSpPr/>
          <p:nvPr/>
        </p:nvSpPr>
        <p:spPr>
          <a:xfrm>
            <a:off x="206976" y="2875099"/>
            <a:ext cx="2879976" cy="333208"/>
          </a:xfrm>
          <a:custGeom>
            <a:avLst/>
            <a:gdLst/>
            <a:ahLst/>
            <a:cxnLst/>
            <a:rect l="l" t="t" r="r" b="b"/>
            <a:pathLst>
              <a:path w="75403" h="8724" extrusionOk="0">
                <a:moveTo>
                  <a:pt x="0" y="5974"/>
                </a:moveTo>
                <a:cubicBezTo>
                  <a:pt x="1858" y="4116"/>
                  <a:pt x="4258" y="1454"/>
                  <a:pt x="6823" y="2024"/>
                </a:cubicBezTo>
                <a:cubicBezTo>
                  <a:pt x="9160" y="2543"/>
                  <a:pt x="8990" y="8839"/>
                  <a:pt x="11131" y="7769"/>
                </a:cubicBezTo>
                <a:cubicBezTo>
                  <a:pt x="14092" y="6289"/>
                  <a:pt x="14633" y="-1251"/>
                  <a:pt x="17594" y="229"/>
                </a:cubicBezTo>
                <a:cubicBezTo>
                  <a:pt x="20422" y="1643"/>
                  <a:pt x="19326" y="7313"/>
                  <a:pt x="22262" y="8487"/>
                </a:cubicBezTo>
                <a:cubicBezTo>
                  <a:pt x="24640" y="9438"/>
                  <a:pt x="25805" y="3819"/>
                  <a:pt x="28366" y="3819"/>
                </a:cubicBezTo>
                <a:cubicBezTo>
                  <a:pt x="30404" y="3819"/>
                  <a:pt x="31016" y="8057"/>
                  <a:pt x="33034" y="7769"/>
                </a:cubicBezTo>
                <a:cubicBezTo>
                  <a:pt x="41264" y="6594"/>
                  <a:pt x="49608" y="3530"/>
                  <a:pt x="57809" y="4897"/>
                </a:cubicBezTo>
                <a:cubicBezTo>
                  <a:pt x="59702" y="5212"/>
                  <a:pt x="61772" y="4544"/>
                  <a:pt x="63554" y="5256"/>
                </a:cubicBezTo>
                <a:cubicBezTo>
                  <a:pt x="64735" y="5728"/>
                  <a:pt x="64860" y="8530"/>
                  <a:pt x="66067" y="8128"/>
                </a:cubicBezTo>
                <a:cubicBezTo>
                  <a:pt x="68053" y="7466"/>
                  <a:pt x="69400" y="5308"/>
                  <a:pt x="71453" y="4897"/>
                </a:cubicBezTo>
                <a:cubicBezTo>
                  <a:pt x="72749" y="4638"/>
                  <a:pt x="74467" y="6190"/>
                  <a:pt x="75403" y="5256"/>
                </a:cubicBezTo>
              </a:path>
            </a:pathLst>
          </a:custGeom>
          <a:noFill/>
          <a:ln w="9525" cap="flat" cmpd="sng">
            <a:solidFill>
              <a:schemeClr val="dk2"/>
            </a:solidFill>
            <a:prstDash val="solid"/>
            <a:round/>
            <a:headEnd type="none" w="med" len="med"/>
            <a:tailEnd type="none" w="med" len="med"/>
          </a:ln>
        </p:spPr>
        <p:txBody>
          <a:bodyPr/>
          <a:lstStyle/>
          <a:p>
            <a:endParaRPr lang="en-US" sz="1833" dirty="0"/>
          </a:p>
        </p:txBody>
      </p:sp>
      <p:sp>
        <p:nvSpPr>
          <p:cNvPr id="56" name="Google Shape;56;p13"/>
          <p:cNvSpPr/>
          <p:nvPr/>
        </p:nvSpPr>
        <p:spPr>
          <a:xfrm>
            <a:off x="193323" y="2381092"/>
            <a:ext cx="2879976" cy="333208"/>
          </a:xfrm>
          <a:custGeom>
            <a:avLst/>
            <a:gdLst/>
            <a:ahLst/>
            <a:cxnLst/>
            <a:rect l="l" t="t" r="r" b="b"/>
            <a:pathLst>
              <a:path w="75403" h="8724" extrusionOk="0">
                <a:moveTo>
                  <a:pt x="0" y="5974"/>
                </a:moveTo>
                <a:cubicBezTo>
                  <a:pt x="1858" y="4116"/>
                  <a:pt x="4258" y="1454"/>
                  <a:pt x="6823" y="2024"/>
                </a:cubicBezTo>
                <a:cubicBezTo>
                  <a:pt x="9160" y="2543"/>
                  <a:pt x="8990" y="8839"/>
                  <a:pt x="11131" y="7769"/>
                </a:cubicBezTo>
                <a:cubicBezTo>
                  <a:pt x="14092" y="6289"/>
                  <a:pt x="14633" y="-1251"/>
                  <a:pt x="17594" y="229"/>
                </a:cubicBezTo>
                <a:cubicBezTo>
                  <a:pt x="20422" y="1643"/>
                  <a:pt x="19326" y="7313"/>
                  <a:pt x="22262" y="8487"/>
                </a:cubicBezTo>
                <a:cubicBezTo>
                  <a:pt x="24640" y="9438"/>
                  <a:pt x="25805" y="3819"/>
                  <a:pt x="28366" y="3819"/>
                </a:cubicBezTo>
                <a:cubicBezTo>
                  <a:pt x="30404" y="3819"/>
                  <a:pt x="31016" y="8057"/>
                  <a:pt x="33034" y="7769"/>
                </a:cubicBezTo>
                <a:cubicBezTo>
                  <a:pt x="41264" y="6594"/>
                  <a:pt x="49608" y="3530"/>
                  <a:pt x="57809" y="4897"/>
                </a:cubicBezTo>
                <a:cubicBezTo>
                  <a:pt x="59702" y="5212"/>
                  <a:pt x="61772" y="4544"/>
                  <a:pt x="63554" y="5256"/>
                </a:cubicBezTo>
                <a:cubicBezTo>
                  <a:pt x="64735" y="5728"/>
                  <a:pt x="64860" y="8530"/>
                  <a:pt x="66067" y="8128"/>
                </a:cubicBezTo>
                <a:cubicBezTo>
                  <a:pt x="68053" y="7466"/>
                  <a:pt x="69400" y="5308"/>
                  <a:pt x="71453" y="4897"/>
                </a:cubicBezTo>
                <a:cubicBezTo>
                  <a:pt x="72749" y="4638"/>
                  <a:pt x="74467" y="6190"/>
                  <a:pt x="75403" y="5256"/>
                </a:cubicBezTo>
              </a:path>
            </a:pathLst>
          </a:custGeom>
          <a:noFill/>
          <a:ln w="9525" cap="flat" cmpd="sng">
            <a:solidFill>
              <a:schemeClr val="dk2"/>
            </a:solidFill>
            <a:prstDash val="solid"/>
            <a:round/>
            <a:headEnd type="none" w="med" len="med"/>
            <a:tailEnd type="none" w="med" len="med"/>
          </a:ln>
        </p:spPr>
        <p:txBody>
          <a:bodyPr/>
          <a:lstStyle/>
          <a:p>
            <a:endParaRPr lang="en-US" sz="1833" dirty="0"/>
          </a:p>
        </p:txBody>
      </p:sp>
      <p:sp>
        <p:nvSpPr>
          <p:cNvPr id="57" name="Google Shape;57;p13"/>
          <p:cNvSpPr/>
          <p:nvPr/>
        </p:nvSpPr>
        <p:spPr>
          <a:xfrm>
            <a:off x="193323" y="3369106"/>
            <a:ext cx="2879976" cy="333208"/>
          </a:xfrm>
          <a:custGeom>
            <a:avLst/>
            <a:gdLst/>
            <a:ahLst/>
            <a:cxnLst/>
            <a:rect l="l" t="t" r="r" b="b"/>
            <a:pathLst>
              <a:path w="75403" h="8724" extrusionOk="0">
                <a:moveTo>
                  <a:pt x="0" y="5974"/>
                </a:moveTo>
                <a:cubicBezTo>
                  <a:pt x="1858" y="4116"/>
                  <a:pt x="4258" y="1454"/>
                  <a:pt x="6823" y="2024"/>
                </a:cubicBezTo>
                <a:cubicBezTo>
                  <a:pt x="9160" y="2543"/>
                  <a:pt x="8990" y="8839"/>
                  <a:pt x="11131" y="7769"/>
                </a:cubicBezTo>
                <a:cubicBezTo>
                  <a:pt x="14092" y="6289"/>
                  <a:pt x="14633" y="-1251"/>
                  <a:pt x="17594" y="229"/>
                </a:cubicBezTo>
                <a:cubicBezTo>
                  <a:pt x="20422" y="1643"/>
                  <a:pt x="19326" y="7313"/>
                  <a:pt x="22262" y="8487"/>
                </a:cubicBezTo>
                <a:cubicBezTo>
                  <a:pt x="24640" y="9438"/>
                  <a:pt x="25805" y="3819"/>
                  <a:pt x="28366" y="3819"/>
                </a:cubicBezTo>
                <a:cubicBezTo>
                  <a:pt x="30404" y="3819"/>
                  <a:pt x="31016" y="8057"/>
                  <a:pt x="33034" y="7769"/>
                </a:cubicBezTo>
                <a:cubicBezTo>
                  <a:pt x="41264" y="6594"/>
                  <a:pt x="49608" y="3530"/>
                  <a:pt x="57809" y="4897"/>
                </a:cubicBezTo>
                <a:cubicBezTo>
                  <a:pt x="59702" y="5212"/>
                  <a:pt x="61772" y="4544"/>
                  <a:pt x="63554" y="5256"/>
                </a:cubicBezTo>
                <a:cubicBezTo>
                  <a:pt x="64735" y="5728"/>
                  <a:pt x="64860" y="8530"/>
                  <a:pt x="66067" y="8128"/>
                </a:cubicBezTo>
                <a:cubicBezTo>
                  <a:pt x="68053" y="7466"/>
                  <a:pt x="69400" y="5308"/>
                  <a:pt x="71453" y="4897"/>
                </a:cubicBezTo>
                <a:cubicBezTo>
                  <a:pt x="72749" y="4638"/>
                  <a:pt x="74467" y="6190"/>
                  <a:pt x="75403" y="5256"/>
                </a:cubicBezTo>
              </a:path>
            </a:pathLst>
          </a:custGeom>
          <a:noFill/>
          <a:ln w="9525" cap="flat" cmpd="sng">
            <a:solidFill>
              <a:schemeClr val="dk2"/>
            </a:solidFill>
            <a:prstDash val="solid"/>
            <a:round/>
            <a:headEnd type="none" w="med" len="med"/>
            <a:tailEnd type="none" w="med" len="med"/>
          </a:ln>
        </p:spPr>
        <p:txBody>
          <a:bodyPr/>
          <a:lstStyle/>
          <a:p>
            <a:endParaRPr lang="en-US" sz="1833" dirty="0"/>
          </a:p>
        </p:txBody>
      </p:sp>
      <p:sp>
        <p:nvSpPr>
          <p:cNvPr id="58" name="Google Shape;58;p13"/>
          <p:cNvSpPr txBox="1"/>
          <p:nvPr/>
        </p:nvSpPr>
        <p:spPr>
          <a:xfrm>
            <a:off x="193340" y="3863114"/>
            <a:ext cx="2852667" cy="754417"/>
          </a:xfrm>
          <a:prstGeom prst="rect">
            <a:avLst/>
          </a:prstGeom>
          <a:noFill/>
          <a:ln>
            <a:noFill/>
          </a:ln>
        </p:spPr>
        <p:txBody>
          <a:bodyPr spcFirstLastPara="1" wrap="square" lIns="139677" tIns="139677" rIns="139677" bIns="139677" anchor="t" anchorCtr="0">
            <a:noAutofit/>
          </a:bodyPr>
          <a:lstStyle/>
          <a:p>
            <a:pPr>
              <a:spcBef>
                <a:spcPts val="0"/>
              </a:spcBef>
            </a:pPr>
            <a:r>
              <a:rPr lang="en" sz="2750" dirty="0">
                <a:solidFill>
                  <a:schemeClr val="dk2"/>
                </a:solidFill>
              </a:rPr>
              <a:t>Project Config</a:t>
            </a:r>
            <a:endParaRPr sz="2750" dirty="0">
              <a:solidFill>
                <a:schemeClr val="dk2"/>
              </a:solidFill>
            </a:endParaRPr>
          </a:p>
        </p:txBody>
      </p:sp>
      <p:sp>
        <p:nvSpPr>
          <p:cNvPr id="59" name="Google Shape;59;p13"/>
          <p:cNvSpPr/>
          <p:nvPr/>
        </p:nvSpPr>
        <p:spPr>
          <a:xfrm>
            <a:off x="206958" y="4516582"/>
            <a:ext cx="2879976" cy="333208"/>
          </a:xfrm>
          <a:custGeom>
            <a:avLst/>
            <a:gdLst/>
            <a:ahLst/>
            <a:cxnLst/>
            <a:rect l="l" t="t" r="r" b="b"/>
            <a:pathLst>
              <a:path w="75403" h="8724" extrusionOk="0">
                <a:moveTo>
                  <a:pt x="0" y="5974"/>
                </a:moveTo>
                <a:cubicBezTo>
                  <a:pt x="1858" y="4116"/>
                  <a:pt x="4258" y="1454"/>
                  <a:pt x="6823" y="2024"/>
                </a:cubicBezTo>
                <a:cubicBezTo>
                  <a:pt x="9160" y="2543"/>
                  <a:pt x="8990" y="8839"/>
                  <a:pt x="11131" y="7769"/>
                </a:cubicBezTo>
                <a:cubicBezTo>
                  <a:pt x="14092" y="6289"/>
                  <a:pt x="14633" y="-1251"/>
                  <a:pt x="17594" y="229"/>
                </a:cubicBezTo>
                <a:cubicBezTo>
                  <a:pt x="20422" y="1643"/>
                  <a:pt x="19326" y="7313"/>
                  <a:pt x="22262" y="8487"/>
                </a:cubicBezTo>
                <a:cubicBezTo>
                  <a:pt x="24640" y="9438"/>
                  <a:pt x="25805" y="3819"/>
                  <a:pt x="28366" y="3819"/>
                </a:cubicBezTo>
                <a:cubicBezTo>
                  <a:pt x="30404" y="3819"/>
                  <a:pt x="31016" y="8057"/>
                  <a:pt x="33034" y="7769"/>
                </a:cubicBezTo>
                <a:cubicBezTo>
                  <a:pt x="41264" y="6594"/>
                  <a:pt x="49608" y="3530"/>
                  <a:pt x="57809" y="4897"/>
                </a:cubicBezTo>
                <a:cubicBezTo>
                  <a:pt x="59702" y="5212"/>
                  <a:pt x="61772" y="4544"/>
                  <a:pt x="63554" y="5256"/>
                </a:cubicBezTo>
                <a:cubicBezTo>
                  <a:pt x="64735" y="5728"/>
                  <a:pt x="64860" y="8530"/>
                  <a:pt x="66067" y="8128"/>
                </a:cubicBezTo>
                <a:cubicBezTo>
                  <a:pt x="68053" y="7466"/>
                  <a:pt x="69400" y="5308"/>
                  <a:pt x="71453" y="4897"/>
                </a:cubicBezTo>
                <a:cubicBezTo>
                  <a:pt x="72749" y="4638"/>
                  <a:pt x="74467" y="6190"/>
                  <a:pt x="75403" y="5256"/>
                </a:cubicBezTo>
              </a:path>
            </a:pathLst>
          </a:custGeom>
          <a:noFill/>
          <a:ln w="9525" cap="flat" cmpd="sng">
            <a:solidFill>
              <a:schemeClr val="dk2"/>
            </a:solidFill>
            <a:prstDash val="solid"/>
            <a:round/>
            <a:headEnd type="none" w="med" len="med"/>
            <a:tailEnd type="none" w="med" len="med"/>
          </a:ln>
        </p:spPr>
        <p:txBody>
          <a:bodyPr/>
          <a:lstStyle/>
          <a:p>
            <a:endParaRPr lang="en-US" sz="1833" dirty="0"/>
          </a:p>
        </p:txBody>
      </p:sp>
      <p:sp>
        <p:nvSpPr>
          <p:cNvPr id="60" name="Google Shape;60;p13"/>
          <p:cNvSpPr/>
          <p:nvPr/>
        </p:nvSpPr>
        <p:spPr>
          <a:xfrm>
            <a:off x="206958" y="5064290"/>
            <a:ext cx="2879976" cy="333208"/>
          </a:xfrm>
          <a:custGeom>
            <a:avLst/>
            <a:gdLst/>
            <a:ahLst/>
            <a:cxnLst/>
            <a:rect l="l" t="t" r="r" b="b"/>
            <a:pathLst>
              <a:path w="75403" h="8724" extrusionOk="0">
                <a:moveTo>
                  <a:pt x="0" y="5974"/>
                </a:moveTo>
                <a:cubicBezTo>
                  <a:pt x="1858" y="4116"/>
                  <a:pt x="4258" y="1454"/>
                  <a:pt x="6823" y="2024"/>
                </a:cubicBezTo>
                <a:cubicBezTo>
                  <a:pt x="9160" y="2543"/>
                  <a:pt x="8990" y="8839"/>
                  <a:pt x="11131" y="7769"/>
                </a:cubicBezTo>
                <a:cubicBezTo>
                  <a:pt x="14092" y="6289"/>
                  <a:pt x="14633" y="-1251"/>
                  <a:pt x="17594" y="229"/>
                </a:cubicBezTo>
                <a:cubicBezTo>
                  <a:pt x="20422" y="1643"/>
                  <a:pt x="19326" y="7313"/>
                  <a:pt x="22262" y="8487"/>
                </a:cubicBezTo>
                <a:cubicBezTo>
                  <a:pt x="24640" y="9438"/>
                  <a:pt x="25805" y="3819"/>
                  <a:pt x="28366" y="3819"/>
                </a:cubicBezTo>
                <a:cubicBezTo>
                  <a:pt x="30404" y="3819"/>
                  <a:pt x="31016" y="8057"/>
                  <a:pt x="33034" y="7769"/>
                </a:cubicBezTo>
                <a:cubicBezTo>
                  <a:pt x="41264" y="6594"/>
                  <a:pt x="49608" y="3530"/>
                  <a:pt x="57809" y="4897"/>
                </a:cubicBezTo>
                <a:cubicBezTo>
                  <a:pt x="59702" y="5212"/>
                  <a:pt x="61772" y="4544"/>
                  <a:pt x="63554" y="5256"/>
                </a:cubicBezTo>
                <a:cubicBezTo>
                  <a:pt x="64735" y="5728"/>
                  <a:pt x="64860" y="8530"/>
                  <a:pt x="66067" y="8128"/>
                </a:cubicBezTo>
                <a:cubicBezTo>
                  <a:pt x="68053" y="7466"/>
                  <a:pt x="69400" y="5308"/>
                  <a:pt x="71453" y="4897"/>
                </a:cubicBezTo>
                <a:cubicBezTo>
                  <a:pt x="72749" y="4638"/>
                  <a:pt x="74467" y="6190"/>
                  <a:pt x="75403" y="5256"/>
                </a:cubicBezTo>
              </a:path>
            </a:pathLst>
          </a:custGeom>
          <a:noFill/>
          <a:ln w="9525" cap="flat" cmpd="sng">
            <a:solidFill>
              <a:schemeClr val="dk2"/>
            </a:solidFill>
            <a:prstDash val="solid"/>
            <a:round/>
            <a:headEnd type="none" w="med" len="med"/>
            <a:tailEnd type="none" w="med" len="med"/>
          </a:ln>
        </p:spPr>
        <p:txBody>
          <a:bodyPr/>
          <a:lstStyle/>
          <a:p>
            <a:endParaRPr lang="en-US" sz="1833" dirty="0"/>
          </a:p>
        </p:txBody>
      </p:sp>
      <p:sp>
        <p:nvSpPr>
          <p:cNvPr id="61" name="Google Shape;61;p13"/>
          <p:cNvSpPr/>
          <p:nvPr/>
        </p:nvSpPr>
        <p:spPr>
          <a:xfrm>
            <a:off x="179667" y="5611999"/>
            <a:ext cx="2879976" cy="333208"/>
          </a:xfrm>
          <a:custGeom>
            <a:avLst/>
            <a:gdLst/>
            <a:ahLst/>
            <a:cxnLst/>
            <a:rect l="l" t="t" r="r" b="b"/>
            <a:pathLst>
              <a:path w="75403" h="8724" extrusionOk="0">
                <a:moveTo>
                  <a:pt x="0" y="5974"/>
                </a:moveTo>
                <a:cubicBezTo>
                  <a:pt x="1858" y="4116"/>
                  <a:pt x="4258" y="1454"/>
                  <a:pt x="6823" y="2024"/>
                </a:cubicBezTo>
                <a:cubicBezTo>
                  <a:pt x="9160" y="2543"/>
                  <a:pt x="8990" y="8839"/>
                  <a:pt x="11131" y="7769"/>
                </a:cubicBezTo>
                <a:cubicBezTo>
                  <a:pt x="14092" y="6289"/>
                  <a:pt x="14633" y="-1251"/>
                  <a:pt x="17594" y="229"/>
                </a:cubicBezTo>
                <a:cubicBezTo>
                  <a:pt x="20422" y="1643"/>
                  <a:pt x="19326" y="7313"/>
                  <a:pt x="22262" y="8487"/>
                </a:cubicBezTo>
                <a:cubicBezTo>
                  <a:pt x="24640" y="9438"/>
                  <a:pt x="25805" y="3819"/>
                  <a:pt x="28366" y="3819"/>
                </a:cubicBezTo>
                <a:cubicBezTo>
                  <a:pt x="30404" y="3819"/>
                  <a:pt x="31016" y="8057"/>
                  <a:pt x="33034" y="7769"/>
                </a:cubicBezTo>
                <a:cubicBezTo>
                  <a:pt x="41264" y="6594"/>
                  <a:pt x="49608" y="3530"/>
                  <a:pt x="57809" y="4897"/>
                </a:cubicBezTo>
                <a:cubicBezTo>
                  <a:pt x="59702" y="5212"/>
                  <a:pt x="61772" y="4544"/>
                  <a:pt x="63554" y="5256"/>
                </a:cubicBezTo>
                <a:cubicBezTo>
                  <a:pt x="64735" y="5728"/>
                  <a:pt x="64860" y="8530"/>
                  <a:pt x="66067" y="8128"/>
                </a:cubicBezTo>
                <a:cubicBezTo>
                  <a:pt x="68053" y="7466"/>
                  <a:pt x="69400" y="5308"/>
                  <a:pt x="71453" y="4897"/>
                </a:cubicBezTo>
                <a:cubicBezTo>
                  <a:pt x="72749" y="4638"/>
                  <a:pt x="74467" y="6190"/>
                  <a:pt x="75403" y="5256"/>
                </a:cubicBezTo>
              </a:path>
            </a:pathLst>
          </a:custGeom>
          <a:noFill/>
          <a:ln w="9525" cap="flat" cmpd="sng">
            <a:solidFill>
              <a:schemeClr val="dk2"/>
            </a:solidFill>
            <a:prstDash val="solid"/>
            <a:round/>
            <a:headEnd type="none" w="med" len="med"/>
            <a:tailEnd type="none" w="med" len="med"/>
          </a:ln>
        </p:spPr>
        <p:txBody>
          <a:bodyPr/>
          <a:lstStyle/>
          <a:p>
            <a:endParaRPr lang="en-US" sz="1833" dirty="0"/>
          </a:p>
        </p:txBody>
      </p:sp>
      <p:sp>
        <p:nvSpPr>
          <p:cNvPr id="62" name="Google Shape;62;p13"/>
          <p:cNvSpPr txBox="1"/>
          <p:nvPr/>
        </p:nvSpPr>
        <p:spPr>
          <a:xfrm>
            <a:off x="179667" y="6077437"/>
            <a:ext cx="3510833" cy="754417"/>
          </a:xfrm>
          <a:prstGeom prst="rect">
            <a:avLst/>
          </a:prstGeom>
          <a:noFill/>
          <a:ln>
            <a:noFill/>
          </a:ln>
        </p:spPr>
        <p:txBody>
          <a:bodyPr spcFirstLastPara="1" wrap="square" lIns="139677" tIns="139677" rIns="139677" bIns="139677" anchor="t" anchorCtr="0">
            <a:noAutofit/>
          </a:bodyPr>
          <a:lstStyle/>
          <a:p>
            <a:pPr>
              <a:spcBef>
                <a:spcPts val="0"/>
              </a:spcBef>
            </a:pPr>
            <a:r>
              <a:rPr lang="en" sz="2750" dirty="0">
                <a:solidFill>
                  <a:schemeClr val="dk2"/>
                </a:solidFill>
              </a:rPr>
              <a:t>Kaiaulu Functionality</a:t>
            </a:r>
            <a:endParaRPr sz="2750" dirty="0">
              <a:solidFill>
                <a:schemeClr val="dk2"/>
              </a:solidFill>
            </a:endParaRPr>
          </a:p>
        </p:txBody>
      </p:sp>
      <p:sp>
        <p:nvSpPr>
          <p:cNvPr id="63" name="Google Shape;63;p13"/>
          <p:cNvSpPr/>
          <p:nvPr/>
        </p:nvSpPr>
        <p:spPr>
          <a:xfrm>
            <a:off x="206976" y="6707415"/>
            <a:ext cx="2879976" cy="333208"/>
          </a:xfrm>
          <a:custGeom>
            <a:avLst/>
            <a:gdLst/>
            <a:ahLst/>
            <a:cxnLst/>
            <a:rect l="l" t="t" r="r" b="b"/>
            <a:pathLst>
              <a:path w="75403" h="8724" extrusionOk="0">
                <a:moveTo>
                  <a:pt x="0" y="5974"/>
                </a:moveTo>
                <a:cubicBezTo>
                  <a:pt x="1858" y="4116"/>
                  <a:pt x="4258" y="1454"/>
                  <a:pt x="6823" y="2024"/>
                </a:cubicBezTo>
                <a:cubicBezTo>
                  <a:pt x="9160" y="2543"/>
                  <a:pt x="8990" y="8839"/>
                  <a:pt x="11131" y="7769"/>
                </a:cubicBezTo>
                <a:cubicBezTo>
                  <a:pt x="14092" y="6289"/>
                  <a:pt x="14633" y="-1251"/>
                  <a:pt x="17594" y="229"/>
                </a:cubicBezTo>
                <a:cubicBezTo>
                  <a:pt x="20422" y="1643"/>
                  <a:pt x="19326" y="7313"/>
                  <a:pt x="22262" y="8487"/>
                </a:cubicBezTo>
                <a:cubicBezTo>
                  <a:pt x="24640" y="9438"/>
                  <a:pt x="25805" y="3819"/>
                  <a:pt x="28366" y="3819"/>
                </a:cubicBezTo>
                <a:cubicBezTo>
                  <a:pt x="30404" y="3819"/>
                  <a:pt x="31016" y="8057"/>
                  <a:pt x="33034" y="7769"/>
                </a:cubicBezTo>
                <a:cubicBezTo>
                  <a:pt x="41264" y="6594"/>
                  <a:pt x="49608" y="3530"/>
                  <a:pt x="57809" y="4897"/>
                </a:cubicBezTo>
                <a:cubicBezTo>
                  <a:pt x="59702" y="5212"/>
                  <a:pt x="61772" y="4544"/>
                  <a:pt x="63554" y="5256"/>
                </a:cubicBezTo>
                <a:cubicBezTo>
                  <a:pt x="64735" y="5728"/>
                  <a:pt x="64860" y="8530"/>
                  <a:pt x="66067" y="8128"/>
                </a:cubicBezTo>
                <a:cubicBezTo>
                  <a:pt x="68053" y="7466"/>
                  <a:pt x="69400" y="5308"/>
                  <a:pt x="71453" y="4897"/>
                </a:cubicBezTo>
                <a:cubicBezTo>
                  <a:pt x="72749" y="4638"/>
                  <a:pt x="74467" y="6190"/>
                  <a:pt x="75403" y="5256"/>
                </a:cubicBezTo>
              </a:path>
            </a:pathLst>
          </a:custGeom>
          <a:noFill/>
          <a:ln w="9525" cap="flat" cmpd="sng">
            <a:solidFill>
              <a:schemeClr val="dk2"/>
            </a:solidFill>
            <a:prstDash val="solid"/>
            <a:round/>
            <a:headEnd type="none" w="med" len="med"/>
            <a:tailEnd type="none" w="med" len="med"/>
          </a:ln>
        </p:spPr>
        <p:txBody>
          <a:bodyPr/>
          <a:lstStyle/>
          <a:p>
            <a:endParaRPr lang="en-US" sz="1833" dirty="0"/>
          </a:p>
        </p:txBody>
      </p:sp>
      <p:sp>
        <p:nvSpPr>
          <p:cNvPr id="64" name="Google Shape;64;p13"/>
          <p:cNvSpPr/>
          <p:nvPr/>
        </p:nvSpPr>
        <p:spPr>
          <a:xfrm>
            <a:off x="206976" y="7173388"/>
            <a:ext cx="2879976" cy="333208"/>
          </a:xfrm>
          <a:custGeom>
            <a:avLst/>
            <a:gdLst/>
            <a:ahLst/>
            <a:cxnLst/>
            <a:rect l="l" t="t" r="r" b="b"/>
            <a:pathLst>
              <a:path w="75403" h="8724" extrusionOk="0">
                <a:moveTo>
                  <a:pt x="0" y="5974"/>
                </a:moveTo>
                <a:cubicBezTo>
                  <a:pt x="1858" y="4116"/>
                  <a:pt x="4258" y="1454"/>
                  <a:pt x="6823" y="2024"/>
                </a:cubicBezTo>
                <a:cubicBezTo>
                  <a:pt x="9160" y="2543"/>
                  <a:pt x="8990" y="8839"/>
                  <a:pt x="11131" y="7769"/>
                </a:cubicBezTo>
                <a:cubicBezTo>
                  <a:pt x="14092" y="6289"/>
                  <a:pt x="14633" y="-1251"/>
                  <a:pt x="17594" y="229"/>
                </a:cubicBezTo>
                <a:cubicBezTo>
                  <a:pt x="20422" y="1643"/>
                  <a:pt x="19326" y="7313"/>
                  <a:pt x="22262" y="8487"/>
                </a:cubicBezTo>
                <a:cubicBezTo>
                  <a:pt x="24640" y="9438"/>
                  <a:pt x="25805" y="3819"/>
                  <a:pt x="28366" y="3819"/>
                </a:cubicBezTo>
                <a:cubicBezTo>
                  <a:pt x="30404" y="3819"/>
                  <a:pt x="31016" y="8057"/>
                  <a:pt x="33034" y="7769"/>
                </a:cubicBezTo>
                <a:cubicBezTo>
                  <a:pt x="41264" y="6594"/>
                  <a:pt x="49608" y="3530"/>
                  <a:pt x="57809" y="4897"/>
                </a:cubicBezTo>
                <a:cubicBezTo>
                  <a:pt x="59702" y="5212"/>
                  <a:pt x="61772" y="4544"/>
                  <a:pt x="63554" y="5256"/>
                </a:cubicBezTo>
                <a:cubicBezTo>
                  <a:pt x="64735" y="5728"/>
                  <a:pt x="64860" y="8530"/>
                  <a:pt x="66067" y="8128"/>
                </a:cubicBezTo>
                <a:cubicBezTo>
                  <a:pt x="68053" y="7466"/>
                  <a:pt x="69400" y="5308"/>
                  <a:pt x="71453" y="4897"/>
                </a:cubicBezTo>
                <a:cubicBezTo>
                  <a:pt x="72749" y="4638"/>
                  <a:pt x="74467" y="6190"/>
                  <a:pt x="75403" y="5256"/>
                </a:cubicBezTo>
              </a:path>
            </a:pathLst>
          </a:custGeom>
          <a:noFill/>
          <a:ln w="9525" cap="flat" cmpd="sng">
            <a:solidFill>
              <a:schemeClr val="dk2"/>
            </a:solidFill>
            <a:prstDash val="solid"/>
            <a:round/>
            <a:headEnd type="none" w="med" len="med"/>
            <a:tailEnd type="none" w="med" len="med"/>
          </a:ln>
        </p:spPr>
        <p:txBody>
          <a:bodyPr/>
          <a:lstStyle/>
          <a:p>
            <a:endParaRPr lang="en-US" sz="1833" dirty="0"/>
          </a:p>
        </p:txBody>
      </p:sp>
      <p:sp>
        <p:nvSpPr>
          <p:cNvPr id="65" name="Google Shape;65;p13"/>
          <p:cNvSpPr/>
          <p:nvPr/>
        </p:nvSpPr>
        <p:spPr>
          <a:xfrm>
            <a:off x="206976" y="7639360"/>
            <a:ext cx="2879976" cy="333208"/>
          </a:xfrm>
          <a:custGeom>
            <a:avLst/>
            <a:gdLst/>
            <a:ahLst/>
            <a:cxnLst/>
            <a:rect l="l" t="t" r="r" b="b"/>
            <a:pathLst>
              <a:path w="75403" h="8724" extrusionOk="0">
                <a:moveTo>
                  <a:pt x="0" y="5974"/>
                </a:moveTo>
                <a:cubicBezTo>
                  <a:pt x="1858" y="4116"/>
                  <a:pt x="4258" y="1454"/>
                  <a:pt x="6823" y="2024"/>
                </a:cubicBezTo>
                <a:cubicBezTo>
                  <a:pt x="9160" y="2543"/>
                  <a:pt x="8990" y="8839"/>
                  <a:pt x="11131" y="7769"/>
                </a:cubicBezTo>
                <a:cubicBezTo>
                  <a:pt x="14092" y="6289"/>
                  <a:pt x="14633" y="-1251"/>
                  <a:pt x="17594" y="229"/>
                </a:cubicBezTo>
                <a:cubicBezTo>
                  <a:pt x="20422" y="1643"/>
                  <a:pt x="19326" y="7313"/>
                  <a:pt x="22262" y="8487"/>
                </a:cubicBezTo>
                <a:cubicBezTo>
                  <a:pt x="24640" y="9438"/>
                  <a:pt x="25805" y="3819"/>
                  <a:pt x="28366" y="3819"/>
                </a:cubicBezTo>
                <a:cubicBezTo>
                  <a:pt x="30404" y="3819"/>
                  <a:pt x="31016" y="8057"/>
                  <a:pt x="33034" y="7769"/>
                </a:cubicBezTo>
                <a:cubicBezTo>
                  <a:pt x="41264" y="6594"/>
                  <a:pt x="49608" y="3530"/>
                  <a:pt x="57809" y="4897"/>
                </a:cubicBezTo>
                <a:cubicBezTo>
                  <a:pt x="59702" y="5212"/>
                  <a:pt x="61772" y="4544"/>
                  <a:pt x="63554" y="5256"/>
                </a:cubicBezTo>
                <a:cubicBezTo>
                  <a:pt x="64735" y="5728"/>
                  <a:pt x="64860" y="8530"/>
                  <a:pt x="66067" y="8128"/>
                </a:cubicBezTo>
                <a:cubicBezTo>
                  <a:pt x="68053" y="7466"/>
                  <a:pt x="69400" y="5308"/>
                  <a:pt x="71453" y="4897"/>
                </a:cubicBezTo>
                <a:cubicBezTo>
                  <a:pt x="72749" y="4638"/>
                  <a:pt x="74467" y="6190"/>
                  <a:pt x="75403" y="5256"/>
                </a:cubicBezTo>
              </a:path>
            </a:pathLst>
          </a:custGeom>
          <a:noFill/>
          <a:ln w="9525" cap="flat" cmpd="sng">
            <a:solidFill>
              <a:schemeClr val="dk2"/>
            </a:solidFill>
            <a:prstDash val="solid"/>
            <a:round/>
            <a:headEnd type="none" w="med" len="med"/>
            <a:tailEnd type="none" w="med" len="med"/>
          </a:ln>
        </p:spPr>
        <p:txBody>
          <a:bodyPr/>
          <a:lstStyle/>
          <a:p>
            <a:endParaRPr lang="en-US" sz="1833" dirty="0"/>
          </a:p>
        </p:txBody>
      </p:sp>
      <p:sp>
        <p:nvSpPr>
          <p:cNvPr id="66" name="Google Shape;66;p13"/>
          <p:cNvSpPr/>
          <p:nvPr/>
        </p:nvSpPr>
        <p:spPr>
          <a:xfrm>
            <a:off x="179667" y="8105332"/>
            <a:ext cx="2879976" cy="333208"/>
          </a:xfrm>
          <a:custGeom>
            <a:avLst/>
            <a:gdLst/>
            <a:ahLst/>
            <a:cxnLst/>
            <a:rect l="l" t="t" r="r" b="b"/>
            <a:pathLst>
              <a:path w="75403" h="8724" extrusionOk="0">
                <a:moveTo>
                  <a:pt x="0" y="5974"/>
                </a:moveTo>
                <a:cubicBezTo>
                  <a:pt x="1858" y="4116"/>
                  <a:pt x="4258" y="1454"/>
                  <a:pt x="6823" y="2024"/>
                </a:cubicBezTo>
                <a:cubicBezTo>
                  <a:pt x="9160" y="2543"/>
                  <a:pt x="8990" y="8839"/>
                  <a:pt x="11131" y="7769"/>
                </a:cubicBezTo>
                <a:cubicBezTo>
                  <a:pt x="14092" y="6289"/>
                  <a:pt x="14633" y="-1251"/>
                  <a:pt x="17594" y="229"/>
                </a:cubicBezTo>
                <a:cubicBezTo>
                  <a:pt x="20422" y="1643"/>
                  <a:pt x="19326" y="7313"/>
                  <a:pt x="22262" y="8487"/>
                </a:cubicBezTo>
                <a:cubicBezTo>
                  <a:pt x="24640" y="9438"/>
                  <a:pt x="25805" y="3819"/>
                  <a:pt x="28366" y="3819"/>
                </a:cubicBezTo>
                <a:cubicBezTo>
                  <a:pt x="30404" y="3819"/>
                  <a:pt x="31016" y="8057"/>
                  <a:pt x="33034" y="7769"/>
                </a:cubicBezTo>
                <a:cubicBezTo>
                  <a:pt x="41264" y="6594"/>
                  <a:pt x="49608" y="3530"/>
                  <a:pt x="57809" y="4897"/>
                </a:cubicBezTo>
                <a:cubicBezTo>
                  <a:pt x="59702" y="5212"/>
                  <a:pt x="61772" y="4544"/>
                  <a:pt x="63554" y="5256"/>
                </a:cubicBezTo>
                <a:cubicBezTo>
                  <a:pt x="64735" y="5728"/>
                  <a:pt x="64860" y="8530"/>
                  <a:pt x="66067" y="8128"/>
                </a:cubicBezTo>
                <a:cubicBezTo>
                  <a:pt x="68053" y="7466"/>
                  <a:pt x="69400" y="5308"/>
                  <a:pt x="71453" y="4897"/>
                </a:cubicBezTo>
                <a:cubicBezTo>
                  <a:pt x="72749" y="4638"/>
                  <a:pt x="74467" y="6190"/>
                  <a:pt x="75403" y="5256"/>
                </a:cubicBezTo>
              </a:path>
            </a:pathLst>
          </a:custGeom>
          <a:noFill/>
          <a:ln w="9525" cap="flat" cmpd="sng">
            <a:solidFill>
              <a:schemeClr val="dk2"/>
            </a:solidFill>
            <a:prstDash val="solid"/>
            <a:round/>
            <a:headEnd type="none" w="med" len="med"/>
            <a:tailEnd type="none" w="med" len="med"/>
          </a:ln>
        </p:spPr>
        <p:txBody>
          <a:bodyPr/>
          <a:lstStyle/>
          <a:p>
            <a:endParaRPr lang="en-US" sz="1833" dirty="0"/>
          </a:p>
        </p:txBody>
      </p:sp>
      <p:sp>
        <p:nvSpPr>
          <p:cNvPr id="67" name="Google Shape;67;p13"/>
          <p:cNvSpPr txBox="1"/>
          <p:nvPr/>
        </p:nvSpPr>
        <p:spPr>
          <a:xfrm>
            <a:off x="4132333" y="1800423"/>
            <a:ext cx="2852667" cy="754417"/>
          </a:xfrm>
          <a:prstGeom prst="rect">
            <a:avLst/>
          </a:prstGeom>
          <a:noFill/>
          <a:ln>
            <a:noFill/>
          </a:ln>
        </p:spPr>
        <p:txBody>
          <a:bodyPr spcFirstLastPara="1" wrap="square" lIns="139677" tIns="139677" rIns="139677" bIns="139677" anchor="t" anchorCtr="0">
            <a:noAutofit/>
          </a:bodyPr>
          <a:lstStyle/>
          <a:p>
            <a:pPr>
              <a:spcBef>
                <a:spcPts val="0"/>
              </a:spcBef>
            </a:pPr>
            <a:r>
              <a:rPr lang="en" sz="2750" dirty="0">
                <a:solidFill>
                  <a:schemeClr val="dk2"/>
                </a:solidFill>
              </a:rPr>
              <a:t>Standardization</a:t>
            </a:r>
            <a:endParaRPr sz="2750" dirty="0">
              <a:solidFill>
                <a:schemeClr val="dk2"/>
              </a:solidFill>
            </a:endParaRPr>
          </a:p>
        </p:txBody>
      </p:sp>
      <p:sp>
        <p:nvSpPr>
          <p:cNvPr id="68" name="Google Shape;68;p13"/>
          <p:cNvSpPr/>
          <p:nvPr/>
        </p:nvSpPr>
        <p:spPr>
          <a:xfrm>
            <a:off x="4118660" y="2381092"/>
            <a:ext cx="2879976" cy="333208"/>
          </a:xfrm>
          <a:custGeom>
            <a:avLst/>
            <a:gdLst/>
            <a:ahLst/>
            <a:cxnLst/>
            <a:rect l="l" t="t" r="r" b="b"/>
            <a:pathLst>
              <a:path w="75403" h="8724" extrusionOk="0">
                <a:moveTo>
                  <a:pt x="0" y="5974"/>
                </a:moveTo>
                <a:cubicBezTo>
                  <a:pt x="1858" y="4116"/>
                  <a:pt x="4258" y="1454"/>
                  <a:pt x="6823" y="2024"/>
                </a:cubicBezTo>
                <a:cubicBezTo>
                  <a:pt x="9160" y="2543"/>
                  <a:pt x="8990" y="8839"/>
                  <a:pt x="11131" y="7769"/>
                </a:cubicBezTo>
                <a:cubicBezTo>
                  <a:pt x="14092" y="6289"/>
                  <a:pt x="14633" y="-1251"/>
                  <a:pt x="17594" y="229"/>
                </a:cubicBezTo>
                <a:cubicBezTo>
                  <a:pt x="20422" y="1643"/>
                  <a:pt x="19326" y="7313"/>
                  <a:pt x="22262" y="8487"/>
                </a:cubicBezTo>
                <a:cubicBezTo>
                  <a:pt x="24640" y="9438"/>
                  <a:pt x="25805" y="3819"/>
                  <a:pt x="28366" y="3819"/>
                </a:cubicBezTo>
                <a:cubicBezTo>
                  <a:pt x="30404" y="3819"/>
                  <a:pt x="31016" y="8057"/>
                  <a:pt x="33034" y="7769"/>
                </a:cubicBezTo>
                <a:cubicBezTo>
                  <a:pt x="41264" y="6594"/>
                  <a:pt x="49608" y="3530"/>
                  <a:pt x="57809" y="4897"/>
                </a:cubicBezTo>
                <a:cubicBezTo>
                  <a:pt x="59702" y="5212"/>
                  <a:pt x="61772" y="4544"/>
                  <a:pt x="63554" y="5256"/>
                </a:cubicBezTo>
                <a:cubicBezTo>
                  <a:pt x="64735" y="5728"/>
                  <a:pt x="64860" y="8530"/>
                  <a:pt x="66067" y="8128"/>
                </a:cubicBezTo>
                <a:cubicBezTo>
                  <a:pt x="68053" y="7466"/>
                  <a:pt x="69400" y="5308"/>
                  <a:pt x="71453" y="4897"/>
                </a:cubicBezTo>
                <a:cubicBezTo>
                  <a:pt x="72749" y="4638"/>
                  <a:pt x="74467" y="6190"/>
                  <a:pt x="75403" y="5256"/>
                </a:cubicBezTo>
              </a:path>
            </a:pathLst>
          </a:custGeom>
          <a:noFill/>
          <a:ln w="9525" cap="flat" cmpd="sng">
            <a:solidFill>
              <a:schemeClr val="dk2"/>
            </a:solidFill>
            <a:prstDash val="solid"/>
            <a:round/>
            <a:headEnd type="none" w="med" len="med"/>
            <a:tailEnd type="none" w="med" len="med"/>
          </a:ln>
        </p:spPr>
        <p:txBody>
          <a:bodyPr/>
          <a:lstStyle/>
          <a:p>
            <a:endParaRPr lang="en-US" sz="1833" dirty="0"/>
          </a:p>
        </p:txBody>
      </p:sp>
      <p:sp>
        <p:nvSpPr>
          <p:cNvPr id="69" name="Google Shape;69;p13"/>
          <p:cNvSpPr/>
          <p:nvPr/>
        </p:nvSpPr>
        <p:spPr>
          <a:xfrm>
            <a:off x="4118642" y="2875099"/>
            <a:ext cx="2879976" cy="333208"/>
          </a:xfrm>
          <a:custGeom>
            <a:avLst/>
            <a:gdLst/>
            <a:ahLst/>
            <a:cxnLst/>
            <a:rect l="l" t="t" r="r" b="b"/>
            <a:pathLst>
              <a:path w="75403" h="8724" extrusionOk="0">
                <a:moveTo>
                  <a:pt x="0" y="5974"/>
                </a:moveTo>
                <a:cubicBezTo>
                  <a:pt x="1858" y="4116"/>
                  <a:pt x="4258" y="1454"/>
                  <a:pt x="6823" y="2024"/>
                </a:cubicBezTo>
                <a:cubicBezTo>
                  <a:pt x="9160" y="2543"/>
                  <a:pt x="8990" y="8839"/>
                  <a:pt x="11131" y="7769"/>
                </a:cubicBezTo>
                <a:cubicBezTo>
                  <a:pt x="14092" y="6289"/>
                  <a:pt x="14633" y="-1251"/>
                  <a:pt x="17594" y="229"/>
                </a:cubicBezTo>
                <a:cubicBezTo>
                  <a:pt x="20422" y="1643"/>
                  <a:pt x="19326" y="7313"/>
                  <a:pt x="22262" y="8487"/>
                </a:cubicBezTo>
                <a:cubicBezTo>
                  <a:pt x="24640" y="9438"/>
                  <a:pt x="25805" y="3819"/>
                  <a:pt x="28366" y="3819"/>
                </a:cubicBezTo>
                <a:cubicBezTo>
                  <a:pt x="30404" y="3819"/>
                  <a:pt x="31016" y="8057"/>
                  <a:pt x="33034" y="7769"/>
                </a:cubicBezTo>
                <a:cubicBezTo>
                  <a:pt x="41264" y="6594"/>
                  <a:pt x="49608" y="3530"/>
                  <a:pt x="57809" y="4897"/>
                </a:cubicBezTo>
                <a:cubicBezTo>
                  <a:pt x="59702" y="5212"/>
                  <a:pt x="61772" y="4544"/>
                  <a:pt x="63554" y="5256"/>
                </a:cubicBezTo>
                <a:cubicBezTo>
                  <a:pt x="64735" y="5728"/>
                  <a:pt x="64860" y="8530"/>
                  <a:pt x="66067" y="8128"/>
                </a:cubicBezTo>
                <a:cubicBezTo>
                  <a:pt x="68053" y="7466"/>
                  <a:pt x="69400" y="5308"/>
                  <a:pt x="71453" y="4897"/>
                </a:cubicBezTo>
                <a:cubicBezTo>
                  <a:pt x="72749" y="4638"/>
                  <a:pt x="74467" y="6190"/>
                  <a:pt x="75403" y="5256"/>
                </a:cubicBezTo>
              </a:path>
            </a:pathLst>
          </a:custGeom>
          <a:noFill/>
          <a:ln w="9525" cap="flat" cmpd="sng">
            <a:solidFill>
              <a:schemeClr val="dk2"/>
            </a:solidFill>
            <a:prstDash val="solid"/>
            <a:round/>
            <a:headEnd type="none" w="med" len="med"/>
            <a:tailEnd type="none" w="med" len="med"/>
          </a:ln>
        </p:spPr>
        <p:txBody>
          <a:bodyPr/>
          <a:lstStyle/>
          <a:p>
            <a:endParaRPr lang="en-US" sz="1833" dirty="0"/>
          </a:p>
        </p:txBody>
      </p:sp>
      <p:sp>
        <p:nvSpPr>
          <p:cNvPr id="70" name="Google Shape;70;p13"/>
          <p:cNvSpPr/>
          <p:nvPr/>
        </p:nvSpPr>
        <p:spPr>
          <a:xfrm>
            <a:off x="4118642" y="3369106"/>
            <a:ext cx="2879976" cy="333208"/>
          </a:xfrm>
          <a:custGeom>
            <a:avLst/>
            <a:gdLst/>
            <a:ahLst/>
            <a:cxnLst/>
            <a:rect l="l" t="t" r="r" b="b"/>
            <a:pathLst>
              <a:path w="75403" h="8724" extrusionOk="0">
                <a:moveTo>
                  <a:pt x="0" y="5974"/>
                </a:moveTo>
                <a:cubicBezTo>
                  <a:pt x="1858" y="4116"/>
                  <a:pt x="4258" y="1454"/>
                  <a:pt x="6823" y="2024"/>
                </a:cubicBezTo>
                <a:cubicBezTo>
                  <a:pt x="9160" y="2543"/>
                  <a:pt x="8990" y="8839"/>
                  <a:pt x="11131" y="7769"/>
                </a:cubicBezTo>
                <a:cubicBezTo>
                  <a:pt x="14092" y="6289"/>
                  <a:pt x="14633" y="-1251"/>
                  <a:pt x="17594" y="229"/>
                </a:cubicBezTo>
                <a:cubicBezTo>
                  <a:pt x="20422" y="1643"/>
                  <a:pt x="19326" y="7313"/>
                  <a:pt x="22262" y="8487"/>
                </a:cubicBezTo>
                <a:cubicBezTo>
                  <a:pt x="24640" y="9438"/>
                  <a:pt x="25805" y="3819"/>
                  <a:pt x="28366" y="3819"/>
                </a:cubicBezTo>
                <a:cubicBezTo>
                  <a:pt x="30404" y="3819"/>
                  <a:pt x="31016" y="8057"/>
                  <a:pt x="33034" y="7769"/>
                </a:cubicBezTo>
                <a:cubicBezTo>
                  <a:pt x="41264" y="6594"/>
                  <a:pt x="49608" y="3530"/>
                  <a:pt x="57809" y="4897"/>
                </a:cubicBezTo>
                <a:cubicBezTo>
                  <a:pt x="59702" y="5212"/>
                  <a:pt x="61772" y="4544"/>
                  <a:pt x="63554" y="5256"/>
                </a:cubicBezTo>
                <a:cubicBezTo>
                  <a:pt x="64735" y="5728"/>
                  <a:pt x="64860" y="8530"/>
                  <a:pt x="66067" y="8128"/>
                </a:cubicBezTo>
                <a:cubicBezTo>
                  <a:pt x="68053" y="7466"/>
                  <a:pt x="69400" y="5308"/>
                  <a:pt x="71453" y="4897"/>
                </a:cubicBezTo>
                <a:cubicBezTo>
                  <a:pt x="72749" y="4638"/>
                  <a:pt x="74467" y="6190"/>
                  <a:pt x="75403" y="5256"/>
                </a:cubicBezTo>
              </a:path>
            </a:pathLst>
          </a:custGeom>
          <a:noFill/>
          <a:ln w="9525" cap="flat" cmpd="sng">
            <a:solidFill>
              <a:schemeClr val="dk2"/>
            </a:solidFill>
            <a:prstDash val="solid"/>
            <a:round/>
            <a:headEnd type="none" w="med" len="med"/>
            <a:tailEnd type="none" w="med" len="med"/>
          </a:ln>
        </p:spPr>
        <p:txBody>
          <a:bodyPr/>
          <a:lstStyle/>
          <a:p>
            <a:endParaRPr lang="en-US" sz="1833" dirty="0"/>
          </a:p>
        </p:txBody>
      </p:sp>
      <p:sp>
        <p:nvSpPr>
          <p:cNvPr id="71" name="Google Shape;71;p13"/>
          <p:cNvSpPr txBox="1"/>
          <p:nvPr/>
        </p:nvSpPr>
        <p:spPr>
          <a:xfrm>
            <a:off x="4132315" y="3762167"/>
            <a:ext cx="2852667" cy="754417"/>
          </a:xfrm>
          <a:prstGeom prst="rect">
            <a:avLst/>
          </a:prstGeom>
          <a:noFill/>
          <a:ln>
            <a:noFill/>
          </a:ln>
        </p:spPr>
        <p:txBody>
          <a:bodyPr spcFirstLastPara="1" wrap="square" lIns="139677" tIns="139677" rIns="139677" bIns="139677" anchor="t" anchorCtr="0">
            <a:noAutofit/>
          </a:bodyPr>
          <a:lstStyle/>
          <a:p>
            <a:pPr>
              <a:spcBef>
                <a:spcPts val="0"/>
              </a:spcBef>
            </a:pPr>
            <a:r>
              <a:rPr lang="en" sz="2750" dirty="0">
                <a:solidFill>
                  <a:schemeClr val="dk2"/>
                </a:solidFill>
              </a:rPr>
              <a:t>Diagram</a:t>
            </a:r>
            <a:endParaRPr sz="2750" dirty="0">
              <a:solidFill>
                <a:schemeClr val="dk2"/>
              </a:solidFill>
            </a:endParaRPr>
          </a:p>
        </p:txBody>
      </p:sp>
      <p:pic>
        <p:nvPicPr>
          <p:cNvPr id="72" name="Google Shape;72;p13" title="Kaiaulu_NETWORK_Solution.drawio (2).png"/>
          <p:cNvPicPr preferRelativeResize="0"/>
          <p:nvPr/>
        </p:nvPicPr>
        <p:blipFill>
          <a:blip r:embed="rId3">
            <a:alphaModFix/>
          </a:blip>
          <a:stretch>
            <a:fillRect/>
          </a:stretch>
        </p:blipFill>
        <p:spPr>
          <a:xfrm>
            <a:off x="4118660" y="4448597"/>
            <a:ext cx="4237750" cy="2660014"/>
          </a:xfrm>
          <a:prstGeom prst="rect">
            <a:avLst/>
          </a:prstGeom>
          <a:noFill/>
          <a:ln>
            <a:noFill/>
          </a:ln>
        </p:spPr>
      </p:pic>
      <p:sp>
        <p:nvSpPr>
          <p:cNvPr id="73" name="Google Shape;73;p13"/>
          <p:cNvSpPr/>
          <p:nvPr/>
        </p:nvSpPr>
        <p:spPr>
          <a:xfrm>
            <a:off x="4118642" y="7306151"/>
            <a:ext cx="2879976" cy="333208"/>
          </a:xfrm>
          <a:custGeom>
            <a:avLst/>
            <a:gdLst/>
            <a:ahLst/>
            <a:cxnLst/>
            <a:rect l="l" t="t" r="r" b="b"/>
            <a:pathLst>
              <a:path w="75403" h="8724" extrusionOk="0">
                <a:moveTo>
                  <a:pt x="0" y="5974"/>
                </a:moveTo>
                <a:cubicBezTo>
                  <a:pt x="1858" y="4116"/>
                  <a:pt x="4258" y="1454"/>
                  <a:pt x="6823" y="2024"/>
                </a:cubicBezTo>
                <a:cubicBezTo>
                  <a:pt x="9160" y="2543"/>
                  <a:pt x="8990" y="8839"/>
                  <a:pt x="11131" y="7769"/>
                </a:cubicBezTo>
                <a:cubicBezTo>
                  <a:pt x="14092" y="6289"/>
                  <a:pt x="14633" y="-1251"/>
                  <a:pt x="17594" y="229"/>
                </a:cubicBezTo>
                <a:cubicBezTo>
                  <a:pt x="20422" y="1643"/>
                  <a:pt x="19326" y="7313"/>
                  <a:pt x="22262" y="8487"/>
                </a:cubicBezTo>
                <a:cubicBezTo>
                  <a:pt x="24640" y="9438"/>
                  <a:pt x="25805" y="3819"/>
                  <a:pt x="28366" y="3819"/>
                </a:cubicBezTo>
                <a:cubicBezTo>
                  <a:pt x="30404" y="3819"/>
                  <a:pt x="31016" y="8057"/>
                  <a:pt x="33034" y="7769"/>
                </a:cubicBezTo>
                <a:cubicBezTo>
                  <a:pt x="41264" y="6594"/>
                  <a:pt x="49608" y="3530"/>
                  <a:pt x="57809" y="4897"/>
                </a:cubicBezTo>
                <a:cubicBezTo>
                  <a:pt x="59702" y="5212"/>
                  <a:pt x="61772" y="4544"/>
                  <a:pt x="63554" y="5256"/>
                </a:cubicBezTo>
                <a:cubicBezTo>
                  <a:pt x="64735" y="5728"/>
                  <a:pt x="64860" y="8530"/>
                  <a:pt x="66067" y="8128"/>
                </a:cubicBezTo>
                <a:cubicBezTo>
                  <a:pt x="68053" y="7466"/>
                  <a:pt x="69400" y="5308"/>
                  <a:pt x="71453" y="4897"/>
                </a:cubicBezTo>
                <a:cubicBezTo>
                  <a:pt x="72749" y="4638"/>
                  <a:pt x="74467" y="6190"/>
                  <a:pt x="75403" y="5256"/>
                </a:cubicBezTo>
              </a:path>
            </a:pathLst>
          </a:custGeom>
          <a:noFill/>
          <a:ln w="9525" cap="flat" cmpd="sng">
            <a:solidFill>
              <a:schemeClr val="dk2"/>
            </a:solidFill>
            <a:prstDash val="solid"/>
            <a:round/>
            <a:headEnd type="none" w="med" len="med"/>
            <a:tailEnd type="none" w="med" len="med"/>
          </a:ln>
        </p:spPr>
        <p:txBody>
          <a:bodyPr/>
          <a:lstStyle/>
          <a:p>
            <a:endParaRPr lang="en-US" sz="1833" dirty="0"/>
          </a:p>
        </p:txBody>
      </p:sp>
      <p:sp>
        <p:nvSpPr>
          <p:cNvPr id="74" name="Google Shape;74;p13"/>
          <p:cNvSpPr/>
          <p:nvPr/>
        </p:nvSpPr>
        <p:spPr>
          <a:xfrm>
            <a:off x="4118642" y="7836901"/>
            <a:ext cx="2879976" cy="333208"/>
          </a:xfrm>
          <a:custGeom>
            <a:avLst/>
            <a:gdLst/>
            <a:ahLst/>
            <a:cxnLst/>
            <a:rect l="l" t="t" r="r" b="b"/>
            <a:pathLst>
              <a:path w="75403" h="8724" extrusionOk="0">
                <a:moveTo>
                  <a:pt x="0" y="5974"/>
                </a:moveTo>
                <a:cubicBezTo>
                  <a:pt x="1858" y="4116"/>
                  <a:pt x="4258" y="1454"/>
                  <a:pt x="6823" y="2024"/>
                </a:cubicBezTo>
                <a:cubicBezTo>
                  <a:pt x="9160" y="2543"/>
                  <a:pt x="8990" y="8839"/>
                  <a:pt x="11131" y="7769"/>
                </a:cubicBezTo>
                <a:cubicBezTo>
                  <a:pt x="14092" y="6289"/>
                  <a:pt x="14633" y="-1251"/>
                  <a:pt x="17594" y="229"/>
                </a:cubicBezTo>
                <a:cubicBezTo>
                  <a:pt x="20422" y="1643"/>
                  <a:pt x="19326" y="7313"/>
                  <a:pt x="22262" y="8487"/>
                </a:cubicBezTo>
                <a:cubicBezTo>
                  <a:pt x="24640" y="9438"/>
                  <a:pt x="25805" y="3819"/>
                  <a:pt x="28366" y="3819"/>
                </a:cubicBezTo>
                <a:cubicBezTo>
                  <a:pt x="30404" y="3819"/>
                  <a:pt x="31016" y="8057"/>
                  <a:pt x="33034" y="7769"/>
                </a:cubicBezTo>
                <a:cubicBezTo>
                  <a:pt x="41264" y="6594"/>
                  <a:pt x="49608" y="3530"/>
                  <a:pt x="57809" y="4897"/>
                </a:cubicBezTo>
                <a:cubicBezTo>
                  <a:pt x="59702" y="5212"/>
                  <a:pt x="61772" y="4544"/>
                  <a:pt x="63554" y="5256"/>
                </a:cubicBezTo>
                <a:cubicBezTo>
                  <a:pt x="64735" y="5728"/>
                  <a:pt x="64860" y="8530"/>
                  <a:pt x="66067" y="8128"/>
                </a:cubicBezTo>
                <a:cubicBezTo>
                  <a:pt x="68053" y="7466"/>
                  <a:pt x="69400" y="5308"/>
                  <a:pt x="71453" y="4897"/>
                </a:cubicBezTo>
                <a:cubicBezTo>
                  <a:pt x="72749" y="4638"/>
                  <a:pt x="74467" y="6190"/>
                  <a:pt x="75403" y="5256"/>
                </a:cubicBezTo>
              </a:path>
            </a:pathLst>
          </a:custGeom>
          <a:noFill/>
          <a:ln w="9525" cap="flat" cmpd="sng">
            <a:solidFill>
              <a:schemeClr val="dk2"/>
            </a:solidFill>
            <a:prstDash val="solid"/>
            <a:round/>
            <a:headEnd type="none" w="med" len="med"/>
            <a:tailEnd type="none" w="med" len="med"/>
          </a:ln>
        </p:spPr>
        <p:txBody>
          <a:bodyPr/>
          <a:lstStyle/>
          <a:p>
            <a:endParaRPr lang="en-US" sz="1833" dirty="0"/>
          </a:p>
        </p:txBody>
      </p:sp>
      <p:sp>
        <p:nvSpPr>
          <p:cNvPr id="75" name="Google Shape;75;p13"/>
          <p:cNvSpPr txBox="1"/>
          <p:nvPr/>
        </p:nvSpPr>
        <p:spPr>
          <a:xfrm>
            <a:off x="9163191" y="1791868"/>
            <a:ext cx="3329792" cy="754417"/>
          </a:xfrm>
          <a:prstGeom prst="rect">
            <a:avLst/>
          </a:prstGeom>
          <a:noFill/>
          <a:ln>
            <a:noFill/>
          </a:ln>
        </p:spPr>
        <p:txBody>
          <a:bodyPr spcFirstLastPara="1" wrap="square" lIns="139677" tIns="139677" rIns="139677" bIns="139677" anchor="t" anchorCtr="0">
            <a:noAutofit/>
          </a:bodyPr>
          <a:lstStyle/>
          <a:p>
            <a:pPr>
              <a:spcBef>
                <a:spcPts val="0"/>
              </a:spcBef>
            </a:pPr>
            <a:r>
              <a:rPr lang="en" sz="2750" dirty="0">
                <a:solidFill>
                  <a:schemeClr val="dk2"/>
                </a:solidFill>
              </a:rPr>
              <a:t>Related Vignettes</a:t>
            </a:r>
            <a:endParaRPr sz="2750" dirty="0">
              <a:solidFill>
                <a:schemeClr val="dk2"/>
              </a:solidFill>
            </a:endParaRPr>
          </a:p>
        </p:txBody>
      </p:sp>
      <p:sp>
        <p:nvSpPr>
          <p:cNvPr id="76" name="Google Shape;76;p13"/>
          <p:cNvSpPr/>
          <p:nvPr/>
        </p:nvSpPr>
        <p:spPr>
          <a:xfrm>
            <a:off x="9252872" y="2381092"/>
            <a:ext cx="2879976" cy="333208"/>
          </a:xfrm>
          <a:custGeom>
            <a:avLst/>
            <a:gdLst/>
            <a:ahLst/>
            <a:cxnLst/>
            <a:rect l="l" t="t" r="r" b="b"/>
            <a:pathLst>
              <a:path w="75403" h="8724" extrusionOk="0">
                <a:moveTo>
                  <a:pt x="0" y="5974"/>
                </a:moveTo>
                <a:cubicBezTo>
                  <a:pt x="1858" y="4116"/>
                  <a:pt x="4258" y="1454"/>
                  <a:pt x="6823" y="2024"/>
                </a:cubicBezTo>
                <a:cubicBezTo>
                  <a:pt x="9160" y="2543"/>
                  <a:pt x="8990" y="8839"/>
                  <a:pt x="11131" y="7769"/>
                </a:cubicBezTo>
                <a:cubicBezTo>
                  <a:pt x="14092" y="6289"/>
                  <a:pt x="14633" y="-1251"/>
                  <a:pt x="17594" y="229"/>
                </a:cubicBezTo>
                <a:cubicBezTo>
                  <a:pt x="20422" y="1643"/>
                  <a:pt x="19326" y="7313"/>
                  <a:pt x="22262" y="8487"/>
                </a:cubicBezTo>
                <a:cubicBezTo>
                  <a:pt x="24640" y="9438"/>
                  <a:pt x="25805" y="3819"/>
                  <a:pt x="28366" y="3819"/>
                </a:cubicBezTo>
                <a:cubicBezTo>
                  <a:pt x="30404" y="3819"/>
                  <a:pt x="31016" y="8057"/>
                  <a:pt x="33034" y="7769"/>
                </a:cubicBezTo>
                <a:cubicBezTo>
                  <a:pt x="41264" y="6594"/>
                  <a:pt x="49608" y="3530"/>
                  <a:pt x="57809" y="4897"/>
                </a:cubicBezTo>
                <a:cubicBezTo>
                  <a:pt x="59702" y="5212"/>
                  <a:pt x="61772" y="4544"/>
                  <a:pt x="63554" y="5256"/>
                </a:cubicBezTo>
                <a:cubicBezTo>
                  <a:pt x="64735" y="5728"/>
                  <a:pt x="64860" y="8530"/>
                  <a:pt x="66067" y="8128"/>
                </a:cubicBezTo>
                <a:cubicBezTo>
                  <a:pt x="68053" y="7466"/>
                  <a:pt x="69400" y="5308"/>
                  <a:pt x="71453" y="4897"/>
                </a:cubicBezTo>
                <a:cubicBezTo>
                  <a:pt x="72749" y="4638"/>
                  <a:pt x="74467" y="6190"/>
                  <a:pt x="75403" y="5256"/>
                </a:cubicBezTo>
              </a:path>
            </a:pathLst>
          </a:custGeom>
          <a:noFill/>
          <a:ln w="9525" cap="flat" cmpd="sng">
            <a:solidFill>
              <a:schemeClr val="dk2"/>
            </a:solidFill>
            <a:prstDash val="solid"/>
            <a:round/>
            <a:headEnd type="none" w="med" len="med"/>
            <a:tailEnd type="none" w="med" len="med"/>
          </a:ln>
        </p:spPr>
        <p:txBody>
          <a:bodyPr/>
          <a:lstStyle/>
          <a:p>
            <a:endParaRPr lang="en-US" sz="1833" dirty="0"/>
          </a:p>
        </p:txBody>
      </p:sp>
      <p:sp>
        <p:nvSpPr>
          <p:cNvPr id="77" name="Google Shape;77;p13"/>
          <p:cNvSpPr/>
          <p:nvPr/>
        </p:nvSpPr>
        <p:spPr>
          <a:xfrm>
            <a:off x="9252872" y="2826345"/>
            <a:ext cx="2879976" cy="333208"/>
          </a:xfrm>
          <a:custGeom>
            <a:avLst/>
            <a:gdLst/>
            <a:ahLst/>
            <a:cxnLst/>
            <a:rect l="l" t="t" r="r" b="b"/>
            <a:pathLst>
              <a:path w="75403" h="8724" extrusionOk="0">
                <a:moveTo>
                  <a:pt x="0" y="5974"/>
                </a:moveTo>
                <a:cubicBezTo>
                  <a:pt x="1858" y="4116"/>
                  <a:pt x="4258" y="1454"/>
                  <a:pt x="6823" y="2024"/>
                </a:cubicBezTo>
                <a:cubicBezTo>
                  <a:pt x="9160" y="2543"/>
                  <a:pt x="8990" y="8839"/>
                  <a:pt x="11131" y="7769"/>
                </a:cubicBezTo>
                <a:cubicBezTo>
                  <a:pt x="14092" y="6289"/>
                  <a:pt x="14633" y="-1251"/>
                  <a:pt x="17594" y="229"/>
                </a:cubicBezTo>
                <a:cubicBezTo>
                  <a:pt x="20422" y="1643"/>
                  <a:pt x="19326" y="7313"/>
                  <a:pt x="22262" y="8487"/>
                </a:cubicBezTo>
                <a:cubicBezTo>
                  <a:pt x="24640" y="9438"/>
                  <a:pt x="25805" y="3819"/>
                  <a:pt x="28366" y="3819"/>
                </a:cubicBezTo>
                <a:cubicBezTo>
                  <a:pt x="30404" y="3819"/>
                  <a:pt x="31016" y="8057"/>
                  <a:pt x="33034" y="7769"/>
                </a:cubicBezTo>
                <a:cubicBezTo>
                  <a:pt x="41264" y="6594"/>
                  <a:pt x="49608" y="3530"/>
                  <a:pt x="57809" y="4897"/>
                </a:cubicBezTo>
                <a:cubicBezTo>
                  <a:pt x="59702" y="5212"/>
                  <a:pt x="61772" y="4544"/>
                  <a:pt x="63554" y="5256"/>
                </a:cubicBezTo>
                <a:cubicBezTo>
                  <a:pt x="64735" y="5728"/>
                  <a:pt x="64860" y="8530"/>
                  <a:pt x="66067" y="8128"/>
                </a:cubicBezTo>
                <a:cubicBezTo>
                  <a:pt x="68053" y="7466"/>
                  <a:pt x="69400" y="5308"/>
                  <a:pt x="71453" y="4897"/>
                </a:cubicBezTo>
                <a:cubicBezTo>
                  <a:pt x="72749" y="4638"/>
                  <a:pt x="74467" y="6190"/>
                  <a:pt x="75403" y="5256"/>
                </a:cubicBezTo>
              </a:path>
            </a:pathLst>
          </a:custGeom>
          <a:noFill/>
          <a:ln w="9525" cap="flat" cmpd="sng">
            <a:solidFill>
              <a:schemeClr val="dk2"/>
            </a:solidFill>
            <a:prstDash val="solid"/>
            <a:round/>
            <a:headEnd type="none" w="med" len="med"/>
            <a:tailEnd type="none" w="med" len="med"/>
          </a:ln>
        </p:spPr>
        <p:txBody>
          <a:bodyPr/>
          <a:lstStyle/>
          <a:p>
            <a:endParaRPr lang="en-US" sz="1833" dirty="0"/>
          </a:p>
        </p:txBody>
      </p:sp>
      <p:sp>
        <p:nvSpPr>
          <p:cNvPr id="78" name="Google Shape;78;p13"/>
          <p:cNvSpPr/>
          <p:nvPr/>
        </p:nvSpPr>
        <p:spPr>
          <a:xfrm>
            <a:off x="9252872" y="3271558"/>
            <a:ext cx="2879976" cy="333208"/>
          </a:xfrm>
          <a:custGeom>
            <a:avLst/>
            <a:gdLst/>
            <a:ahLst/>
            <a:cxnLst/>
            <a:rect l="l" t="t" r="r" b="b"/>
            <a:pathLst>
              <a:path w="75403" h="8724" extrusionOk="0">
                <a:moveTo>
                  <a:pt x="0" y="5974"/>
                </a:moveTo>
                <a:cubicBezTo>
                  <a:pt x="1858" y="4116"/>
                  <a:pt x="4258" y="1454"/>
                  <a:pt x="6823" y="2024"/>
                </a:cubicBezTo>
                <a:cubicBezTo>
                  <a:pt x="9160" y="2543"/>
                  <a:pt x="8990" y="8839"/>
                  <a:pt x="11131" y="7769"/>
                </a:cubicBezTo>
                <a:cubicBezTo>
                  <a:pt x="14092" y="6289"/>
                  <a:pt x="14633" y="-1251"/>
                  <a:pt x="17594" y="229"/>
                </a:cubicBezTo>
                <a:cubicBezTo>
                  <a:pt x="20422" y="1643"/>
                  <a:pt x="19326" y="7313"/>
                  <a:pt x="22262" y="8487"/>
                </a:cubicBezTo>
                <a:cubicBezTo>
                  <a:pt x="24640" y="9438"/>
                  <a:pt x="25805" y="3819"/>
                  <a:pt x="28366" y="3819"/>
                </a:cubicBezTo>
                <a:cubicBezTo>
                  <a:pt x="30404" y="3819"/>
                  <a:pt x="31016" y="8057"/>
                  <a:pt x="33034" y="7769"/>
                </a:cubicBezTo>
                <a:cubicBezTo>
                  <a:pt x="41264" y="6594"/>
                  <a:pt x="49608" y="3530"/>
                  <a:pt x="57809" y="4897"/>
                </a:cubicBezTo>
                <a:cubicBezTo>
                  <a:pt x="59702" y="5212"/>
                  <a:pt x="61772" y="4544"/>
                  <a:pt x="63554" y="5256"/>
                </a:cubicBezTo>
                <a:cubicBezTo>
                  <a:pt x="64735" y="5728"/>
                  <a:pt x="64860" y="8530"/>
                  <a:pt x="66067" y="8128"/>
                </a:cubicBezTo>
                <a:cubicBezTo>
                  <a:pt x="68053" y="7466"/>
                  <a:pt x="69400" y="5308"/>
                  <a:pt x="71453" y="4897"/>
                </a:cubicBezTo>
                <a:cubicBezTo>
                  <a:pt x="72749" y="4638"/>
                  <a:pt x="74467" y="6190"/>
                  <a:pt x="75403" y="5256"/>
                </a:cubicBezTo>
              </a:path>
            </a:pathLst>
          </a:custGeom>
          <a:noFill/>
          <a:ln w="9525" cap="flat" cmpd="sng">
            <a:solidFill>
              <a:schemeClr val="dk2"/>
            </a:solidFill>
            <a:prstDash val="solid"/>
            <a:round/>
            <a:headEnd type="none" w="med" len="med"/>
            <a:tailEnd type="none" w="med" len="med"/>
          </a:ln>
        </p:spPr>
        <p:txBody>
          <a:bodyPr/>
          <a:lstStyle/>
          <a:p>
            <a:endParaRPr lang="en-US" sz="1833" dirty="0"/>
          </a:p>
        </p:txBody>
      </p:sp>
      <p:sp>
        <p:nvSpPr>
          <p:cNvPr id="79" name="Google Shape;79;p13"/>
          <p:cNvSpPr txBox="1"/>
          <p:nvPr/>
        </p:nvSpPr>
        <p:spPr>
          <a:xfrm>
            <a:off x="9252871" y="3762167"/>
            <a:ext cx="3329792" cy="1087625"/>
          </a:xfrm>
          <a:prstGeom prst="rect">
            <a:avLst/>
          </a:prstGeom>
          <a:noFill/>
          <a:ln>
            <a:noFill/>
          </a:ln>
        </p:spPr>
        <p:txBody>
          <a:bodyPr spcFirstLastPara="1" wrap="square" lIns="139677" tIns="139677" rIns="139677" bIns="139677" anchor="t" anchorCtr="0">
            <a:noAutofit/>
          </a:bodyPr>
          <a:lstStyle/>
          <a:p>
            <a:pPr>
              <a:spcBef>
                <a:spcPts val="0"/>
              </a:spcBef>
            </a:pPr>
            <a:r>
              <a:rPr lang="en" sz="2750" dirty="0">
                <a:solidFill>
                  <a:schemeClr val="dk2"/>
                </a:solidFill>
              </a:rPr>
              <a:t>Weight Integration Example</a:t>
            </a:r>
            <a:endParaRPr sz="2750" dirty="0">
              <a:solidFill>
                <a:schemeClr val="dk2"/>
              </a:solidFill>
            </a:endParaRPr>
          </a:p>
        </p:txBody>
      </p:sp>
      <p:sp>
        <p:nvSpPr>
          <p:cNvPr id="80" name="Google Shape;80;p13"/>
          <p:cNvSpPr/>
          <p:nvPr/>
        </p:nvSpPr>
        <p:spPr>
          <a:xfrm>
            <a:off x="9388119" y="4849790"/>
            <a:ext cx="2879976" cy="333208"/>
          </a:xfrm>
          <a:custGeom>
            <a:avLst/>
            <a:gdLst/>
            <a:ahLst/>
            <a:cxnLst/>
            <a:rect l="l" t="t" r="r" b="b"/>
            <a:pathLst>
              <a:path w="75403" h="8724" extrusionOk="0">
                <a:moveTo>
                  <a:pt x="0" y="5974"/>
                </a:moveTo>
                <a:cubicBezTo>
                  <a:pt x="1858" y="4116"/>
                  <a:pt x="4258" y="1454"/>
                  <a:pt x="6823" y="2024"/>
                </a:cubicBezTo>
                <a:cubicBezTo>
                  <a:pt x="9160" y="2543"/>
                  <a:pt x="8990" y="8839"/>
                  <a:pt x="11131" y="7769"/>
                </a:cubicBezTo>
                <a:cubicBezTo>
                  <a:pt x="14092" y="6289"/>
                  <a:pt x="14633" y="-1251"/>
                  <a:pt x="17594" y="229"/>
                </a:cubicBezTo>
                <a:cubicBezTo>
                  <a:pt x="20422" y="1643"/>
                  <a:pt x="19326" y="7313"/>
                  <a:pt x="22262" y="8487"/>
                </a:cubicBezTo>
                <a:cubicBezTo>
                  <a:pt x="24640" y="9438"/>
                  <a:pt x="25805" y="3819"/>
                  <a:pt x="28366" y="3819"/>
                </a:cubicBezTo>
                <a:cubicBezTo>
                  <a:pt x="30404" y="3819"/>
                  <a:pt x="31016" y="8057"/>
                  <a:pt x="33034" y="7769"/>
                </a:cubicBezTo>
                <a:cubicBezTo>
                  <a:pt x="41264" y="6594"/>
                  <a:pt x="49608" y="3530"/>
                  <a:pt x="57809" y="4897"/>
                </a:cubicBezTo>
                <a:cubicBezTo>
                  <a:pt x="59702" y="5212"/>
                  <a:pt x="61772" y="4544"/>
                  <a:pt x="63554" y="5256"/>
                </a:cubicBezTo>
                <a:cubicBezTo>
                  <a:pt x="64735" y="5728"/>
                  <a:pt x="64860" y="8530"/>
                  <a:pt x="66067" y="8128"/>
                </a:cubicBezTo>
                <a:cubicBezTo>
                  <a:pt x="68053" y="7466"/>
                  <a:pt x="69400" y="5308"/>
                  <a:pt x="71453" y="4897"/>
                </a:cubicBezTo>
                <a:cubicBezTo>
                  <a:pt x="72749" y="4638"/>
                  <a:pt x="74467" y="6190"/>
                  <a:pt x="75403" y="5256"/>
                </a:cubicBezTo>
              </a:path>
            </a:pathLst>
          </a:custGeom>
          <a:noFill/>
          <a:ln w="9525" cap="flat" cmpd="sng">
            <a:solidFill>
              <a:schemeClr val="dk2"/>
            </a:solidFill>
            <a:prstDash val="solid"/>
            <a:round/>
            <a:headEnd type="none" w="med" len="med"/>
            <a:tailEnd type="none" w="med" len="med"/>
          </a:ln>
        </p:spPr>
        <p:txBody>
          <a:bodyPr/>
          <a:lstStyle/>
          <a:p>
            <a:endParaRPr lang="en-US" sz="1833" dirty="0"/>
          </a:p>
        </p:txBody>
      </p:sp>
      <p:sp>
        <p:nvSpPr>
          <p:cNvPr id="81" name="Google Shape;81;p13"/>
          <p:cNvSpPr/>
          <p:nvPr/>
        </p:nvSpPr>
        <p:spPr>
          <a:xfrm>
            <a:off x="9388119" y="5278790"/>
            <a:ext cx="2879976" cy="333208"/>
          </a:xfrm>
          <a:custGeom>
            <a:avLst/>
            <a:gdLst/>
            <a:ahLst/>
            <a:cxnLst/>
            <a:rect l="l" t="t" r="r" b="b"/>
            <a:pathLst>
              <a:path w="75403" h="8724" extrusionOk="0">
                <a:moveTo>
                  <a:pt x="0" y="5974"/>
                </a:moveTo>
                <a:cubicBezTo>
                  <a:pt x="1858" y="4116"/>
                  <a:pt x="4258" y="1454"/>
                  <a:pt x="6823" y="2024"/>
                </a:cubicBezTo>
                <a:cubicBezTo>
                  <a:pt x="9160" y="2543"/>
                  <a:pt x="8990" y="8839"/>
                  <a:pt x="11131" y="7769"/>
                </a:cubicBezTo>
                <a:cubicBezTo>
                  <a:pt x="14092" y="6289"/>
                  <a:pt x="14633" y="-1251"/>
                  <a:pt x="17594" y="229"/>
                </a:cubicBezTo>
                <a:cubicBezTo>
                  <a:pt x="20422" y="1643"/>
                  <a:pt x="19326" y="7313"/>
                  <a:pt x="22262" y="8487"/>
                </a:cubicBezTo>
                <a:cubicBezTo>
                  <a:pt x="24640" y="9438"/>
                  <a:pt x="25805" y="3819"/>
                  <a:pt x="28366" y="3819"/>
                </a:cubicBezTo>
                <a:cubicBezTo>
                  <a:pt x="30404" y="3819"/>
                  <a:pt x="31016" y="8057"/>
                  <a:pt x="33034" y="7769"/>
                </a:cubicBezTo>
                <a:cubicBezTo>
                  <a:pt x="41264" y="6594"/>
                  <a:pt x="49608" y="3530"/>
                  <a:pt x="57809" y="4897"/>
                </a:cubicBezTo>
                <a:cubicBezTo>
                  <a:pt x="59702" y="5212"/>
                  <a:pt x="61772" y="4544"/>
                  <a:pt x="63554" y="5256"/>
                </a:cubicBezTo>
                <a:cubicBezTo>
                  <a:pt x="64735" y="5728"/>
                  <a:pt x="64860" y="8530"/>
                  <a:pt x="66067" y="8128"/>
                </a:cubicBezTo>
                <a:cubicBezTo>
                  <a:pt x="68053" y="7466"/>
                  <a:pt x="69400" y="5308"/>
                  <a:pt x="71453" y="4897"/>
                </a:cubicBezTo>
                <a:cubicBezTo>
                  <a:pt x="72749" y="4638"/>
                  <a:pt x="74467" y="6190"/>
                  <a:pt x="75403" y="5256"/>
                </a:cubicBezTo>
              </a:path>
            </a:pathLst>
          </a:custGeom>
          <a:noFill/>
          <a:ln w="9525" cap="flat" cmpd="sng">
            <a:solidFill>
              <a:schemeClr val="dk2"/>
            </a:solidFill>
            <a:prstDash val="solid"/>
            <a:round/>
            <a:headEnd type="none" w="med" len="med"/>
            <a:tailEnd type="none" w="med" len="med"/>
          </a:ln>
        </p:spPr>
        <p:txBody>
          <a:bodyPr/>
          <a:lstStyle/>
          <a:p>
            <a:endParaRPr lang="en-US" sz="1833" dirty="0"/>
          </a:p>
        </p:txBody>
      </p:sp>
      <p:sp>
        <p:nvSpPr>
          <p:cNvPr id="82" name="Google Shape;82;p13"/>
          <p:cNvSpPr/>
          <p:nvPr/>
        </p:nvSpPr>
        <p:spPr>
          <a:xfrm>
            <a:off x="9415428" y="5744228"/>
            <a:ext cx="2879976" cy="333208"/>
          </a:xfrm>
          <a:custGeom>
            <a:avLst/>
            <a:gdLst/>
            <a:ahLst/>
            <a:cxnLst/>
            <a:rect l="l" t="t" r="r" b="b"/>
            <a:pathLst>
              <a:path w="75403" h="8724" extrusionOk="0">
                <a:moveTo>
                  <a:pt x="0" y="5974"/>
                </a:moveTo>
                <a:cubicBezTo>
                  <a:pt x="1858" y="4116"/>
                  <a:pt x="4258" y="1454"/>
                  <a:pt x="6823" y="2024"/>
                </a:cubicBezTo>
                <a:cubicBezTo>
                  <a:pt x="9160" y="2543"/>
                  <a:pt x="8990" y="8839"/>
                  <a:pt x="11131" y="7769"/>
                </a:cubicBezTo>
                <a:cubicBezTo>
                  <a:pt x="14092" y="6289"/>
                  <a:pt x="14633" y="-1251"/>
                  <a:pt x="17594" y="229"/>
                </a:cubicBezTo>
                <a:cubicBezTo>
                  <a:pt x="20422" y="1643"/>
                  <a:pt x="19326" y="7313"/>
                  <a:pt x="22262" y="8487"/>
                </a:cubicBezTo>
                <a:cubicBezTo>
                  <a:pt x="24640" y="9438"/>
                  <a:pt x="25805" y="3819"/>
                  <a:pt x="28366" y="3819"/>
                </a:cubicBezTo>
                <a:cubicBezTo>
                  <a:pt x="30404" y="3819"/>
                  <a:pt x="31016" y="8057"/>
                  <a:pt x="33034" y="7769"/>
                </a:cubicBezTo>
                <a:cubicBezTo>
                  <a:pt x="41264" y="6594"/>
                  <a:pt x="49608" y="3530"/>
                  <a:pt x="57809" y="4897"/>
                </a:cubicBezTo>
                <a:cubicBezTo>
                  <a:pt x="59702" y="5212"/>
                  <a:pt x="61772" y="4544"/>
                  <a:pt x="63554" y="5256"/>
                </a:cubicBezTo>
                <a:cubicBezTo>
                  <a:pt x="64735" y="5728"/>
                  <a:pt x="64860" y="8530"/>
                  <a:pt x="66067" y="8128"/>
                </a:cubicBezTo>
                <a:cubicBezTo>
                  <a:pt x="68053" y="7466"/>
                  <a:pt x="69400" y="5308"/>
                  <a:pt x="71453" y="4897"/>
                </a:cubicBezTo>
                <a:cubicBezTo>
                  <a:pt x="72749" y="4638"/>
                  <a:pt x="74467" y="6190"/>
                  <a:pt x="75403" y="5256"/>
                </a:cubicBezTo>
              </a:path>
            </a:pathLst>
          </a:custGeom>
          <a:noFill/>
          <a:ln w="9525" cap="flat" cmpd="sng">
            <a:solidFill>
              <a:schemeClr val="dk2"/>
            </a:solidFill>
            <a:prstDash val="solid"/>
            <a:round/>
            <a:headEnd type="none" w="med" len="med"/>
            <a:tailEnd type="none" w="med" len="med"/>
          </a:ln>
        </p:spPr>
        <p:txBody>
          <a:bodyPr/>
          <a:lstStyle/>
          <a:p>
            <a:endParaRPr lang="en-US" sz="1833" dirty="0"/>
          </a:p>
        </p:txBody>
      </p:sp>
      <p:sp>
        <p:nvSpPr>
          <p:cNvPr id="83" name="Google Shape;83;p13"/>
          <p:cNvSpPr/>
          <p:nvPr/>
        </p:nvSpPr>
        <p:spPr>
          <a:xfrm>
            <a:off x="9511677" y="6638667"/>
            <a:ext cx="532125" cy="532125"/>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spcBef>
                <a:spcPts val="0"/>
              </a:spcBef>
            </a:pPr>
            <a:endParaRPr sz="1833" dirty="0"/>
          </a:p>
        </p:txBody>
      </p:sp>
      <p:sp>
        <p:nvSpPr>
          <p:cNvPr id="84" name="Google Shape;84;p13"/>
          <p:cNvSpPr/>
          <p:nvPr/>
        </p:nvSpPr>
        <p:spPr>
          <a:xfrm>
            <a:off x="10773049" y="7486507"/>
            <a:ext cx="532125" cy="532125"/>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spcBef>
                <a:spcPts val="0"/>
              </a:spcBef>
            </a:pPr>
            <a:endParaRPr sz="1833" dirty="0"/>
          </a:p>
        </p:txBody>
      </p:sp>
      <p:sp>
        <p:nvSpPr>
          <p:cNvPr id="85" name="Google Shape;85;p13"/>
          <p:cNvSpPr/>
          <p:nvPr/>
        </p:nvSpPr>
        <p:spPr>
          <a:xfrm>
            <a:off x="9415427" y="8051938"/>
            <a:ext cx="532125" cy="532125"/>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spcBef>
                <a:spcPts val="0"/>
              </a:spcBef>
            </a:pPr>
            <a:endParaRPr sz="1833" dirty="0"/>
          </a:p>
        </p:txBody>
      </p:sp>
      <p:cxnSp>
        <p:nvCxnSpPr>
          <p:cNvPr id="86" name="Google Shape;86;p13"/>
          <p:cNvCxnSpPr>
            <a:stCxn id="83" idx="5"/>
            <a:endCxn id="84" idx="1"/>
          </p:cNvCxnSpPr>
          <p:nvPr/>
        </p:nvCxnSpPr>
        <p:spPr>
          <a:xfrm>
            <a:off x="9965875" y="7092864"/>
            <a:ext cx="885042" cy="471625"/>
          </a:xfrm>
          <a:prstGeom prst="straightConnector1">
            <a:avLst/>
          </a:prstGeom>
          <a:noFill/>
          <a:ln w="9525" cap="flat" cmpd="sng">
            <a:solidFill>
              <a:schemeClr val="dk2"/>
            </a:solidFill>
            <a:prstDash val="solid"/>
            <a:round/>
            <a:headEnd type="none" w="med" len="med"/>
            <a:tailEnd type="none" w="med" len="med"/>
          </a:ln>
        </p:spPr>
      </p:cxnSp>
      <p:cxnSp>
        <p:nvCxnSpPr>
          <p:cNvPr id="87" name="Google Shape;87;p13"/>
          <p:cNvCxnSpPr>
            <a:stCxn id="83" idx="4"/>
            <a:endCxn id="85" idx="0"/>
          </p:cNvCxnSpPr>
          <p:nvPr/>
        </p:nvCxnSpPr>
        <p:spPr>
          <a:xfrm flipH="1">
            <a:off x="9681490" y="7170792"/>
            <a:ext cx="96250" cy="881375"/>
          </a:xfrm>
          <a:prstGeom prst="straightConnector1">
            <a:avLst/>
          </a:prstGeom>
          <a:noFill/>
          <a:ln w="9525" cap="flat" cmpd="sng">
            <a:solidFill>
              <a:schemeClr val="dk2"/>
            </a:solidFill>
            <a:prstDash val="solid"/>
            <a:round/>
            <a:headEnd type="none" w="med" len="med"/>
            <a:tailEnd type="none" w="med" len="med"/>
          </a:ln>
        </p:spPr>
      </p:cxnSp>
      <p:cxnSp>
        <p:nvCxnSpPr>
          <p:cNvPr id="88" name="Google Shape;88;p13"/>
          <p:cNvCxnSpPr>
            <a:stCxn id="85" idx="6"/>
            <a:endCxn id="84" idx="3"/>
          </p:cNvCxnSpPr>
          <p:nvPr/>
        </p:nvCxnSpPr>
        <p:spPr>
          <a:xfrm rot="10800000" flipH="1">
            <a:off x="9947552" y="7940792"/>
            <a:ext cx="903375" cy="377208"/>
          </a:xfrm>
          <a:prstGeom prst="straightConnector1">
            <a:avLst/>
          </a:prstGeom>
          <a:noFill/>
          <a:ln w="9525" cap="flat" cmpd="sng">
            <a:solidFill>
              <a:schemeClr val="dk2"/>
            </a:solidFill>
            <a:prstDash val="solid"/>
            <a:round/>
            <a:headEnd type="none" w="med" len="med"/>
            <a:tailEnd type="none" w="med" len="med"/>
          </a:ln>
        </p:spPr>
      </p:cxnSp>
      <p:sp>
        <p:nvSpPr>
          <p:cNvPr id="89" name="Google Shape;89;p13"/>
          <p:cNvSpPr/>
          <p:nvPr/>
        </p:nvSpPr>
        <p:spPr>
          <a:xfrm>
            <a:off x="11781573" y="6531760"/>
            <a:ext cx="1481333" cy="175542"/>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spcBef>
                <a:spcPts val="0"/>
              </a:spcBef>
            </a:pPr>
            <a:endParaRPr sz="1833" dirty="0"/>
          </a:p>
        </p:txBody>
      </p:sp>
      <p:sp>
        <p:nvSpPr>
          <p:cNvPr id="90" name="Google Shape;90;p13"/>
          <p:cNvSpPr/>
          <p:nvPr/>
        </p:nvSpPr>
        <p:spPr>
          <a:xfrm>
            <a:off x="11781573" y="6694206"/>
            <a:ext cx="1481333" cy="175542"/>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spcBef>
                <a:spcPts val="0"/>
              </a:spcBef>
            </a:pPr>
            <a:endParaRPr sz="1833" dirty="0"/>
          </a:p>
        </p:txBody>
      </p:sp>
      <p:sp>
        <p:nvSpPr>
          <p:cNvPr id="91" name="Google Shape;91;p13"/>
          <p:cNvSpPr/>
          <p:nvPr/>
        </p:nvSpPr>
        <p:spPr>
          <a:xfrm>
            <a:off x="11781573" y="6873267"/>
            <a:ext cx="1481333" cy="175542"/>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spcBef>
                <a:spcPts val="0"/>
              </a:spcBef>
            </a:pPr>
            <a:endParaRPr sz="1833" dirty="0"/>
          </a:p>
        </p:txBody>
      </p:sp>
      <p:sp>
        <p:nvSpPr>
          <p:cNvPr id="92" name="Google Shape;92;p13"/>
          <p:cNvSpPr/>
          <p:nvPr/>
        </p:nvSpPr>
        <p:spPr>
          <a:xfrm>
            <a:off x="11781573" y="7009148"/>
            <a:ext cx="1481333" cy="175542"/>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spcBef>
                <a:spcPts val="0"/>
              </a:spcBef>
            </a:pPr>
            <a:endParaRPr sz="1833" dirty="0"/>
          </a:p>
        </p:txBody>
      </p:sp>
      <p:cxnSp>
        <p:nvCxnSpPr>
          <p:cNvPr id="93" name="Google Shape;93;p13"/>
          <p:cNvCxnSpPr>
            <a:stCxn id="90" idx="1"/>
          </p:cNvCxnSpPr>
          <p:nvPr/>
        </p:nvCxnSpPr>
        <p:spPr>
          <a:xfrm flipH="1">
            <a:off x="10506031" y="6781977"/>
            <a:ext cx="1275542" cy="558708"/>
          </a:xfrm>
          <a:prstGeom prst="straightConnector1">
            <a:avLst/>
          </a:prstGeom>
          <a:noFill/>
          <a:ln w="9525" cap="flat" cmpd="sng">
            <a:solidFill>
              <a:schemeClr val="dk2"/>
            </a:solidFill>
            <a:prstDash val="solid"/>
            <a:round/>
            <a:headEnd type="none" w="med" len="med"/>
            <a:tailEnd type="triangle" w="med" len="med"/>
          </a:ln>
        </p:spPr>
      </p:cxnSp>
      <p:cxnSp>
        <p:nvCxnSpPr>
          <p:cNvPr id="94" name="Google Shape;94;p13"/>
          <p:cNvCxnSpPr>
            <a:stCxn id="72" idx="3"/>
          </p:cNvCxnSpPr>
          <p:nvPr/>
        </p:nvCxnSpPr>
        <p:spPr>
          <a:xfrm>
            <a:off x="8356410" y="5778604"/>
            <a:ext cx="888250" cy="821792"/>
          </a:xfrm>
          <a:prstGeom prst="straightConnector1">
            <a:avLst/>
          </a:prstGeom>
          <a:noFill/>
          <a:ln w="9525" cap="flat" cmpd="sng">
            <a:solidFill>
              <a:schemeClr val="dk2"/>
            </a:solidFill>
            <a:prstDash val="solid"/>
            <a:round/>
            <a:headEnd type="none" w="med" len="med"/>
            <a:tailEnd type="triangle" w="med" len="med"/>
          </a:ln>
        </p:spPr>
      </p:cxnSp>
      <p:sp>
        <p:nvSpPr>
          <p:cNvPr id="95" name="Google Shape;95;p13"/>
          <p:cNvSpPr txBox="1"/>
          <p:nvPr/>
        </p:nvSpPr>
        <p:spPr>
          <a:xfrm>
            <a:off x="11596979" y="6139007"/>
            <a:ext cx="1980917" cy="493678"/>
          </a:xfrm>
          <a:prstGeom prst="rect">
            <a:avLst/>
          </a:prstGeom>
          <a:noFill/>
          <a:ln>
            <a:noFill/>
          </a:ln>
        </p:spPr>
        <p:txBody>
          <a:bodyPr spcFirstLastPara="1" wrap="square" lIns="139677" tIns="139677" rIns="139677" bIns="139677" anchor="t" anchorCtr="0">
            <a:spAutoFit/>
          </a:bodyPr>
          <a:lstStyle/>
          <a:p>
            <a:pPr>
              <a:spcBef>
                <a:spcPts val="0"/>
              </a:spcBef>
            </a:pPr>
            <a:r>
              <a:rPr lang="en" sz="1375" dirty="0">
                <a:solidFill>
                  <a:schemeClr val="dk2"/>
                </a:solidFill>
              </a:rPr>
              <a:t>Engagement metrics</a:t>
            </a:r>
            <a:endParaRPr sz="1375" dirty="0">
              <a:solidFill>
                <a:schemeClr val="dk2"/>
              </a:solidFill>
            </a:endParaRPr>
          </a:p>
        </p:txBody>
      </p:sp>
      <p:sp>
        <p:nvSpPr>
          <p:cNvPr id="96" name="Google Shape;96;p13"/>
          <p:cNvSpPr txBox="1"/>
          <p:nvPr/>
        </p:nvSpPr>
        <p:spPr>
          <a:xfrm>
            <a:off x="-1803083" y="2061101"/>
            <a:ext cx="1879167" cy="1147208"/>
          </a:xfrm>
          <a:prstGeom prst="rect">
            <a:avLst/>
          </a:prstGeom>
          <a:noFill/>
          <a:ln>
            <a:noFill/>
          </a:ln>
        </p:spPr>
        <p:txBody>
          <a:bodyPr spcFirstLastPara="1" wrap="square" lIns="139677" tIns="139677" rIns="139677" bIns="139677" anchor="t" anchorCtr="0">
            <a:noAutofit/>
          </a:bodyPr>
          <a:lstStyle/>
          <a:p>
            <a:pPr>
              <a:spcBef>
                <a:spcPts val="0"/>
              </a:spcBef>
            </a:pPr>
            <a:r>
              <a:rPr lang="en" sz="2750" dirty="0">
                <a:solidFill>
                  <a:srgbClr val="595959"/>
                </a:solidFill>
              </a:rPr>
              <a:t>Iteration 1</a:t>
            </a:r>
            <a:endParaRPr sz="2750" dirty="0">
              <a:solidFill>
                <a:srgbClr val="595959"/>
              </a:solidFill>
            </a:endParaRP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14"/>
          <p:cNvSpPr txBox="1"/>
          <p:nvPr/>
        </p:nvSpPr>
        <p:spPr>
          <a:xfrm>
            <a:off x="193340" y="1800423"/>
            <a:ext cx="2852667" cy="754417"/>
          </a:xfrm>
          <a:prstGeom prst="rect">
            <a:avLst/>
          </a:prstGeom>
          <a:noFill/>
          <a:ln>
            <a:noFill/>
          </a:ln>
        </p:spPr>
        <p:txBody>
          <a:bodyPr spcFirstLastPara="1" wrap="square" lIns="139677" tIns="139677" rIns="139677" bIns="139677" anchor="t" anchorCtr="0">
            <a:noAutofit/>
          </a:bodyPr>
          <a:lstStyle/>
          <a:p>
            <a:pPr>
              <a:spcBef>
                <a:spcPts val="0"/>
              </a:spcBef>
            </a:pPr>
            <a:r>
              <a:rPr lang="en" sz="2750" dirty="0">
                <a:solidFill>
                  <a:schemeClr val="dk2"/>
                </a:solidFill>
              </a:rPr>
              <a:t>About</a:t>
            </a:r>
            <a:endParaRPr sz="2750" dirty="0">
              <a:solidFill>
                <a:schemeClr val="dk2"/>
              </a:solidFill>
            </a:endParaRPr>
          </a:p>
        </p:txBody>
      </p:sp>
      <p:sp>
        <p:nvSpPr>
          <p:cNvPr id="102" name="Google Shape;102;p14"/>
          <p:cNvSpPr/>
          <p:nvPr/>
        </p:nvSpPr>
        <p:spPr>
          <a:xfrm>
            <a:off x="206976" y="2875099"/>
            <a:ext cx="2879976" cy="333208"/>
          </a:xfrm>
          <a:custGeom>
            <a:avLst/>
            <a:gdLst/>
            <a:ahLst/>
            <a:cxnLst/>
            <a:rect l="l" t="t" r="r" b="b"/>
            <a:pathLst>
              <a:path w="75403" h="8724" extrusionOk="0">
                <a:moveTo>
                  <a:pt x="0" y="5974"/>
                </a:moveTo>
                <a:cubicBezTo>
                  <a:pt x="1858" y="4116"/>
                  <a:pt x="4258" y="1454"/>
                  <a:pt x="6823" y="2024"/>
                </a:cubicBezTo>
                <a:cubicBezTo>
                  <a:pt x="9160" y="2543"/>
                  <a:pt x="8990" y="8839"/>
                  <a:pt x="11131" y="7769"/>
                </a:cubicBezTo>
                <a:cubicBezTo>
                  <a:pt x="14092" y="6289"/>
                  <a:pt x="14633" y="-1251"/>
                  <a:pt x="17594" y="229"/>
                </a:cubicBezTo>
                <a:cubicBezTo>
                  <a:pt x="20422" y="1643"/>
                  <a:pt x="19326" y="7313"/>
                  <a:pt x="22262" y="8487"/>
                </a:cubicBezTo>
                <a:cubicBezTo>
                  <a:pt x="24640" y="9438"/>
                  <a:pt x="25805" y="3819"/>
                  <a:pt x="28366" y="3819"/>
                </a:cubicBezTo>
                <a:cubicBezTo>
                  <a:pt x="30404" y="3819"/>
                  <a:pt x="31016" y="8057"/>
                  <a:pt x="33034" y="7769"/>
                </a:cubicBezTo>
                <a:cubicBezTo>
                  <a:pt x="41264" y="6594"/>
                  <a:pt x="49608" y="3530"/>
                  <a:pt x="57809" y="4897"/>
                </a:cubicBezTo>
                <a:cubicBezTo>
                  <a:pt x="59702" y="5212"/>
                  <a:pt x="61772" y="4544"/>
                  <a:pt x="63554" y="5256"/>
                </a:cubicBezTo>
                <a:cubicBezTo>
                  <a:pt x="64735" y="5728"/>
                  <a:pt x="64860" y="8530"/>
                  <a:pt x="66067" y="8128"/>
                </a:cubicBezTo>
                <a:cubicBezTo>
                  <a:pt x="68053" y="7466"/>
                  <a:pt x="69400" y="5308"/>
                  <a:pt x="71453" y="4897"/>
                </a:cubicBezTo>
                <a:cubicBezTo>
                  <a:pt x="72749" y="4638"/>
                  <a:pt x="74467" y="6190"/>
                  <a:pt x="75403" y="5256"/>
                </a:cubicBezTo>
              </a:path>
            </a:pathLst>
          </a:custGeom>
          <a:noFill/>
          <a:ln w="9525" cap="flat" cmpd="sng">
            <a:solidFill>
              <a:schemeClr val="dk2"/>
            </a:solidFill>
            <a:prstDash val="solid"/>
            <a:round/>
            <a:headEnd type="none" w="med" len="med"/>
            <a:tailEnd type="none" w="med" len="med"/>
          </a:ln>
        </p:spPr>
        <p:txBody>
          <a:bodyPr/>
          <a:lstStyle/>
          <a:p>
            <a:endParaRPr lang="en-US" sz="1833" dirty="0"/>
          </a:p>
        </p:txBody>
      </p:sp>
      <p:sp>
        <p:nvSpPr>
          <p:cNvPr id="103" name="Google Shape;103;p14"/>
          <p:cNvSpPr/>
          <p:nvPr/>
        </p:nvSpPr>
        <p:spPr>
          <a:xfrm>
            <a:off x="193323" y="2381092"/>
            <a:ext cx="2879976" cy="333208"/>
          </a:xfrm>
          <a:custGeom>
            <a:avLst/>
            <a:gdLst/>
            <a:ahLst/>
            <a:cxnLst/>
            <a:rect l="l" t="t" r="r" b="b"/>
            <a:pathLst>
              <a:path w="75403" h="8724" extrusionOk="0">
                <a:moveTo>
                  <a:pt x="0" y="5974"/>
                </a:moveTo>
                <a:cubicBezTo>
                  <a:pt x="1858" y="4116"/>
                  <a:pt x="4258" y="1454"/>
                  <a:pt x="6823" y="2024"/>
                </a:cubicBezTo>
                <a:cubicBezTo>
                  <a:pt x="9160" y="2543"/>
                  <a:pt x="8990" y="8839"/>
                  <a:pt x="11131" y="7769"/>
                </a:cubicBezTo>
                <a:cubicBezTo>
                  <a:pt x="14092" y="6289"/>
                  <a:pt x="14633" y="-1251"/>
                  <a:pt x="17594" y="229"/>
                </a:cubicBezTo>
                <a:cubicBezTo>
                  <a:pt x="20422" y="1643"/>
                  <a:pt x="19326" y="7313"/>
                  <a:pt x="22262" y="8487"/>
                </a:cubicBezTo>
                <a:cubicBezTo>
                  <a:pt x="24640" y="9438"/>
                  <a:pt x="25805" y="3819"/>
                  <a:pt x="28366" y="3819"/>
                </a:cubicBezTo>
                <a:cubicBezTo>
                  <a:pt x="30404" y="3819"/>
                  <a:pt x="31016" y="8057"/>
                  <a:pt x="33034" y="7769"/>
                </a:cubicBezTo>
                <a:cubicBezTo>
                  <a:pt x="41264" y="6594"/>
                  <a:pt x="49608" y="3530"/>
                  <a:pt x="57809" y="4897"/>
                </a:cubicBezTo>
                <a:cubicBezTo>
                  <a:pt x="59702" y="5212"/>
                  <a:pt x="61772" y="4544"/>
                  <a:pt x="63554" y="5256"/>
                </a:cubicBezTo>
                <a:cubicBezTo>
                  <a:pt x="64735" y="5728"/>
                  <a:pt x="64860" y="8530"/>
                  <a:pt x="66067" y="8128"/>
                </a:cubicBezTo>
                <a:cubicBezTo>
                  <a:pt x="68053" y="7466"/>
                  <a:pt x="69400" y="5308"/>
                  <a:pt x="71453" y="4897"/>
                </a:cubicBezTo>
                <a:cubicBezTo>
                  <a:pt x="72749" y="4638"/>
                  <a:pt x="74467" y="6190"/>
                  <a:pt x="75403" y="5256"/>
                </a:cubicBezTo>
              </a:path>
            </a:pathLst>
          </a:custGeom>
          <a:noFill/>
          <a:ln w="9525" cap="flat" cmpd="sng">
            <a:solidFill>
              <a:schemeClr val="dk2"/>
            </a:solidFill>
            <a:prstDash val="solid"/>
            <a:round/>
            <a:headEnd type="none" w="med" len="med"/>
            <a:tailEnd type="none" w="med" len="med"/>
          </a:ln>
        </p:spPr>
        <p:txBody>
          <a:bodyPr/>
          <a:lstStyle/>
          <a:p>
            <a:endParaRPr lang="en-US" sz="1833" dirty="0"/>
          </a:p>
        </p:txBody>
      </p:sp>
      <p:sp>
        <p:nvSpPr>
          <p:cNvPr id="104" name="Google Shape;104;p14"/>
          <p:cNvSpPr/>
          <p:nvPr/>
        </p:nvSpPr>
        <p:spPr>
          <a:xfrm>
            <a:off x="193323" y="3369106"/>
            <a:ext cx="2879976" cy="333208"/>
          </a:xfrm>
          <a:custGeom>
            <a:avLst/>
            <a:gdLst/>
            <a:ahLst/>
            <a:cxnLst/>
            <a:rect l="l" t="t" r="r" b="b"/>
            <a:pathLst>
              <a:path w="75403" h="8724" extrusionOk="0">
                <a:moveTo>
                  <a:pt x="0" y="5974"/>
                </a:moveTo>
                <a:cubicBezTo>
                  <a:pt x="1858" y="4116"/>
                  <a:pt x="4258" y="1454"/>
                  <a:pt x="6823" y="2024"/>
                </a:cubicBezTo>
                <a:cubicBezTo>
                  <a:pt x="9160" y="2543"/>
                  <a:pt x="8990" y="8839"/>
                  <a:pt x="11131" y="7769"/>
                </a:cubicBezTo>
                <a:cubicBezTo>
                  <a:pt x="14092" y="6289"/>
                  <a:pt x="14633" y="-1251"/>
                  <a:pt x="17594" y="229"/>
                </a:cubicBezTo>
                <a:cubicBezTo>
                  <a:pt x="20422" y="1643"/>
                  <a:pt x="19326" y="7313"/>
                  <a:pt x="22262" y="8487"/>
                </a:cubicBezTo>
                <a:cubicBezTo>
                  <a:pt x="24640" y="9438"/>
                  <a:pt x="25805" y="3819"/>
                  <a:pt x="28366" y="3819"/>
                </a:cubicBezTo>
                <a:cubicBezTo>
                  <a:pt x="30404" y="3819"/>
                  <a:pt x="31016" y="8057"/>
                  <a:pt x="33034" y="7769"/>
                </a:cubicBezTo>
                <a:cubicBezTo>
                  <a:pt x="41264" y="6594"/>
                  <a:pt x="49608" y="3530"/>
                  <a:pt x="57809" y="4897"/>
                </a:cubicBezTo>
                <a:cubicBezTo>
                  <a:pt x="59702" y="5212"/>
                  <a:pt x="61772" y="4544"/>
                  <a:pt x="63554" y="5256"/>
                </a:cubicBezTo>
                <a:cubicBezTo>
                  <a:pt x="64735" y="5728"/>
                  <a:pt x="64860" y="8530"/>
                  <a:pt x="66067" y="8128"/>
                </a:cubicBezTo>
                <a:cubicBezTo>
                  <a:pt x="68053" y="7466"/>
                  <a:pt x="69400" y="5308"/>
                  <a:pt x="71453" y="4897"/>
                </a:cubicBezTo>
                <a:cubicBezTo>
                  <a:pt x="72749" y="4638"/>
                  <a:pt x="74467" y="6190"/>
                  <a:pt x="75403" y="5256"/>
                </a:cubicBezTo>
              </a:path>
            </a:pathLst>
          </a:custGeom>
          <a:noFill/>
          <a:ln w="9525" cap="flat" cmpd="sng">
            <a:solidFill>
              <a:schemeClr val="dk2"/>
            </a:solidFill>
            <a:prstDash val="solid"/>
            <a:round/>
            <a:headEnd type="none" w="med" len="med"/>
            <a:tailEnd type="none" w="med" len="med"/>
          </a:ln>
        </p:spPr>
        <p:txBody>
          <a:bodyPr/>
          <a:lstStyle/>
          <a:p>
            <a:endParaRPr lang="en-US" sz="1833" dirty="0"/>
          </a:p>
        </p:txBody>
      </p:sp>
      <p:sp>
        <p:nvSpPr>
          <p:cNvPr id="105" name="Google Shape;105;p14"/>
          <p:cNvSpPr txBox="1"/>
          <p:nvPr/>
        </p:nvSpPr>
        <p:spPr>
          <a:xfrm>
            <a:off x="193340" y="3863114"/>
            <a:ext cx="2852667" cy="754417"/>
          </a:xfrm>
          <a:prstGeom prst="rect">
            <a:avLst/>
          </a:prstGeom>
          <a:noFill/>
          <a:ln>
            <a:noFill/>
          </a:ln>
        </p:spPr>
        <p:txBody>
          <a:bodyPr spcFirstLastPara="1" wrap="square" lIns="139677" tIns="139677" rIns="139677" bIns="139677" anchor="t" anchorCtr="0">
            <a:noAutofit/>
          </a:bodyPr>
          <a:lstStyle/>
          <a:p>
            <a:pPr>
              <a:spcBef>
                <a:spcPts val="0"/>
              </a:spcBef>
            </a:pPr>
            <a:r>
              <a:rPr lang="en" sz="2750" dirty="0">
                <a:solidFill>
                  <a:schemeClr val="dk2"/>
                </a:solidFill>
              </a:rPr>
              <a:t>Project Config</a:t>
            </a:r>
            <a:endParaRPr sz="2750" dirty="0">
              <a:solidFill>
                <a:schemeClr val="dk2"/>
              </a:solidFill>
            </a:endParaRPr>
          </a:p>
        </p:txBody>
      </p:sp>
      <p:sp>
        <p:nvSpPr>
          <p:cNvPr id="106" name="Google Shape;106;p14"/>
          <p:cNvSpPr/>
          <p:nvPr/>
        </p:nvSpPr>
        <p:spPr>
          <a:xfrm>
            <a:off x="206958" y="4516582"/>
            <a:ext cx="2879976" cy="333208"/>
          </a:xfrm>
          <a:custGeom>
            <a:avLst/>
            <a:gdLst/>
            <a:ahLst/>
            <a:cxnLst/>
            <a:rect l="l" t="t" r="r" b="b"/>
            <a:pathLst>
              <a:path w="75403" h="8724" extrusionOk="0">
                <a:moveTo>
                  <a:pt x="0" y="5974"/>
                </a:moveTo>
                <a:cubicBezTo>
                  <a:pt x="1858" y="4116"/>
                  <a:pt x="4258" y="1454"/>
                  <a:pt x="6823" y="2024"/>
                </a:cubicBezTo>
                <a:cubicBezTo>
                  <a:pt x="9160" y="2543"/>
                  <a:pt x="8990" y="8839"/>
                  <a:pt x="11131" y="7769"/>
                </a:cubicBezTo>
                <a:cubicBezTo>
                  <a:pt x="14092" y="6289"/>
                  <a:pt x="14633" y="-1251"/>
                  <a:pt x="17594" y="229"/>
                </a:cubicBezTo>
                <a:cubicBezTo>
                  <a:pt x="20422" y="1643"/>
                  <a:pt x="19326" y="7313"/>
                  <a:pt x="22262" y="8487"/>
                </a:cubicBezTo>
                <a:cubicBezTo>
                  <a:pt x="24640" y="9438"/>
                  <a:pt x="25805" y="3819"/>
                  <a:pt x="28366" y="3819"/>
                </a:cubicBezTo>
                <a:cubicBezTo>
                  <a:pt x="30404" y="3819"/>
                  <a:pt x="31016" y="8057"/>
                  <a:pt x="33034" y="7769"/>
                </a:cubicBezTo>
                <a:cubicBezTo>
                  <a:pt x="41264" y="6594"/>
                  <a:pt x="49608" y="3530"/>
                  <a:pt x="57809" y="4897"/>
                </a:cubicBezTo>
                <a:cubicBezTo>
                  <a:pt x="59702" y="5212"/>
                  <a:pt x="61772" y="4544"/>
                  <a:pt x="63554" y="5256"/>
                </a:cubicBezTo>
                <a:cubicBezTo>
                  <a:pt x="64735" y="5728"/>
                  <a:pt x="64860" y="8530"/>
                  <a:pt x="66067" y="8128"/>
                </a:cubicBezTo>
                <a:cubicBezTo>
                  <a:pt x="68053" y="7466"/>
                  <a:pt x="69400" y="5308"/>
                  <a:pt x="71453" y="4897"/>
                </a:cubicBezTo>
                <a:cubicBezTo>
                  <a:pt x="72749" y="4638"/>
                  <a:pt x="74467" y="6190"/>
                  <a:pt x="75403" y="5256"/>
                </a:cubicBezTo>
              </a:path>
            </a:pathLst>
          </a:custGeom>
          <a:noFill/>
          <a:ln w="9525" cap="flat" cmpd="sng">
            <a:solidFill>
              <a:schemeClr val="dk2"/>
            </a:solidFill>
            <a:prstDash val="solid"/>
            <a:round/>
            <a:headEnd type="none" w="med" len="med"/>
            <a:tailEnd type="none" w="med" len="med"/>
          </a:ln>
        </p:spPr>
        <p:txBody>
          <a:bodyPr/>
          <a:lstStyle/>
          <a:p>
            <a:endParaRPr lang="en-US" sz="1833" dirty="0"/>
          </a:p>
        </p:txBody>
      </p:sp>
      <p:sp>
        <p:nvSpPr>
          <p:cNvPr id="107" name="Google Shape;107;p14"/>
          <p:cNvSpPr/>
          <p:nvPr/>
        </p:nvSpPr>
        <p:spPr>
          <a:xfrm>
            <a:off x="206958" y="5064290"/>
            <a:ext cx="2879976" cy="333208"/>
          </a:xfrm>
          <a:custGeom>
            <a:avLst/>
            <a:gdLst/>
            <a:ahLst/>
            <a:cxnLst/>
            <a:rect l="l" t="t" r="r" b="b"/>
            <a:pathLst>
              <a:path w="75403" h="8724" extrusionOk="0">
                <a:moveTo>
                  <a:pt x="0" y="5974"/>
                </a:moveTo>
                <a:cubicBezTo>
                  <a:pt x="1858" y="4116"/>
                  <a:pt x="4258" y="1454"/>
                  <a:pt x="6823" y="2024"/>
                </a:cubicBezTo>
                <a:cubicBezTo>
                  <a:pt x="9160" y="2543"/>
                  <a:pt x="8990" y="8839"/>
                  <a:pt x="11131" y="7769"/>
                </a:cubicBezTo>
                <a:cubicBezTo>
                  <a:pt x="14092" y="6289"/>
                  <a:pt x="14633" y="-1251"/>
                  <a:pt x="17594" y="229"/>
                </a:cubicBezTo>
                <a:cubicBezTo>
                  <a:pt x="20422" y="1643"/>
                  <a:pt x="19326" y="7313"/>
                  <a:pt x="22262" y="8487"/>
                </a:cubicBezTo>
                <a:cubicBezTo>
                  <a:pt x="24640" y="9438"/>
                  <a:pt x="25805" y="3819"/>
                  <a:pt x="28366" y="3819"/>
                </a:cubicBezTo>
                <a:cubicBezTo>
                  <a:pt x="30404" y="3819"/>
                  <a:pt x="31016" y="8057"/>
                  <a:pt x="33034" y="7769"/>
                </a:cubicBezTo>
                <a:cubicBezTo>
                  <a:pt x="41264" y="6594"/>
                  <a:pt x="49608" y="3530"/>
                  <a:pt x="57809" y="4897"/>
                </a:cubicBezTo>
                <a:cubicBezTo>
                  <a:pt x="59702" y="5212"/>
                  <a:pt x="61772" y="4544"/>
                  <a:pt x="63554" y="5256"/>
                </a:cubicBezTo>
                <a:cubicBezTo>
                  <a:pt x="64735" y="5728"/>
                  <a:pt x="64860" y="8530"/>
                  <a:pt x="66067" y="8128"/>
                </a:cubicBezTo>
                <a:cubicBezTo>
                  <a:pt x="68053" y="7466"/>
                  <a:pt x="69400" y="5308"/>
                  <a:pt x="71453" y="4897"/>
                </a:cubicBezTo>
                <a:cubicBezTo>
                  <a:pt x="72749" y="4638"/>
                  <a:pt x="74467" y="6190"/>
                  <a:pt x="75403" y="5256"/>
                </a:cubicBezTo>
              </a:path>
            </a:pathLst>
          </a:custGeom>
          <a:noFill/>
          <a:ln w="9525" cap="flat" cmpd="sng">
            <a:solidFill>
              <a:schemeClr val="dk2"/>
            </a:solidFill>
            <a:prstDash val="solid"/>
            <a:round/>
            <a:headEnd type="none" w="med" len="med"/>
            <a:tailEnd type="none" w="med" len="med"/>
          </a:ln>
        </p:spPr>
        <p:txBody>
          <a:bodyPr/>
          <a:lstStyle/>
          <a:p>
            <a:endParaRPr lang="en-US" sz="1833" dirty="0"/>
          </a:p>
        </p:txBody>
      </p:sp>
      <p:sp>
        <p:nvSpPr>
          <p:cNvPr id="108" name="Google Shape;108;p14"/>
          <p:cNvSpPr/>
          <p:nvPr/>
        </p:nvSpPr>
        <p:spPr>
          <a:xfrm>
            <a:off x="179667" y="5611999"/>
            <a:ext cx="2879976" cy="333208"/>
          </a:xfrm>
          <a:custGeom>
            <a:avLst/>
            <a:gdLst/>
            <a:ahLst/>
            <a:cxnLst/>
            <a:rect l="l" t="t" r="r" b="b"/>
            <a:pathLst>
              <a:path w="75403" h="8724" extrusionOk="0">
                <a:moveTo>
                  <a:pt x="0" y="5974"/>
                </a:moveTo>
                <a:cubicBezTo>
                  <a:pt x="1858" y="4116"/>
                  <a:pt x="4258" y="1454"/>
                  <a:pt x="6823" y="2024"/>
                </a:cubicBezTo>
                <a:cubicBezTo>
                  <a:pt x="9160" y="2543"/>
                  <a:pt x="8990" y="8839"/>
                  <a:pt x="11131" y="7769"/>
                </a:cubicBezTo>
                <a:cubicBezTo>
                  <a:pt x="14092" y="6289"/>
                  <a:pt x="14633" y="-1251"/>
                  <a:pt x="17594" y="229"/>
                </a:cubicBezTo>
                <a:cubicBezTo>
                  <a:pt x="20422" y="1643"/>
                  <a:pt x="19326" y="7313"/>
                  <a:pt x="22262" y="8487"/>
                </a:cubicBezTo>
                <a:cubicBezTo>
                  <a:pt x="24640" y="9438"/>
                  <a:pt x="25805" y="3819"/>
                  <a:pt x="28366" y="3819"/>
                </a:cubicBezTo>
                <a:cubicBezTo>
                  <a:pt x="30404" y="3819"/>
                  <a:pt x="31016" y="8057"/>
                  <a:pt x="33034" y="7769"/>
                </a:cubicBezTo>
                <a:cubicBezTo>
                  <a:pt x="41264" y="6594"/>
                  <a:pt x="49608" y="3530"/>
                  <a:pt x="57809" y="4897"/>
                </a:cubicBezTo>
                <a:cubicBezTo>
                  <a:pt x="59702" y="5212"/>
                  <a:pt x="61772" y="4544"/>
                  <a:pt x="63554" y="5256"/>
                </a:cubicBezTo>
                <a:cubicBezTo>
                  <a:pt x="64735" y="5728"/>
                  <a:pt x="64860" y="8530"/>
                  <a:pt x="66067" y="8128"/>
                </a:cubicBezTo>
                <a:cubicBezTo>
                  <a:pt x="68053" y="7466"/>
                  <a:pt x="69400" y="5308"/>
                  <a:pt x="71453" y="4897"/>
                </a:cubicBezTo>
                <a:cubicBezTo>
                  <a:pt x="72749" y="4638"/>
                  <a:pt x="74467" y="6190"/>
                  <a:pt x="75403" y="5256"/>
                </a:cubicBezTo>
              </a:path>
            </a:pathLst>
          </a:custGeom>
          <a:noFill/>
          <a:ln w="9525" cap="flat" cmpd="sng">
            <a:solidFill>
              <a:schemeClr val="dk2"/>
            </a:solidFill>
            <a:prstDash val="solid"/>
            <a:round/>
            <a:headEnd type="none" w="med" len="med"/>
            <a:tailEnd type="none" w="med" len="med"/>
          </a:ln>
        </p:spPr>
        <p:txBody>
          <a:bodyPr/>
          <a:lstStyle/>
          <a:p>
            <a:endParaRPr lang="en-US" sz="1833" dirty="0"/>
          </a:p>
        </p:txBody>
      </p:sp>
      <p:sp>
        <p:nvSpPr>
          <p:cNvPr id="109" name="Google Shape;109;p14"/>
          <p:cNvSpPr txBox="1"/>
          <p:nvPr/>
        </p:nvSpPr>
        <p:spPr>
          <a:xfrm>
            <a:off x="179667" y="6077437"/>
            <a:ext cx="3510833" cy="754417"/>
          </a:xfrm>
          <a:prstGeom prst="rect">
            <a:avLst/>
          </a:prstGeom>
          <a:noFill/>
          <a:ln>
            <a:noFill/>
          </a:ln>
        </p:spPr>
        <p:txBody>
          <a:bodyPr spcFirstLastPara="1" wrap="square" lIns="139677" tIns="139677" rIns="139677" bIns="139677" anchor="t" anchorCtr="0">
            <a:noAutofit/>
          </a:bodyPr>
          <a:lstStyle/>
          <a:p>
            <a:pPr>
              <a:spcBef>
                <a:spcPts val="0"/>
              </a:spcBef>
            </a:pPr>
            <a:r>
              <a:rPr lang="en" sz="2750" dirty="0">
                <a:solidFill>
                  <a:schemeClr val="dk2"/>
                </a:solidFill>
              </a:rPr>
              <a:t>Kaiaulu Functionality</a:t>
            </a:r>
            <a:endParaRPr sz="2750" dirty="0">
              <a:solidFill>
                <a:schemeClr val="dk2"/>
              </a:solidFill>
            </a:endParaRPr>
          </a:p>
        </p:txBody>
      </p:sp>
      <p:sp>
        <p:nvSpPr>
          <p:cNvPr id="110" name="Google Shape;110;p14"/>
          <p:cNvSpPr/>
          <p:nvPr/>
        </p:nvSpPr>
        <p:spPr>
          <a:xfrm>
            <a:off x="206976" y="6707415"/>
            <a:ext cx="2879976" cy="333208"/>
          </a:xfrm>
          <a:custGeom>
            <a:avLst/>
            <a:gdLst/>
            <a:ahLst/>
            <a:cxnLst/>
            <a:rect l="l" t="t" r="r" b="b"/>
            <a:pathLst>
              <a:path w="75403" h="8724" extrusionOk="0">
                <a:moveTo>
                  <a:pt x="0" y="5974"/>
                </a:moveTo>
                <a:cubicBezTo>
                  <a:pt x="1858" y="4116"/>
                  <a:pt x="4258" y="1454"/>
                  <a:pt x="6823" y="2024"/>
                </a:cubicBezTo>
                <a:cubicBezTo>
                  <a:pt x="9160" y="2543"/>
                  <a:pt x="8990" y="8839"/>
                  <a:pt x="11131" y="7769"/>
                </a:cubicBezTo>
                <a:cubicBezTo>
                  <a:pt x="14092" y="6289"/>
                  <a:pt x="14633" y="-1251"/>
                  <a:pt x="17594" y="229"/>
                </a:cubicBezTo>
                <a:cubicBezTo>
                  <a:pt x="20422" y="1643"/>
                  <a:pt x="19326" y="7313"/>
                  <a:pt x="22262" y="8487"/>
                </a:cubicBezTo>
                <a:cubicBezTo>
                  <a:pt x="24640" y="9438"/>
                  <a:pt x="25805" y="3819"/>
                  <a:pt x="28366" y="3819"/>
                </a:cubicBezTo>
                <a:cubicBezTo>
                  <a:pt x="30404" y="3819"/>
                  <a:pt x="31016" y="8057"/>
                  <a:pt x="33034" y="7769"/>
                </a:cubicBezTo>
                <a:cubicBezTo>
                  <a:pt x="41264" y="6594"/>
                  <a:pt x="49608" y="3530"/>
                  <a:pt x="57809" y="4897"/>
                </a:cubicBezTo>
                <a:cubicBezTo>
                  <a:pt x="59702" y="5212"/>
                  <a:pt x="61772" y="4544"/>
                  <a:pt x="63554" y="5256"/>
                </a:cubicBezTo>
                <a:cubicBezTo>
                  <a:pt x="64735" y="5728"/>
                  <a:pt x="64860" y="8530"/>
                  <a:pt x="66067" y="8128"/>
                </a:cubicBezTo>
                <a:cubicBezTo>
                  <a:pt x="68053" y="7466"/>
                  <a:pt x="69400" y="5308"/>
                  <a:pt x="71453" y="4897"/>
                </a:cubicBezTo>
                <a:cubicBezTo>
                  <a:pt x="72749" y="4638"/>
                  <a:pt x="74467" y="6190"/>
                  <a:pt x="75403" y="5256"/>
                </a:cubicBezTo>
              </a:path>
            </a:pathLst>
          </a:custGeom>
          <a:noFill/>
          <a:ln w="9525" cap="flat" cmpd="sng">
            <a:solidFill>
              <a:schemeClr val="dk2"/>
            </a:solidFill>
            <a:prstDash val="solid"/>
            <a:round/>
            <a:headEnd type="none" w="med" len="med"/>
            <a:tailEnd type="none" w="med" len="med"/>
          </a:ln>
        </p:spPr>
        <p:txBody>
          <a:bodyPr/>
          <a:lstStyle/>
          <a:p>
            <a:endParaRPr lang="en-US" sz="1833" dirty="0"/>
          </a:p>
        </p:txBody>
      </p:sp>
      <p:sp>
        <p:nvSpPr>
          <p:cNvPr id="111" name="Google Shape;111;p14"/>
          <p:cNvSpPr/>
          <p:nvPr/>
        </p:nvSpPr>
        <p:spPr>
          <a:xfrm>
            <a:off x="206976" y="7173388"/>
            <a:ext cx="2879976" cy="333208"/>
          </a:xfrm>
          <a:custGeom>
            <a:avLst/>
            <a:gdLst/>
            <a:ahLst/>
            <a:cxnLst/>
            <a:rect l="l" t="t" r="r" b="b"/>
            <a:pathLst>
              <a:path w="75403" h="8724" extrusionOk="0">
                <a:moveTo>
                  <a:pt x="0" y="5974"/>
                </a:moveTo>
                <a:cubicBezTo>
                  <a:pt x="1858" y="4116"/>
                  <a:pt x="4258" y="1454"/>
                  <a:pt x="6823" y="2024"/>
                </a:cubicBezTo>
                <a:cubicBezTo>
                  <a:pt x="9160" y="2543"/>
                  <a:pt x="8990" y="8839"/>
                  <a:pt x="11131" y="7769"/>
                </a:cubicBezTo>
                <a:cubicBezTo>
                  <a:pt x="14092" y="6289"/>
                  <a:pt x="14633" y="-1251"/>
                  <a:pt x="17594" y="229"/>
                </a:cubicBezTo>
                <a:cubicBezTo>
                  <a:pt x="20422" y="1643"/>
                  <a:pt x="19326" y="7313"/>
                  <a:pt x="22262" y="8487"/>
                </a:cubicBezTo>
                <a:cubicBezTo>
                  <a:pt x="24640" y="9438"/>
                  <a:pt x="25805" y="3819"/>
                  <a:pt x="28366" y="3819"/>
                </a:cubicBezTo>
                <a:cubicBezTo>
                  <a:pt x="30404" y="3819"/>
                  <a:pt x="31016" y="8057"/>
                  <a:pt x="33034" y="7769"/>
                </a:cubicBezTo>
                <a:cubicBezTo>
                  <a:pt x="41264" y="6594"/>
                  <a:pt x="49608" y="3530"/>
                  <a:pt x="57809" y="4897"/>
                </a:cubicBezTo>
                <a:cubicBezTo>
                  <a:pt x="59702" y="5212"/>
                  <a:pt x="61772" y="4544"/>
                  <a:pt x="63554" y="5256"/>
                </a:cubicBezTo>
                <a:cubicBezTo>
                  <a:pt x="64735" y="5728"/>
                  <a:pt x="64860" y="8530"/>
                  <a:pt x="66067" y="8128"/>
                </a:cubicBezTo>
                <a:cubicBezTo>
                  <a:pt x="68053" y="7466"/>
                  <a:pt x="69400" y="5308"/>
                  <a:pt x="71453" y="4897"/>
                </a:cubicBezTo>
                <a:cubicBezTo>
                  <a:pt x="72749" y="4638"/>
                  <a:pt x="74467" y="6190"/>
                  <a:pt x="75403" y="5256"/>
                </a:cubicBezTo>
              </a:path>
            </a:pathLst>
          </a:custGeom>
          <a:noFill/>
          <a:ln w="9525" cap="flat" cmpd="sng">
            <a:solidFill>
              <a:schemeClr val="dk2"/>
            </a:solidFill>
            <a:prstDash val="solid"/>
            <a:round/>
            <a:headEnd type="none" w="med" len="med"/>
            <a:tailEnd type="none" w="med" len="med"/>
          </a:ln>
        </p:spPr>
        <p:txBody>
          <a:bodyPr/>
          <a:lstStyle/>
          <a:p>
            <a:endParaRPr lang="en-US" sz="1833" dirty="0"/>
          </a:p>
        </p:txBody>
      </p:sp>
      <p:sp>
        <p:nvSpPr>
          <p:cNvPr id="112" name="Google Shape;112;p14"/>
          <p:cNvSpPr/>
          <p:nvPr/>
        </p:nvSpPr>
        <p:spPr>
          <a:xfrm>
            <a:off x="206976" y="7639360"/>
            <a:ext cx="2879976" cy="333208"/>
          </a:xfrm>
          <a:custGeom>
            <a:avLst/>
            <a:gdLst/>
            <a:ahLst/>
            <a:cxnLst/>
            <a:rect l="l" t="t" r="r" b="b"/>
            <a:pathLst>
              <a:path w="75403" h="8724" extrusionOk="0">
                <a:moveTo>
                  <a:pt x="0" y="5974"/>
                </a:moveTo>
                <a:cubicBezTo>
                  <a:pt x="1858" y="4116"/>
                  <a:pt x="4258" y="1454"/>
                  <a:pt x="6823" y="2024"/>
                </a:cubicBezTo>
                <a:cubicBezTo>
                  <a:pt x="9160" y="2543"/>
                  <a:pt x="8990" y="8839"/>
                  <a:pt x="11131" y="7769"/>
                </a:cubicBezTo>
                <a:cubicBezTo>
                  <a:pt x="14092" y="6289"/>
                  <a:pt x="14633" y="-1251"/>
                  <a:pt x="17594" y="229"/>
                </a:cubicBezTo>
                <a:cubicBezTo>
                  <a:pt x="20422" y="1643"/>
                  <a:pt x="19326" y="7313"/>
                  <a:pt x="22262" y="8487"/>
                </a:cubicBezTo>
                <a:cubicBezTo>
                  <a:pt x="24640" y="9438"/>
                  <a:pt x="25805" y="3819"/>
                  <a:pt x="28366" y="3819"/>
                </a:cubicBezTo>
                <a:cubicBezTo>
                  <a:pt x="30404" y="3819"/>
                  <a:pt x="31016" y="8057"/>
                  <a:pt x="33034" y="7769"/>
                </a:cubicBezTo>
                <a:cubicBezTo>
                  <a:pt x="41264" y="6594"/>
                  <a:pt x="49608" y="3530"/>
                  <a:pt x="57809" y="4897"/>
                </a:cubicBezTo>
                <a:cubicBezTo>
                  <a:pt x="59702" y="5212"/>
                  <a:pt x="61772" y="4544"/>
                  <a:pt x="63554" y="5256"/>
                </a:cubicBezTo>
                <a:cubicBezTo>
                  <a:pt x="64735" y="5728"/>
                  <a:pt x="64860" y="8530"/>
                  <a:pt x="66067" y="8128"/>
                </a:cubicBezTo>
                <a:cubicBezTo>
                  <a:pt x="68053" y="7466"/>
                  <a:pt x="69400" y="5308"/>
                  <a:pt x="71453" y="4897"/>
                </a:cubicBezTo>
                <a:cubicBezTo>
                  <a:pt x="72749" y="4638"/>
                  <a:pt x="74467" y="6190"/>
                  <a:pt x="75403" y="5256"/>
                </a:cubicBezTo>
              </a:path>
            </a:pathLst>
          </a:custGeom>
          <a:noFill/>
          <a:ln w="9525" cap="flat" cmpd="sng">
            <a:solidFill>
              <a:schemeClr val="dk2"/>
            </a:solidFill>
            <a:prstDash val="solid"/>
            <a:round/>
            <a:headEnd type="none" w="med" len="med"/>
            <a:tailEnd type="none" w="med" len="med"/>
          </a:ln>
        </p:spPr>
        <p:txBody>
          <a:bodyPr/>
          <a:lstStyle/>
          <a:p>
            <a:endParaRPr lang="en-US" sz="1833" dirty="0"/>
          </a:p>
        </p:txBody>
      </p:sp>
      <p:sp>
        <p:nvSpPr>
          <p:cNvPr id="113" name="Google Shape;113;p14"/>
          <p:cNvSpPr/>
          <p:nvPr/>
        </p:nvSpPr>
        <p:spPr>
          <a:xfrm>
            <a:off x="179667" y="8105332"/>
            <a:ext cx="2879976" cy="333208"/>
          </a:xfrm>
          <a:custGeom>
            <a:avLst/>
            <a:gdLst/>
            <a:ahLst/>
            <a:cxnLst/>
            <a:rect l="l" t="t" r="r" b="b"/>
            <a:pathLst>
              <a:path w="75403" h="8724" extrusionOk="0">
                <a:moveTo>
                  <a:pt x="0" y="5974"/>
                </a:moveTo>
                <a:cubicBezTo>
                  <a:pt x="1858" y="4116"/>
                  <a:pt x="4258" y="1454"/>
                  <a:pt x="6823" y="2024"/>
                </a:cubicBezTo>
                <a:cubicBezTo>
                  <a:pt x="9160" y="2543"/>
                  <a:pt x="8990" y="8839"/>
                  <a:pt x="11131" y="7769"/>
                </a:cubicBezTo>
                <a:cubicBezTo>
                  <a:pt x="14092" y="6289"/>
                  <a:pt x="14633" y="-1251"/>
                  <a:pt x="17594" y="229"/>
                </a:cubicBezTo>
                <a:cubicBezTo>
                  <a:pt x="20422" y="1643"/>
                  <a:pt x="19326" y="7313"/>
                  <a:pt x="22262" y="8487"/>
                </a:cubicBezTo>
                <a:cubicBezTo>
                  <a:pt x="24640" y="9438"/>
                  <a:pt x="25805" y="3819"/>
                  <a:pt x="28366" y="3819"/>
                </a:cubicBezTo>
                <a:cubicBezTo>
                  <a:pt x="30404" y="3819"/>
                  <a:pt x="31016" y="8057"/>
                  <a:pt x="33034" y="7769"/>
                </a:cubicBezTo>
                <a:cubicBezTo>
                  <a:pt x="41264" y="6594"/>
                  <a:pt x="49608" y="3530"/>
                  <a:pt x="57809" y="4897"/>
                </a:cubicBezTo>
                <a:cubicBezTo>
                  <a:pt x="59702" y="5212"/>
                  <a:pt x="61772" y="4544"/>
                  <a:pt x="63554" y="5256"/>
                </a:cubicBezTo>
                <a:cubicBezTo>
                  <a:pt x="64735" y="5728"/>
                  <a:pt x="64860" y="8530"/>
                  <a:pt x="66067" y="8128"/>
                </a:cubicBezTo>
                <a:cubicBezTo>
                  <a:pt x="68053" y="7466"/>
                  <a:pt x="69400" y="5308"/>
                  <a:pt x="71453" y="4897"/>
                </a:cubicBezTo>
                <a:cubicBezTo>
                  <a:pt x="72749" y="4638"/>
                  <a:pt x="74467" y="6190"/>
                  <a:pt x="75403" y="5256"/>
                </a:cubicBezTo>
              </a:path>
            </a:pathLst>
          </a:custGeom>
          <a:noFill/>
          <a:ln w="9525" cap="flat" cmpd="sng">
            <a:solidFill>
              <a:schemeClr val="dk2"/>
            </a:solidFill>
            <a:prstDash val="solid"/>
            <a:round/>
            <a:headEnd type="none" w="med" len="med"/>
            <a:tailEnd type="none" w="med" len="med"/>
          </a:ln>
        </p:spPr>
        <p:txBody>
          <a:bodyPr/>
          <a:lstStyle/>
          <a:p>
            <a:endParaRPr lang="en-US" sz="1833" dirty="0"/>
          </a:p>
        </p:txBody>
      </p:sp>
      <p:sp>
        <p:nvSpPr>
          <p:cNvPr id="114" name="Google Shape;114;p14"/>
          <p:cNvSpPr txBox="1"/>
          <p:nvPr/>
        </p:nvSpPr>
        <p:spPr>
          <a:xfrm>
            <a:off x="4132295" y="1791868"/>
            <a:ext cx="2852667" cy="754417"/>
          </a:xfrm>
          <a:prstGeom prst="rect">
            <a:avLst/>
          </a:prstGeom>
          <a:noFill/>
          <a:ln>
            <a:noFill/>
          </a:ln>
        </p:spPr>
        <p:txBody>
          <a:bodyPr spcFirstLastPara="1" wrap="square" lIns="139677" tIns="139677" rIns="139677" bIns="139677" anchor="t" anchorCtr="0">
            <a:noAutofit/>
          </a:bodyPr>
          <a:lstStyle/>
          <a:p>
            <a:pPr>
              <a:spcBef>
                <a:spcPts val="0"/>
              </a:spcBef>
            </a:pPr>
            <a:r>
              <a:rPr lang="en" sz="2750" dirty="0">
                <a:solidFill>
                  <a:schemeClr val="dk2"/>
                </a:solidFill>
              </a:rPr>
              <a:t>Diagram</a:t>
            </a:r>
            <a:endParaRPr sz="2750" dirty="0">
              <a:solidFill>
                <a:schemeClr val="dk2"/>
              </a:solidFill>
            </a:endParaRPr>
          </a:p>
        </p:txBody>
      </p:sp>
      <p:sp>
        <p:nvSpPr>
          <p:cNvPr id="115" name="Google Shape;115;p14"/>
          <p:cNvSpPr txBox="1"/>
          <p:nvPr/>
        </p:nvSpPr>
        <p:spPr>
          <a:xfrm>
            <a:off x="9163191" y="1791868"/>
            <a:ext cx="3329792" cy="754417"/>
          </a:xfrm>
          <a:prstGeom prst="rect">
            <a:avLst/>
          </a:prstGeom>
          <a:noFill/>
          <a:ln>
            <a:noFill/>
          </a:ln>
        </p:spPr>
        <p:txBody>
          <a:bodyPr spcFirstLastPara="1" wrap="square" lIns="139677" tIns="139677" rIns="139677" bIns="139677" anchor="t" anchorCtr="0">
            <a:noAutofit/>
          </a:bodyPr>
          <a:lstStyle/>
          <a:p>
            <a:pPr>
              <a:spcBef>
                <a:spcPts val="0"/>
              </a:spcBef>
            </a:pPr>
            <a:r>
              <a:rPr lang="en" sz="2750" dirty="0">
                <a:solidFill>
                  <a:schemeClr val="dk2"/>
                </a:solidFill>
              </a:rPr>
              <a:t>Related Vignettes</a:t>
            </a:r>
            <a:endParaRPr sz="2750" dirty="0">
              <a:solidFill>
                <a:schemeClr val="dk2"/>
              </a:solidFill>
            </a:endParaRPr>
          </a:p>
        </p:txBody>
      </p:sp>
      <p:sp>
        <p:nvSpPr>
          <p:cNvPr id="116" name="Google Shape;116;p14"/>
          <p:cNvSpPr/>
          <p:nvPr/>
        </p:nvSpPr>
        <p:spPr>
          <a:xfrm>
            <a:off x="9252872" y="2381092"/>
            <a:ext cx="2879976" cy="333208"/>
          </a:xfrm>
          <a:custGeom>
            <a:avLst/>
            <a:gdLst/>
            <a:ahLst/>
            <a:cxnLst/>
            <a:rect l="l" t="t" r="r" b="b"/>
            <a:pathLst>
              <a:path w="75403" h="8724" extrusionOk="0">
                <a:moveTo>
                  <a:pt x="0" y="5974"/>
                </a:moveTo>
                <a:cubicBezTo>
                  <a:pt x="1858" y="4116"/>
                  <a:pt x="4258" y="1454"/>
                  <a:pt x="6823" y="2024"/>
                </a:cubicBezTo>
                <a:cubicBezTo>
                  <a:pt x="9160" y="2543"/>
                  <a:pt x="8990" y="8839"/>
                  <a:pt x="11131" y="7769"/>
                </a:cubicBezTo>
                <a:cubicBezTo>
                  <a:pt x="14092" y="6289"/>
                  <a:pt x="14633" y="-1251"/>
                  <a:pt x="17594" y="229"/>
                </a:cubicBezTo>
                <a:cubicBezTo>
                  <a:pt x="20422" y="1643"/>
                  <a:pt x="19326" y="7313"/>
                  <a:pt x="22262" y="8487"/>
                </a:cubicBezTo>
                <a:cubicBezTo>
                  <a:pt x="24640" y="9438"/>
                  <a:pt x="25805" y="3819"/>
                  <a:pt x="28366" y="3819"/>
                </a:cubicBezTo>
                <a:cubicBezTo>
                  <a:pt x="30404" y="3819"/>
                  <a:pt x="31016" y="8057"/>
                  <a:pt x="33034" y="7769"/>
                </a:cubicBezTo>
                <a:cubicBezTo>
                  <a:pt x="41264" y="6594"/>
                  <a:pt x="49608" y="3530"/>
                  <a:pt x="57809" y="4897"/>
                </a:cubicBezTo>
                <a:cubicBezTo>
                  <a:pt x="59702" y="5212"/>
                  <a:pt x="61772" y="4544"/>
                  <a:pt x="63554" y="5256"/>
                </a:cubicBezTo>
                <a:cubicBezTo>
                  <a:pt x="64735" y="5728"/>
                  <a:pt x="64860" y="8530"/>
                  <a:pt x="66067" y="8128"/>
                </a:cubicBezTo>
                <a:cubicBezTo>
                  <a:pt x="68053" y="7466"/>
                  <a:pt x="69400" y="5308"/>
                  <a:pt x="71453" y="4897"/>
                </a:cubicBezTo>
                <a:cubicBezTo>
                  <a:pt x="72749" y="4638"/>
                  <a:pt x="74467" y="6190"/>
                  <a:pt x="75403" y="5256"/>
                </a:cubicBezTo>
              </a:path>
            </a:pathLst>
          </a:custGeom>
          <a:noFill/>
          <a:ln w="9525" cap="flat" cmpd="sng">
            <a:solidFill>
              <a:schemeClr val="dk2"/>
            </a:solidFill>
            <a:prstDash val="solid"/>
            <a:round/>
            <a:headEnd type="none" w="med" len="med"/>
            <a:tailEnd type="none" w="med" len="med"/>
          </a:ln>
        </p:spPr>
        <p:txBody>
          <a:bodyPr/>
          <a:lstStyle/>
          <a:p>
            <a:endParaRPr lang="en-US" sz="1833" dirty="0"/>
          </a:p>
        </p:txBody>
      </p:sp>
      <p:sp>
        <p:nvSpPr>
          <p:cNvPr id="117" name="Google Shape;117;p14"/>
          <p:cNvSpPr/>
          <p:nvPr/>
        </p:nvSpPr>
        <p:spPr>
          <a:xfrm>
            <a:off x="9252872" y="2826345"/>
            <a:ext cx="2879976" cy="333208"/>
          </a:xfrm>
          <a:custGeom>
            <a:avLst/>
            <a:gdLst/>
            <a:ahLst/>
            <a:cxnLst/>
            <a:rect l="l" t="t" r="r" b="b"/>
            <a:pathLst>
              <a:path w="75403" h="8724" extrusionOk="0">
                <a:moveTo>
                  <a:pt x="0" y="5974"/>
                </a:moveTo>
                <a:cubicBezTo>
                  <a:pt x="1858" y="4116"/>
                  <a:pt x="4258" y="1454"/>
                  <a:pt x="6823" y="2024"/>
                </a:cubicBezTo>
                <a:cubicBezTo>
                  <a:pt x="9160" y="2543"/>
                  <a:pt x="8990" y="8839"/>
                  <a:pt x="11131" y="7769"/>
                </a:cubicBezTo>
                <a:cubicBezTo>
                  <a:pt x="14092" y="6289"/>
                  <a:pt x="14633" y="-1251"/>
                  <a:pt x="17594" y="229"/>
                </a:cubicBezTo>
                <a:cubicBezTo>
                  <a:pt x="20422" y="1643"/>
                  <a:pt x="19326" y="7313"/>
                  <a:pt x="22262" y="8487"/>
                </a:cubicBezTo>
                <a:cubicBezTo>
                  <a:pt x="24640" y="9438"/>
                  <a:pt x="25805" y="3819"/>
                  <a:pt x="28366" y="3819"/>
                </a:cubicBezTo>
                <a:cubicBezTo>
                  <a:pt x="30404" y="3819"/>
                  <a:pt x="31016" y="8057"/>
                  <a:pt x="33034" y="7769"/>
                </a:cubicBezTo>
                <a:cubicBezTo>
                  <a:pt x="41264" y="6594"/>
                  <a:pt x="49608" y="3530"/>
                  <a:pt x="57809" y="4897"/>
                </a:cubicBezTo>
                <a:cubicBezTo>
                  <a:pt x="59702" y="5212"/>
                  <a:pt x="61772" y="4544"/>
                  <a:pt x="63554" y="5256"/>
                </a:cubicBezTo>
                <a:cubicBezTo>
                  <a:pt x="64735" y="5728"/>
                  <a:pt x="64860" y="8530"/>
                  <a:pt x="66067" y="8128"/>
                </a:cubicBezTo>
                <a:cubicBezTo>
                  <a:pt x="68053" y="7466"/>
                  <a:pt x="69400" y="5308"/>
                  <a:pt x="71453" y="4897"/>
                </a:cubicBezTo>
                <a:cubicBezTo>
                  <a:pt x="72749" y="4638"/>
                  <a:pt x="74467" y="6190"/>
                  <a:pt x="75403" y="5256"/>
                </a:cubicBezTo>
              </a:path>
            </a:pathLst>
          </a:custGeom>
          <a:noFill/>
          <a:ln w="9525" cap="flat" cmpd="sng">
            <a:solidFill>
              <a:schemeClr val="dk2"/>
            </a:solidFill>
            <a:prstDash val="solid"/>
            <a:round/>
            <a:headEnd type="none" w="med" len="med"/>
            <a:tailEnd type="none" w="med" len="med"/>
          </a:ln>
        </p:spPr>
        <p:txBody>
          <a:bodyPr/>
          <a:lstStyle/>
          <a:p>
            <a:endParaRPr lang="en-US" sz="1833" dirty="0"/>
          </a:p>
        </p:txBody>
      </p:sp>
      <p:sp>
        <p:nvSpPr>
          <p:cNvPr id="118" name="Google Shape;118;p14"/>
          <p:cNvSpPr/>
          <p:nvPr/>
        </p:nvSpPr>
        <p:spPr>
          <a:xfrm>
            <a:off x="9252872" y="3271558"/>
            <a:ext cx="2879976" cy="333208"/>
          </a:xfrm>
          <a:custGeom>
            <a:avLst/>
            <a:gdLst/>
            <a:ahLst/>
            <a:cxnLst/>
            <a:rect l="l" t="t" r="r" b="b"/>
            <a:pathLst>
              <a:path w="75403" h="8724" extrusionOk="0">
                <a:moveTo>
                  <a:pt x="0" y="5974"/>
                </a:moveTo>
                <a:cubicBezTo>
                  <a:pt x="1858" y="4116"/>
                  <a:pt x="4258" y="1454"/>
                  <a:pt x="6823" y="2024"/>
                </a:cubicBezTo>
                <a:cubicBezTo>
                  <a:pt x="9160" y="2543"/>
                  <a:pt x="8990" y="8839"/>
                  <a:pt x="11131" y="7769"/>
                </a:cubicBezTo>
                <a:cubicBezTo>
                  <a:pt x="14092" y="6289"/>
                  <a:pt x="14633" y="-1251"/>
                  <a:pt x="17594" y="229"/>
                </a:cubicBezTo>
                <a:cubicBezTo>
                  <a:pt x="20422" y="1643"/>
                  <a:pt x="19326" y="7313"/>
                  <a:pt x="22262" y="8487"/>
                </a:cubicBezTo>
                <a:cubicBezTo>
                  <a:pt x="24640" y="9438"/>
                  <a:pt x="25805" y="3819"/>
                  <a:pt x="28366" y="3819"/>
                </a:cubicBezTo>
                <a:cubicBezTo>
                  <a:pt x="30404" y="3819"/>
                  <a:pt x="31016" y="8057"/>
                  <a:pt x="33034" y="7769"/>
                </a:cubicBezTo>
                <a:cubicBezTo>
                  <a:pt x="41264" y="6594"/>
                  <a:pt x="49608" y="3530"/>
                  <a:pt x="57809" y="4897"/>
                </a:cubicBezTo>
                <a:cubicBezTo>
                  <a:pt x="59702" y="5212"/>
                  <a:pt x="61772" y="4544"/>
                  <a:pt x="63554" y="5256"/>
                </a:cubicBezTo>
                <a:cubicBezTo>
                  <a:pt x="64735" y="5728"/>
                  <a:pt x="64860" y="8530"/>
                  <a:pt x="66067" y="8128"/>
                </a:cubicBezTo>
                <a:cubicBezTo>
                  <a:pt x="68053" y="7466"/>
                  <a:pt x="69400" y="5308"/>
                  <a:pt x="71453" y="4897"/>
                </a:cubicBezTo>
                <a:cubicBezTo>
                  <a:pt x="72749" y="4638"/>
                  <a:pt x="74467" y="6190"/>
                  <a:pt x="75403" y="5256"/>
                </a:cubicBezTo>
              </a:path>
            </a:pathLst>
          </a:custGeom>
          <a:noFill/>
          <a:ln w="9525" cap="flat" cmpd="sng">
            <a:solidFill>
              <a:schemeClr val="dk2"/>
            </a:solidFill>
            <a:prstDash val="solid"/>
            <a:round/>
            <a:headEnd type="none" w="med" len="med"/>
            <a:tailEnd type="none" w="med" len="med"/>
          </a:ln>
        </p:spPr>
        <p:txBody>
          <a:bodyPr/>
          <a:lstStyle/>
          <a:p>
            <a:endParaRPr lang="en-US" sz="1833" dirty="0"/>
          </a:p>
        </p:txBody>
      </p:sp>
      <p:sp>
        <p:nvSpPr>
          <p:cNvPr id="119" name="Google Shape;119;p14"/>
          <p:cNvSpPr txBox="1"/>
          <p:nvPr/>
        </p:nvSpPr>
        <p:spPr>
          <a:xfrm>
            <a:off x="9252871" y="3762167"/>
            <a:ext cx="3329792" cy="1087625"/>
          </a:xfrm>
          <a:prstGeom prst="rect">
            <a:avLst/>
          </a:prstGeom>
          <a:noFill/>
          <a:ln>
            <a:noFill/>
          </a:ln>
        </p:spPr>
        <p:txBody>
          <a:bodyPr spcFirstLastPara="1" wrap="square" lIns="139677" tIns="139677" rIns="139677" bIns="139677" anchor="t" anchorCtr="0">
            <a:noAutofit/>
          </a:bodyPr>
          <a:lstStyle/>
          <a:p>
            <a:pPr>
              <a:spcBef>
                <a:spcPts val="0"/>
              </a:spcBef>
            </a:pPr>
            <a:r>
              <a:rPr lang="en" sz="2750" dirty="0">
                <a:solidFill>
                  <a:schemeClr val="dk2"/>
                </a:solidFill>
              </a:rPr>
              <a:t>Weight Integration Example</a:t>
            </a:r>
            <a:endParaRPr sz="2750" dirty="0">
              <a:solidFill>
                <a:schemeClr val="dk2"/>
              </a:solidFill>
            </a:endParaRPr>
          </a:p>
        </p:txBody>
      </p:sp>
      <p:sp>
        <p:nvSpPr>
          <p:cNvPr id="120" name="Google Shape;120;p14"/>
          <p:cNvSpPr/>
          <p:nvPr/>
        </p:nvSpPr>
        <p:spPr>
          <a:xfrm>
            <a:off x="9388119" y="4849790"/>
            <a:ext cx="2879976" cy="333208"/>
          </a:xfrm>
          <a:custGeom>
            <a:avLst/>
            <a:gdLst/>
            <a:ahLst/>
            <a:cxnLst/>
            <a:rect l="l" t="t" r="r" b="b"/>
            <a:pathLst>
              <a:path w="75403" h="8724" extrusionOk="0">
                <a:moveTo>
                  <a:pt x="0" y="5974"/>
                </a:moveTo>
                <a:cubicBezTo>
                  <a:pt x="1858" y="4116"/>
                  <a:pt x="4258" y="1454"/>
                  <a:pt x="6823" y="2024"/>
                </a:cubicBezTo>
                <a:cubicBezTo>
                  <a:pt x="9160" y="2543"/>
                  <a:pt x="8990" y="8839"/>
                  <a:pt x="11131" y="7769"/>
                </a:cubicBezTo>
                <a:cubicBezTo>
                  <a:pt x="14092" y="6289"/>
                  <a:pt x="14633" y="-1251"/>
                  <a:pt x="17594" y="229"/>
                </a:cubicBezTo>
                <a:cubicBezTo>
                  <a:pt x="20422" y="1643"/>
                  <a:pt x="19326" y="7313"/>
                  <a:pt x="22262" y="8487"/>
                </a:cubicBezTo>
                <a:cubicBezTo>
                  <a:pt x="24640" y="9438"/>
                  <a:pt x="25805" y="3819"/>
                  <a:pt x="28366" y="3819"/>
                </a:cubicBezTo>
                <a:cubicBezTo>
                  <a:pt x="30404" y="3819"/>
                  <a:pt x="31016" y="8057"/>
                  <a:pt x="33034" y="7769"/>
                </a:cubicBezTo>
                <a:cubicBezTo>
                  <a:pt x="41264" y="6594"/>
                  <a:pt x="49608" y="3530"/>
                  <a:pt x="57809" y="4897"/>
                </a:cubicBezTo>
                <a:cubicBezTo>
                  <a:pt x="59702" y="5212"/>
                  <a:pt x="61772" y="4544"/>
                  <a:pt x="63554" y="5256"/>
                </a:cubicBezTo>
                <a:cubicBezTo>
                  <a:pt x="64735" y="5728"/>
                  <a:pt x="64860" y="8530"/>
                  <a:pt x="66067" y="8128"/>
                </a:cubicBezTo>
                <a:cubicBezTo>
                  <a:pt x="68053" y="7466"/>
                  <a:pt x="69400" y="5308"/>
                  <a:pt x="71453" y="4897"/>
                </a:cubicBezTo>
                <a:cubicBezTo>
                  <a:pt x="72749" y="4638"/>
                  <a:pt x="74467" y="6190"/>
                  <a:pt x="75403" y="5256"/>
                </a:cubicBezTo>
              </a:path>
            </a:pathLst>
          </a:custGeom>
          <a:noFill/>
          <a:ln w="9525" cap="flat" cmpd="sng">
            <a:solidFill>
              <a:schemeClr val="dk2"/>
            </a:solidFill>
            <a:prstDash val="solid"/>
            <a:round/>
            <a:headEnd type="none" w="med" len="med"/>
            <a:tailEnd type="none" w="med" len="med"/>
          </a:ln>
        </p:spPr>
        <p:txBody>
          <a:bodyPr/>
          <a:lstStyle/>
          <a:p>
            <a:endParaRPr lang="en-US" sz="1833" dirty="0"/>
          </a:p>
        </p:txBody>
      </p:sp>
      <p:sp>
        <p:nvSpPr>
          <p:cNvPr id="121" name="Google Shape;121;p14"/>
          <p:cNvSpPr/>
          <p:nvPr/>
        </p:nvSpPr>
        <p:spPr>
          <a:xfrm>
            <a:off x="9388119" y="5278790"/>
            <a:ext cx="2879976" cy="333208"/>
          </a:xfrm>
          <a:custGeom>
            <a:avLst/>
            <a:gdLst/>
            <a:ahLst/>
            <a:cxnLst/>
            <a:rect l="l" t="t" r="r" b="b"/>
            <a:pathLst>
              <a:path w="75403" h="8724" extrusionOk="0">
                <a:moveTo>
                  <a:pt x="0" y="5974"/>
                </a:moveTo>
                <a:cubicBezTo>
                  <a:pt x="1858" y="4116"/>
                  <a:pt x="4258" y="1454"/>
                  <a:pt x="6823" y="2024"/>
                </a:cubicBezTo>
                <a:cubicBezTo>
                  <a:pt x="9160" y="2543"/>
                  <a:pt x="8990" y="8839"/>
                  <a:pt x="11131" y="7769"/>
                </a:cubicBezTo>
                <a:cubicBezTo>
                  <a:pt x="14092" y="6289"/>
                  <a:pt x="14633" y="-1251"/>
                  <a:pt x="17594" y="229"/>
                </a:cubicBezTo>
                <a:cubicBezTo>
                  <a:pt x="20422" y="1643"/>
                  <a:pt x="19326" y="7313"/>
                  <a:pt x="22262" y="8487"/>
                </a:cubicBezTo>
                <a:cubicBezTo>
                  <a:pt x="24640" y="9438"/>
                  <a:pt x="25805" y="3819"/>
                  <a:pt x="28366" y="3819"/>
                </a:cubicBezTo>
                <a:cubicBezTo>
                  <a:pt x="30404" y="3819"/>
                  <a:pt x="31016" y="8057"/>
                  <a:pt x="33034" y="7769"/>
                </a:cubicBezTo>
                <a:cubicBezTo>
                  <a:pt x="41264" y="6594"/>
                  <a:pt x="49608" y="3530"/>
                  <a:pt x="57809" y="4897"/>
                </a:cubicBezTo>
                <a:cubicBezTo>
                  <a:pt x="59702" y="5212"/>
                  <a:pt x="61772" y="4544"/>
                  <a:pt x="63554" y="5256"/>
                </a:cubicBezTo>
                <a:cubicBezTo>
                  <a:pt x="64735" y="5728"/>
                  <a:pt x="64860" y="8530"/>
                  <a:pt x="66067" y="8128"/>
                </a:cubicBezTo>
                <a:cubicBezTo>
                  <a:pt x="68053" y="7466"/>
                  <a:pt x="69400" y="5308"/>
                  <a:pt x="71453" y="4897"/>
                </a:cubicBezTo>
                <a:cubicBezTo>
                  <a:pt x="72749" y="4638"/>
                  <a:pt x="74467" y="6190"/>
                  <a:pt x="75403" y="5256"/>
                </a:cubicBezTo>
              </a:path>
            </a:pathLst>
          </a:custGeom>
          <a:noFill/>
          <a:ln w="9525" cap="flat" cmpd="sng">
            <a:solidFill>
              <a:schemeClr val="dk2"/>
            </a:solidFill>
            <a:prstDash val="solid"/>
            <a:round/>
            <a:headEnd type="none" w="med" len="med"/>
            <a:tailEnd type="none" w="med" len="med"/>
          </a:ln>
        </p:spPr>
        <p:txBody>
          <a:bodyPr/>
          <a:lstStyle/>
          <a:p>
            <a:endParaRPr lang="en-US" sz="1833" dirty="0"/>
          </a:p>
        </p:txBody>
      </p:sp>
      <p:sp>
        <p:nvSpPr>
          <p:cNvPr id="122" name="Google Shape;122;p14"/>
          <p:cNvSpPr/>
          <p:nvPr/>
        </p:nvSpPr>
        <p:spPr>
          <a:xfrm>
            <a:off x="9415428" y="5744228"/>
            <a:ext cx="2879976" cy="333208"/>
          </a:xfrm>
          <a:custGeom>
            <a:avLst/>
            <a:gdLst/>
            <a:ahLst/>
            <a:cxnLst/>
            <a:rect l="l" t="t" r="r" b="b"/>
            <a:pathLst>
              <a:path w="75403" h="8724" extrusionOk="0">
                <a:moveTo>
                  <a:pt x="0" y="5974"/>
                </a:moveTo>
                <a:cubicBezTo>
                  <a:pt x="1858" y="4116"/>
                  <a:pt x="4258" y="1454"/>
                  <a:pt x="6823" y="2024"/>
                </a:cubicBezTo>
                <a:cubicBezTo>
                  <a:pt x="9160" y="2543"/>
                  <a:pt x="8990" y="8839"/>
                  <a:pt x="11131" y="7769"/>
                </a:cubicBezTo>
                <a:cubicBezTo>
                  <a:pt x="14092" y="6289"/>
                  <a:pt x="14633" y="-1251"/>
                  <a:pt x="17594" y="229"/>
                </a:cubicBezTo>
                <a:cubicBezTo>
                  <a:pt x="20422" y="1643"/>
                  <a:pt x="19326" y="7313"/>
                  <a:pt x="22262" y="8487"/>
                </a:cubicBezTo>
                <a:cubicBezTo>
                  <a:pt x="24640" y="9438"/>
                  <a:pt x="25805" y="3819"/>
                  <a:pt x="28366" y="3819"/>
                </a:cubicBezTo>
                <a:cubicBezTo>
                  <a:pt x="30404" y="3819"/>
                  <a:pt x="31016" y="8057"/>
                  <a:pt x="33034" y="7769"/>
                </a:cubicBezTo>
                <a:cubicBezTo>
                  <a:pt x="41264" y="6594"/>
                  <a:pt x="49608" y="3530"/>
                  <a:pt x="57809" y="4897"/>
                </a:cubicBezTo>
                <a:cubicBezTo>
                  <a:pt x="59702" y="5212"/>
                  <a:pt x="61772" y="4544"/>
                  <a:pt x="63554" y="5256"/>
                </a:cubicBezTo>
                <a:cubicBezTo>
                  <a:pt x="64735" y="5728"/>
                  <a:pt x="64860" y="8530"/>
                  <a:pt x="66067" y="8128"/>
                </a:cubicBezTo>
                <a:cubicBezTo>
                  <a:pt x="68053" y="7466"/>
                  <a:pt x="69400" y="5308"/>
                  <a:pt x="71453" y="4897"/>
                </a:cubicBezTo>
                <a:cubicBezTo>
                  <a:pt x="72749" y="4638"/>
                  <a:pt x="74467" y="6190"/>
                  <a:pt x="75403" y="5256"/>
                </a:cubicBezTo>
              </a:path>
            </a:pathLst>
          </a:custGeom>
          <a:noFill/>
          <a:ln w="9525" cap="flat" cmpd="sng">
            <a:solidFill>
              <a:schemeClr val="dk2"/>
            </a:solidFill>
            <a:prstDash val="solid"/>
            <a:round/>
            <a:headEnd type="none" w="med" len="med"/>
            <a:tailEnd type="none" w="med" len="med"/>
          </a:ln>
        </p:spPr>
        <p:txBody>
          <a:bodyPr/>
          <a:lstStyle/>
          <a:p>
            <a:endParaRPr lang="en-US" sz="1833" dirty="0"/>
          </a:p>
        </p:txBody>
      </p:sp>
      <p:sp>
        <p:nvSpPr>
          <p:cNvPr id="123" name="Google Shape;123;p14"/>
          <p:cNvSpPr/>
          <p:nvPr/>
        </p:nvSpPr>
        <p:spPr>
          <a:xfrm>
            <a:off x="9511677" y="6638667"/>
            <a:ext cx="532125" cy="532125"/>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spcBef>
                <a:spcPts val="0"/>
              </a:spcBef>
            </a:pPr>
            <a:endParaRPr sz="1833" dirty="0"/>
          </a:p>
        </p:txBody>
      </p:sp>
      <p:sp>
        <p:nvSpPr>
          <p:cNvPr id="124" name="Google Shape;124;p14"/>
          <p:cNvSpPr/>
          <p:nvPr/>
        </p:nvSpPr>
        <p:spPr>
          <a:xfrm>
            <a:off x="10773049" y="7486507"/>
            <a:ext cx="532125" cy="532125"/>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spcBef>
                <a:spcPts val="0"/>
              </a:spcBef>
            </a:pPr>
            <a:endParaRPr sz="1833" dirty="0"/>
          </a:p>
        </p:txBody>
      </p:sp>
      <p:sp>
        <p:nvSpPr>
          <p:cNvPr id="125" name="Google Shape;125;p14"/>
          <p:cNvSpPr/>
          <p:nvPr/>
        </p:nvSpPr>
        <p:spPr>
          <a:xfrm>
            <a:off x="9415427" y="8051938"/>
            <a:ext cx="532125" cy="532125"/>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spcBef>
                <a:spcPts val="0"/>
              </a:spcBef>
            </a:pPr>
            <a:endParaRPr sz="1833" dirty="0"/>
          </a:p>
        </p:txBody>
      </p:sp>
      <p:cxnSp>
        <p:nvCxnSpPr>
          <p:cNvPr id="126" name="Google Shape;126;p14"/>
          <p:cNvCxnSpPr>
            <a:stCxn id="123" idx="5"/>
            <a:endCxn id="124" idx="1"/>
          </p:cNvCxnSpPr>
          <p:nvPr/>
        </p:nvCxnSpPr>
        <p:spPr>
          <a:xfrm>
            <a:off x="9965875" y="7092864"/>
            <a:ext cx="885042" cy="471625"/>
          </a:xfrm>
          <a:prstGeom prst="straightConnector1">
            <a:avLst/>
          </a:prstGeom>
          <a:noFill/>
          <a:ln w="9525" cap="flat" cmpd="sng">
            <a:solidFill>
              <a:schemeClr val="dk2"/>
            </a:solidFill>
            <a:prstDash val="solid"/>
            <a:round/>
            <a:headEnd type="none" w="med" len="med"/>
            <a:tailEnd type="none" w="med" len="med"/>
          </a:ln>
        </p:spPr>
      </p:cxnSp>
      <p:cxnSp>
        <p:nvCxnSpPr>
          <p:cNvPr id="127" name="Google Shape;127;p14"/>
          <p:cNvCxnSpPr>
            <a:stCxn id="123" idx="4"/>
            <a:endCxn id="125" idx="0"/>
          </p:cNvCxnSpPr>
          <p:nvPr/>
        </p:nvCxnSpPr>
        <p:spPr>
          <a:xfrm flipH="1">
            <a:off x="9681490" y="7170792"/>
            <a:ext cx="96250" cy="881375"/>
          </a:xfrm>
          <a:prstGeom prst="straightConnector1">
            <a:avLst/>
          </a:prstGeom>
          <a:noFill/>
          <a:ln w="9525" cap="flat" cmpd="sng">
            <a:solidFill>
              <a:schemeClr val="dk2"/>
            </a:solidFill>
            <a:prstDash val="solid"/>
            <a:round/>
            <a:headEnd type="none" w="med" len="med"/>
            <a:tailEnd type="none" w="med" len="med"/>
          </a:ln>
        </p:spPr>
      </p:cxnSp>
      <p:cxnSp>
        <p:nvCxnSpPr>
          <p:cNvPr id="128" name="Google Shape;128;p14"/>
          <p:cNvCxnSpPr>
            <a:stCxn id="125" idx="6"/>
            <a:endCxn id="124" idx="3"/>
          </p:cNvCxnSpPr>
          <p:nvPr/>
        </p:nvCxnSpPr>
        <p:spPr>
          <a:xfrm rot="10800000" flipH="1">
            <a:off x="9947552" y="7940792"/>
            <a:ext cx="903375" cy="377208"/>
          </a:xfrm>
          <a:prstGeom prst="straightConnector1">
            <a:avLst/>
          </a:prstGeom>
          <a:noFill/>
          <a:ln w="9525" cap="flat" cmpd="sng">
            <a:solidFill>
              <a:schemeClr val="dk2"/>
            </a:solidFill>
            <a:prstDash val="solid"/>
            <a:round/>
            <a:headEnd type="none" w="med" len="med"/>
            <a:tailEnd type="none" w="med" len="med"/>
          </a:ln>
        </p:spPr>
      </p:cxnSp>
      <p:sp>
        <p:nvSpPr>
          <p:cNvPr id="129" name="Google Shape;129;p14"/>
          <p:cNvSpPr/>
          <p:nvPr/>
        </p:nvSpPr>
        <p:spPr>
          <a:xfrm>
            <a:off x="11781573" y="6531760"/>
            <a:ext cx="1481333" cy="175542"/>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spcBef>
                <a:spcPts val="0"/>
              </a:spcBef>
            </a:pPr>
            <a:r>
              <a:rPr lang="en" sz="1069" dirty="0"/>
              <a:t>Sentiment Values</a:t>
            </a:r>
            <a:endParaRPr sz="1069" dirty="0"/>
          </a:p>
        </p:txBody>
      </p:sp>
      <p:sp>
        <p:nvSpPr>
          <p:cNvPr id="130" name="Google Shape;130;p14"/>
          <p:cNvSpPr/>
          <p:nvPr/>
        </p:nvSpPr>
        <p:spPr>
          <a:xfrm>
            <a:off x="11781573" y="6694206"/>
            <a:ext cx="1481333" cy="175542"/>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spcBef>
                <a:spcPts val="0"/>
              </a:spcBef>
            </a:pPr>
            <a:r>
              <a:rPr lang="en" sz="1069" dirty="0"/>
              <a:t>0.8</a:t>
            </a:r>
            <a:endParaRPr sz="1069" dirty="0"/>
          </a:p>
        </p:txBody>
      </p:sp>
      <p:sp>
        <p:nvSpPr>
          <p:cNvPr id="131" name="Google Shape;131;p14"/>
          <p:cNvSpPr/>
          <p:nvPr/>
        </p:nvSpPr>
        <p:spPr>
          <a:xfrm>
            <a:off x="11781573" y="6873267"/>
            <a:ext cx="1481333" cy="175542"/>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spcBef>
                <a:spcPts val="0"/>
              </a:spcBef>
            </a:pPr>
            <a:r>
              <a:rPr lang="en" sz="1069" dirty="0"/>
              <a:t>-0.5</a:t>
            </a:r>
            <a:endParaRPr sz="1069" dirty="0"/>
          </a:p>
        </p:txBody>
      </p:sp>
      <p:sp>
        <p:nvSpPr>
          <p:cNvPr id="132" name="Google Shape;132;p14"/>
          <p:cNvSpPr/>
          <p:nvPr/>
        </p:nvSpPr>
        <p:spPr>
          <a:xfrm>
            <a:off x="11781573" y="7009148"/>
            <a:ext cx="1481333" cy="175542"/>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spcBef>
                <a:spcPts val="0"/>
              </a:spcBef>
            </a:pPr>
            <a:r>
              <a:rPr lang="en" sz="1069" dirty="0"/>
              <a:t>1</a:t>
            </a:r>
            <a:endParaRPr sz="1069" dirty="0"/>
          </a:p>
        </p:txBody>
      </p:sp>
      <p:cxnSp>
        <p:nvCxnSpPr>
          <p:cNvPr id="133" name="Google Shape;133;p14"/>
          <p:cNvCxnSpPr>
            <a:stCxn id="130" idx="1"/>
          </p:cNvCxnSpPr>
          <p:nvPr/>
        </p:nvCxnSpPr>
        <p:spPr>
          <a:xfrm flipH="1">
            <a:off x="10506031" y="6781977"/>
            <a:ext cx="1275542" cy="558708"/>
          </a:xfrm>
          <a:prstGeom prst="straightConnector1">
            <a:avLst/>
          </a:prstGeom>
          <a:noFill/>
          <a:ln w="9525" cap="flat" cmpd="sng">
            <a:solidFill>
              <a:schemeClr val="dk2"/>
            </a:solidFill>
            <a:prstDash val="solid"/>
            <a:round/>
            <a:headEnd type="none" w="med" len="med"/>
            <a:tailEnd type="triangle" w="med" len="med"/>
          </a:ln>
        </p:spPr>
      </p:cxnSp>
      <p:sp>
        <p:nvSpPr>
          <p:cNvPr id="134" name="Google Shape;134;p14"/>
          <p:cNvSpPr txBox="1"/>
          <p:nvPr/>
        </p:nvSpPr>
        <p:spPr>
          <a:xfrm>
            <a:off x="-1761872" y="2221899"/>
            <a:ext cx="1879167" cy="1147208"/>
          </a:xfrm>
          <a:prstGeom prst="rect">
            <a:avLst/>
          </a:prstGeom>
          <a:noFill/>
          <a:ln>
            <a:noFill/>
          </a:ln>
        </p:spPr>
        <p:txBody>
          <a:bodyPr spcFirstLastPara="1" wrap="square" lIns="139677" tIns="139677" rIns="139677" bIns="139677" anchor="t" anchorCtr="0">
            <a:noAutofit/>
          </a:bodyPr>
          <a:lstStyle/>
          <a:p>
            <a:pPr>
              <a:spcBef>
                <a:spcPts val="0"/>
              </a:spcBef>
            </a:pPr>
            <a:r>
              <a:rPr lang="en" sz="2750" dirty="0">
                <a:solidFill>
                  <a:srgbClr val="595959"/>
                </a:solidFill>
              </a:rPr>
              <a:t>Iteration 2</a:t>
            </a:r>
            <a:endParaRPr sz="2750" dirty="0">
              <a:solidFill>
                <a:srgbClr val="595959"/>
              </a:solidFill>
            </a:endParaRPr>
          </a:p>
        </p:txBody>
      </p:sp>
      <p:pic>
        <p:nvPicPr>
          <p:cNvPr id="135" name="Google Shape;135;p14" title="Untitled (Draft)-1 2.jpg"/>
          <p:cNvPicPr preferRelativeResize="0"/>
          <p:nvPr/>
        </p:nvPicPr>
        <p:blipFill>
          <a:blip r:embed="rId3">
            <a:alphaModFix/>
          </a:blip>
          <a:stretch>
            <a:fillRect/>
          </a:stretch>
        </p:blipFill>
        <p:spPr>
          <a:xfrm>
            <a:off x="3632216" y="2381094"/>
            <a:ext cx="5212214" cy="6739025"/>
          </a:xfrm>
          <a:prstGeom prst="rect">
            <a:avLst/>
          </a:prstGeom>
          <a:noFill/>
          <a:ln>
            <a:noFill/>
          </a:ln>
        </p:spPr>
      </p:pic>
      <p:cxnSp>
        <p:nvCxnSpPr>
          <p:cNvPr id="136" name="Google Shape;136;p14"/>
          <p:cNvCxnSpPr/>
          <p:nvPr/>
        </p:nvCxnSpPr>
        <p:spPr>
          <a:xfrm>
            <a:off x="6977361" y="6698021"/>
            <a:ext cx="2243083" cy="564208"/>
          </a:xfrm>
          <a:prstGeom prst="straightConnector1">
            <a:avLst/>
          </a:prstGeom>
          <a:noFill/>
          <a:ln w="9525" cap="flat" cmpd="sng">
            <a:solidFill>
              <a:schemeClr val="dk2"/>
            </a:solidFill>
            <a:prstDash val="solid"/>
            <a:round/>
            <a:headEnd type="none" w="med" len="med"/>
            <a:tailEnd type="triangle" w="med" len="med"/>
          </a:ln>
        </p:spPr>
      </p:cxnSp>
      <p:sp>
        <p:nvSpPr>
          <p:cNvPr id="137" name="Google Shape;137;p14"/>
          <p:cNvSpPr txBox="1"/>
          <p:nvPr/>
        </p:nvSpPr>
        <p:spPr>
          <a:xfrm>
            <a:off x="3963476" y="8418261"/>
            <a:ext cx="4592958" cy="333208"/>
          </a:xfrm>
          <a:prstGeom prst="rect">
            <a:avLst/>
          </a:prstGeom>
          <a:noFill/>
          <a:ln>
            <a:noFill/>
          </a:ln>
        </p:spPr>
        <p:txBody>
          <a:bodyPr spcFirstLastPara="1" wrap="square" lIns="139677" tIns="139677" rIns="139677" bIns="139677" anchor="t" anchorCtr="0">
            <a:noAutofit/>
          </a:bodyPr>
          <a:lstStyle/>
          <a:p>
            <a:pPr>
              <a:spcBef>
                <a:spcPts val="0"/>
              </a:spcBef>
            </a:pPr>
            <a:endParaRPr sz="2750" dirty="0">
              <a:solidFill>
                <a:schemeClr val="dk2"/>
              </a:solidFill>
            </a:endParaRPr>
          </a:p>
        </p:txBody>
      </p:sp>
      <p:sp>
        <p:nvSpPr>
          <p:cNvPr id="138" name="Google Shape;138;p14"/>
          <p:cNvSpPr txBox="1"/>
          <p:nvPr/>
        </p:nvSpPr>
        <p:spPr>
          <a:xfrm>
            <a:off x="3914339" y="8438542"/>
            <a:ext cx="4647958" cy="619208"/>
          </a:xfrm>
          <a:prstGeom prst="rect">
            <a:avLst/>
          </a:prstGeom>
          <a:noFill/>
          <a:ln>
            <a:noFill/>
          </a:ln>
        </p:spPr>
        <p:txBody>
          <a:bodyPr spcFirstLastPara="1" wrap="square" lIns="139677" tIns="139677" rIns="139677" bIns="139677" anchor="t" anchorCtr="0">
            <a:noAutofit/>
          </a:bodyPr>
          <a:lstStyle/>
          <a:p>
            <a:pPr algn="ctr">
              <a:spcBef>
                <a:spcPts val="0"/>
              </a:spcBef>
            </a:pPr>
            <a:r>
              <a:rPr lang="en" sz="1833" dirty="0">
                <a:solidFill>
                  <a:schemeClr val="dk2"/>
                </a:solidFill>
              </a:rPr>
              <a:t>S3 Generic Functions</a:t>
            </a:r>
            <a:endParaRPr sz="1833" dirty="0">
              <a:solidFill>
                <a:schemeClr val="dk2"/>
              </a:solidFill>
            </a:endParaRPr>
          </a:p>
        </p:txBody>
      </p:sp>
      <p:cxnSp>
        <p:nvCxnSpPr>
          <p:cNvPr id="139" name="Google Shape;139;p14"/>
          <p:cNvCxnSpPr/>
          <p:nvPr/>
        </p:nvCxnSpPr>
        <p:spPr>
          <a:xfrm rot="10800000">
            <a:off x="4816969" y="8225875"/>
            <a:ext cx="302500" cy="330000"/>
          </a:xfrm>
          <a:prstGeom prst="straightConnector1">
            <a:avLst/>
          </a:prstGeom>
          <a:noFill/>
          <a:ln w="9525" cap="flat" cmpd="sng">
            <a:solidFill>
              <a:schemeClr val="dk2"/>
            </a:solidFill>
            <a:prstDash val="solid"/>
            <a:round/>
            <a:headEnd type="none" w="med" len="med"/>
            <a:tailEnd type="triangle" w="med" len="med"/>
          </a:ln>
        </p:spPr>
      </p:cxnSp>
      <p:cxnSp>
        <p:nvCxnSpPr>
          <p:cNvPr id="140" name="Google Shape;140;p14"/>
          <p:cNvCxnSpPr/>
          <p:nvPr/>
        </p:nvCxnSpPr>
        <p:spPr>
          <a:xfrm rot="10800000">
            <a:off x="6227222" y="8270334"/>
            <a:ext cx="20625" cy="241083"/>
          </a:xfrm>
          <a:prstGeom prst="straightConnector1">
            <a:avLst/>
          </a:prstGeom>
          <a:noFill/>
          <a:ln w="9525" cap="flat" cmpd="sng">
            <a:solidFill>
              <a:schemeClr val="dk2"/>
            </a:solidFill>
            <a:prstDash val="solid"/>
            <a:round/>
            <a:headEnd type="none" w="med" len="med"/>
            <a:tailEnd type="triangle" w="med" len="med"/>
          </a:ln>
        </p:spPr>
      </p:cxnSp>
      <p:cxnSp>
        <p:nvCxnSpPr>
          <p:cNvPr id="141" name="Google Shape;141;p14"/>
          <p:cNvCxnSpPr/>
          <p:nvPr/>
        </p:nvCxnSpPr>
        <p:spPr>
          <a:xfrm rot="10800000" flipH="1">
            <a:off x="7390205" y="8267125"/>
            <a:ext cx="316708" cy="261250"/>
          </a:xfrm>
          <a:prstGeom prst="straightConnector1">
            <a:avLst/>
          </a:prstGeom>
          <a:noFill/>
          <a:ln w="9525" cap="flat" cmpd="sng">
            <a:solidFill>
              <a:schemeClr val="dk2"/>
            </a:solidFill>
            <a:prstDash val="solid"/>
            <a:round/>
            <a:headEnd type="none" w="med" len="med"/>
            <a:tailEnd type="triangle" w="med" len="med"/>
          </a:ln>
        </p:spPr>
      </p:cxnSp>
      <p:sp>
        <p:nvSpPr>
          <p:cNvPr id="142" name="Google Shape;142;p14"/>
          <p:cNvSpPr txBox="1"/>
          <p:nvPr/>
        </p:nvSpPr>
        <p:spPr>
          <a:xfrm>
            <a:off x="11439160" y="5865420"/>
            <a:ext cx="2298083" cy="619208"/>
          </a:xfrm>
          <a:prstGeom prst="rect">
            <a:avLst/>
          </a:prstGeom>
          <a:noFill/>
          <a:ln>
            <a:noFill/>
          </a:ln>
        </p:spPr>
        <p:txBody>
          <a:bodyPr spcFirstLastPara="1" wrap="square" lIns="139677" tIns="139677" rIns="139677" bIns="139677" anchor="t" anchorCtr="0">
            <a:noAutofit/>
          </a:bodyPr>
          <a:lstStyle/>
          <a:p>
            <a:pPr>
              <a:spcBef>
                <a:spcPts val="0"/>
              </a:spcBef>
            </a:pPr>
            <a:r>
              <a:rPr lang="en" sz="1528" dirty="0">
                <a:solidFill>
                  <a:srgbClr val="595959"/>
                </a:solidFill>
              </a:rPr>
              <a:t>Engagement metrics data.table output</a:t>
            </a:r>
            <a:endParaRPr sz="1528" dirty="0">
              <a:solidFill>
                <a:srgbClr val="595959"/>
              </a:solidFill>
            </a:endParaRP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2" name="Image" descr="Image"/>
          <p:cNvPicPr>
            <a:picLocks noChangeAspect="1"/>
          </p:cNvPicPr>
          <p:nvPr/>
        </p:nvPicPr>
        <p:blipFill>
          <a:blip r:embed="rId3"/>
          <a:stretch>
            <a:fillRect/>
          </a:stretch>
        </p:blipFill>
        <p:spPr>
          <a:xfrm>
            <a:off x="8867009" y="-681823"/>
            <a:ext cx="5121226" cy="2990088"/>
          </a:xfrm>
          <a:prstGeom prst="rect">
            <a:avLst/>
          </a:prstGeom>
          <a:ln w="12700">
            <a:miter lim="400000"/>
          </a:ln>
        </p:spPr>
      </p:pic>
      <p:sp>
        <p:nvSpPr>
          <p:cNvPr id="312" name="Line"/>
          <p:cNvSpPr/>
          <p:nvPr/>
        </p:nvSpPr>
        <p:spPr>
          <a:xfrm flipV="1">
            <a:off x="213255" y="10296246"/>
            <a:ext cx="13462982" cy="39499"/>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313" name="YOUR LOGO…"/>
          <p:cNvSpPr/>
          <p:nvPr/>
        </p:nvSpPr>
        <p:spPr>
          <a:xfrm>
            <a:off x="170343" y="10207710"/>
            <a:ext cx="1757945" cy="528270"/>
          </a:xfrm>
          <a:prstGeom prst="roundRect">
            <a:avLst>
              <a:gd name="adj" fmla="val 36061"/>
            </a:avLst>
          </a:prstGeom>
          <a:solidFill>
            <a:srgbClr val="FFFFFF"/>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lstStyle/>
          <a:p>
            <a:pPr algn="ctr">
              <a:lnSpc>
                <a:spcPct val="90000"/>
              </a:lnSpc>
              <a:spcBef>
                <a:spcPts val="0"/>
              </a:spcBef>
              <a:defRPr>
                <a:solidFill>
                  <a:srgbClr val="407AAA"/>
                </a:solidFill>
                <a:latin typeface="Helvetica Neue"/>
                <a:ea typeface="Helvetica Neue"/>
                <a:cs typeface="Helvetica Neue"/>
                <a:sym typeface="Helvetica Neue"/>
              </a:defRPr>
            </a:pPr>
            <a:r>
              <a:rPr lang="en-US" sz="2400" dirty="0"/>
              <a:t>Kaiāulu</a:t>
            </a:r>
            <a:endParaRPr sz="2400" dirty="0"/>
          </a:p>
        </p:txBody>
      </p:sp>
      <p:sp>
        <p:nvSpPr>
          <p:cNvPr id="314" name="Group"/>
          <p:cNvSpPr/>
          <p:nvPr/>
        </p:nvSpPr>
        <p:spPr>
          <a:xfrm>
            <a:off x="275721" y="3887686"/>
            <a:ext cx="3334485" cy="6236761"/>
          </a:xfrm>
          <a:prstGeom prst="rect">
            <a:avLst/>
          </a:prstGeom>
          <a:solidFill>
            <a:srgbClr val="79B0DC">
              <a:alpha val="23776"/>
            </a:srgbClr>
          </a:solidFill>
          <a:ln w="12700">
            <a:miter lim="400000"/>
          </a:ln>
        </p:spPr>
        <p:txBody>
          <a:bodyPr lIns="54570" tIns="54570" rIns="54570" bIns="54570" anchor="ctr"/>
          <a:lstStyle/>
          <a:p>
            <a:pPr>
              <a:lnSpc>
                <a:spcPct val="80000"/>
              </a:lnSpc>
              <a:spcBef>
                <a:spcPts val="0"/>
              </a:spcBef>
              <a:defRPr sz="1000" b="0">
                <a:solidFill>
                  <a:srgbClr val="000000"/>
                </a:solidFill>
              </a:defRPr>
            </a:pPr>
            <a:endParaRPr dirty="0"/>
          </a:p>
        </p:txBody>
      </p:sp>
      <p:sp>
        <p:nvSpPr>
          <p:cNvPr id="319" name="Basics"/>
          <p:cNvSpPr txBox="1"/>
          <p:nvPr/>
        </p:nvSpPr>
        <p:spPr>
          <a:xfrm>
            <a:off x="417290" y="3947481"/>
            <a:ext cx="2766783"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Project Config Setup</a:t>
            </a:r>
            <a:endParaRPr dirty="0"/>
          </a:p>
        </p:txBody>
      </p:sp>
      <p:sp>
        <p:nvSpPr>
          <p:cNvPr id="324" name="Cheatsheets make it easy for R users…"/>
          <p:cNvSpPr txBox="1"/>
          <p:nvPr/>
        </p:nvSpPr>
        <p:spPr>
          <a:xfrm>
            <a:off x="734342" y="4813019"/>
            <a:ext cx="2449731" cy="3773026"/>
          </a:xfrm>
          <a:prstGeom prst="rect">
            <a:avLst/>
          </a:prstGeom>
          <a:solidFill>
            <a:schemeClr val="bg1"/>
          </a:solidFill>
          <a:ln w="12700">
            <a:solidFill>
              <a:schemeClr val="bg2"/>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12700" tIns="12700" rIns="12700" bIns="12700"/>
          <a:lstStyle/>
          <a:p>
            <a:pPr algn="ctr">
              <a:lnSpc>
                <a:spcPct val="90000"/>
              </a:lnSpc>
              <a:spcBef>
                <a:spcPts val="0"/>
              </a:spcBef>
              <a:defRPr>
                <a:solidFill>
                  <a:srgbClr val="000000"/>
                </a:solidFill>
              </a:defRPr>
            </a:pPr>
            <a:r>
              <a:rPr lang="en-US" sz="1400" dirty="0"/>
              <a:t>Required Fields</a:t>
            </a:r>
          </a:p>
          <a:p>
            <a:pPr algn="ctr">
              <a:lnSpc>
                <a:spcPct val="90000"/>
              </a:lnSpc>
              <a:spcBef>
                <a:spcPts val="0"/>
              </a:spcBef>
              <a:defRPr>
                <a:solidFill>
                  <a:srgbClr val="000000"/>
                </a:solidFill>
              </a:defRPr>
            </a:pPr>
            <a:endParaRPr lang="en-US" sz="1000" dirty="0"/>
          </a:p>
          <a:p>
            <a:pPr>
              <a:lnSpc>
                <a:spcPct val="90000"/>
              </a:lnSpc>
              <a:spcBef>
                <a:spcPts val="0"/>
              </a:spcBef>
              <a:defRPr>
                <a:solidFill>
                  <a:srgbClr val="000000"/>
                </a:solidFill>
              </a:defRPr>
            </a:pPr>
            <a:endParaRPr lang="en-US" dirty="0"/>
          </a:p>
          <a:p>
            <a:pPr>
              <a:lnSpc>
                <a:spcPct val="90000"/>
              </a:lnSpc>
              <a:spcBef>
                <a:spcPts val="0"/>
              </a:spcBef>
              <a:defRPr>
                <a:solidFill>
                  <a:srgbClr val="000000"/>
                </a:solidFill>
              </a:defRPr>
            </a:pPr>
            <a:r>
              <a:rPr lang="en-US" dirty="0"/>
              <a:t>          </a:t>
            </a:r>
          </a:p>
          <a:p>
            <a:pPr>
              <a:lnSpc>
                <a:spcPct val="90000"/>
              </a:lnSpc>
              <a:spcBef>
                <a:spcPts val="0"/>
              </a:spcBef>
              <a:defRPr>
                <a:solidFill>
                  <a:srgbClr val="000000"/>
                </a:solidFill>
              </a:defRPr>
            </a:pPr>
            <a:r>
              <a:rPr lang="en-US" dirty="0"/>
              <a:t>            </a:t>
            </a:r>
          </a:p>
          <a:p>
            <a:pPr>
              <a:lnSpc>
                <a:spcPct val="90000"/>
              </a:lnSpc>
              <a:spcBef>
                <a:spcPts val="0"/>
              </a:spcBef>
              <a:defRPr>
                <a:solidFill>
                  <a:srgbClr val="000000"/>
                </a:solidFill>
              </a:defRPr>
            </a:pPr>
            <a:endParaRPr lang="en-US" dirty="0"/>
          </a:p>
          <a:p>
            <a:pPr marL="171450" lvl="1" indent="-171450">
              <a:lnSpc>
                <a:spcPct val="90000"/>
              </a:lnSpc>
              <a:spcBef>
                <a:spcPts val="0"/>
              </a:spcBef>
              <a:buFont typeface="Arial" panose="020B0604020202020204" pitchFamily="34" charset="0"/>
              <a:buChar char="•"/>
              <a:defRPr>
                <a:solidFill>
                  <a:srgbClr val="000000"/>
                </a:solidFill>
              </a:defRPr>
            </a:pPr>
            <a:endParaRPr dirty="0"/>
          </a:p>
        </p:txBody>
      </p:sp>
      <p:sp>
        <p:nvSpPr>
          <p:cNvPr id="326" name="Manipulate Variables"/>
          <p:cNvSpPr txBox="1"/>
          <p:nvPr/>
        </p:nvSpPr>
        <p:spPr>
          <a:xfrm>
            <a:off x="9582328" y="1537907"/>
            <a:ext cx="2370842"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Related Vignettes</a:t>
            </a:r>
            <a:endParaRPr dirty="0"/>
          </a:p>
        </p:txBody>
      </p:sp>
      <p:sp>
        <p:nvSpPr>
          <p:cNvPr id="330" name="Line"/>
          <p:cNvSpPr/>
          <p:nvPr/>
        </p:nvSpPr>
        <p:spPr>
          <a:xfrm>
            <a:off x="323329" y="3801250"/>
            <a:ext cx="3286878" cy="14819"/>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334" name="Three Column Layout: : CHEAT SHEET"/>
          <p:cNvSpPr txBox="1">
            <a:spLocks noGrp="1"/>
          </p:cNvSpPr>
          <p:nvPr>
            <p:ph type="title"/>
          </p:nvPr>
        </p:nvSpPr>
        <p:spPr>
          <a:xfrm>
            <a:off x="275721" y="361177"/>
            <a:ext cx="10898129" cy="803346"/>
          </a:xfrm>
          <a:prstGeom prst="rect">
            <a:avLst/>
          </a:prstGeom>
        </p:spPr>
        <p:txBody>
          <a:bodyPr lIns="0" tIns="0" rIns="0" bIns="0" anchor="t"/>
          <a:lstStyle/>
          <a:p>
            <a:r>
              <a:rPr lang="en-US" dirty="0"/>
              <a:t>Network Transform</a:t>
            </a:r>
            <a:r>
              <a:rPr dirty="0"/>
              <a:t>: : </a:t>
            </a:r>
            <a:r>
              <a:rPr sz="3300" dirty="0">
                <a:latin typeface="Source Sans Pro Semibold"/>
                <a:ea typeface="Source Sans Pro Semibold"/>
                <a:cs typeface="Source Sans Pro Semibold"/>
                <a:sym typeface="Source Sans Pro Semibold"/>
              </a:rPr>
              <a:t>CHEAT SHEET</a:t>
            </a:r>
            <a:r>
              <a:rPr dirty="0"/>
              <a:t> </a:t>
            </a:r>
          </a:p>
        </p:txBody>
      </p:sp>
      <p:sp>
        <p:nvSpPr>
          <p:cNvPr id="342" name="Create a visual hierarchy. Help users navigate the page with titles, subtitles, and subsubtitles"/>
          <p:cNvSpPr txBox="1"/>
          <p:nvPr/>
        </p:nvSpPr>
        <p:spPr>
          <a:xfrm>
            <a:off x="9549043" y="1920823"/>
            <a:ext cx="4001355" cy="2764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1" dirty="0">
                <a:latin typeface="Source Sans Pro"/>
                <a:ea typeface="Source Sans Pro"/>
                <a:cs typeface="Source Sans Pro"/>
                <a:sym typeface="Source Sans Pro"/>
              </a:rPr>
              <a:t>See the following notebooks for related analyses:</a:t>
            </a:r>
            <a:endParaRPr dirty="0">
              <a:latin typeface="Source Sans Pro"/>
              <a:ea typeface="Source Sans Pro"/>
              <a:cs typeface="Source Sans Pro"/>
              <a:sym typeface="Source Sans Pro"/>
            </a:endParaRPr>
          </a:p>
        </p:txBody>
      </p:sp>
      <p:sp>
        <p:nvSpPr>
          <p:cNvPr id="384" name="Layout Suggestions"/>
          <p:cNvSpPr txBox="1"/>
          <p:nvPr/>
        </p:nvSpPr>
        <p:spPr>
          <a:xfrm>
            <a:off x="275721" y="1519235"/>
            <a:ext cx="1349729"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t>About</a:t>
            </a:r>
            <a:endParaRPr dirty="0"/>
          </a:p>
        </p:txBody>
      </p:sp>
      <p:sp>
        <p:nvSpPr>
          <p:cNvPr id="3" name="Thank you for making a new cheatsheet for R! These cheatsheets have an important job:">
            <a:extLst>
              <a:ext uri="{FF2B5EF4-FFF2-40B4-BE49-F238E27FC236}">
                <a16:creationId xmlns:a16="http://schemas.microsoft.com/office/drawing/2014/main" id="{C15028FC-57F7-3D04-9093-5A3F5F89C9B4}"/>
              </a:ext>
            </a:extLst>
          </p:cNvPr>
          <p:cNvSpPr txBox="1"/>
          <p:nvPr/>
        </p:nvSpPr>
        <p:spPr>
          <a:xfrm>
            <a:off x="444733" y="8789157"/>
            <a:ext cx="2906890" cy="38704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ormAutofit fontScale="92500" lnSpcReduction="20000"/>
          </a:bodyPr>
          <a:lstStyle/>
          <a:p>
            <a:pPr>
              <a:lnSpc>
                <a:spcPct val="90000"/>
              </a:lnSpc>
              <a:spcBef>
                <a:spcPts val="0"/>
              </a:spcBef>
              <a:buClr>
                <a:schemeClr val="accent4">
                  <a:hueOff val="384618"/>
                  <a:satOff val="3869"/>
                  <a:lumOff val="5802"/>
                </a:schemeClr>
              </a:buClr>
              <a:defRPr b="0">
                <a:solidFill>
                  <a:srgbClr val="000000"/>
                </a:solidFill>
              </a:defRPr>
            </a:pPr>
            <a:r>
              <a:rPr lang="en-US" b="1" dirty="0"/>
              <a:t>The file ”tools.yml” must also be configured. See README.md for more information on 3rd party software dependencies.</a:t>
            </a:r>
            <a:r>
              <a:rPr dirty="0"/>
              <a:t> </a:t>
            </a:r>
          </a:p>
        </p:txBody>
      </p:sp>
      <p:sp>
        <p:nvSpPr>
          <p:cNvPr id="4" name="Cheatsheets make it easy for R users…">
            <a:extLst>
              <a:ext uri="{FF2B5EF4-FFF2-40B4-BE49-F238E27FC236}">
                <a16:creationId xmlns:a16="http://schemas.microsoft.com/office/drawing/2014/main" id="{85C060D4-0BEF-D7A5-B8E0-BE862D79950B}"/>
              </a:ext>
            </a:extLst>
          </p:cNvPr>
          <p:cNvSpPr txBox="1"/>
          <p:nvPr/>
        </p:nvSpPr>
        <p:spPr>
          <a:xfrm>
            <a:off x="444734" y="9247823"/>
            <a:ext cx="2906889" cy="728159"/>
          </a:xfrm>
          <a:prstGeom prst="rect">
            <a:avLst/>
          </a:prstGeom>
          <a:solidFill>
            <a:schemeClr val="accent3"/>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12700" tIns="12700" rIns="12700" bIns="12700"/>
          <a:lstStyle/>
          <a:p>
            <a:pPr algn="ctr">
              <a:lnSpc>
                <a:spcPct val="90000"/>
              </a:lnSpc>
              <a:spcBef>
                <a:spcPts val="0"/>
              </a:spcBef>
              <a:defRPr>
                <a:solidFill>
                  <a:srgbClr val="000000"/>
                </a:solidFill>
              </a:defRPr>
            </a:pPr>
            <a:r>
              <a:rPr lang="en-US" dirty="0"/>
              <a:t>Required Fields:</a:t>
            </a:r>
          </a:p>
        </p:txBody>
      </p:sp>
      <p:sp>
        <p:nvSpPr>
          <p:cNvPr id="9" name="TextBox 8">
            <a:extLst>
              <a:ext uri="{FF2B5EF4-FFF2-40B4-BE49-F238E27FC236}">
                <a16:creationId xmlns:a16="http://schemas.microsoft.com/office/drawing/2014/main" id="{536099AA-A408-A893-2F05-02D92FC549DE}"/>
              </a:ext>
            </a:extLst>
          </p:cNvPr>
          <p:cNvSpPr txBox="1"/>
          <p:nvPr/>
        </p:nvSpPr>
        <p:spPr>
          <a:xfrm>
            <a:off x="9580794" y="2304949"/>
            <a:ext cx="3656656" cy="3485489"/>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228600" indent="-228600">
              <a:buFont typeface="+mj-lt"/>
              <a:buAutoNum type="arabicPeriod"/>
            </a:pPr>
            <a:r>
              <a:rPr lang="en-US" sz="1400" dirty="0"/>
              <a:t>gitlog_showcase.Rmd</a:t>
            </a:r>
          </a:p>
          <a:p>
            <a:pPr marL="228600" indent="-228600">
              <a:buFont typeface="+mj-lt"/>
              <a:buAutoNum type="arabicPeriod"/>
            </a:pPr>
            <a:r>
              <a:rPr lang="en-US" sz="1400" dirty="0"/>
              <a:t>gitlog_entity_showcase.Rmd</a:t>
            </a:r>
          </a:p>
          <a:p>
            <a:pPr marL="228600" indent="-228600">
              <a:buFont typeface="+mj-lt"/>
              <a:buAutoNum type="arabicPeriod"/>
            </a:pPr>
            <a:r>
              <a:rPr lang="en-US" sz="1400" dirty="0"/>
              <a:t>motif_analysis.Rmd</a:t>
            </a:r>
          </a:p>
          <a:p>
            <a:pPr marL="228600" indent="-228600">
              <a:buFont typeface="+mj-lt"/>
              <a:buAutoNum type="arabicPeriod"/>
            </a:pPr>
            <a:r>
              <a:rPr lang="en-US" sz="1400" dirty="0"/>
              <a:t>community_detection_showcase.Rmd</a:t>
            </a:r>
          </a:p>
          <a:p>
            <a:pPr marL="228600" indent="-228600">
              <a:buFont typeface="+mj-lt"/>
              <a:buAutoNum type="arabicPeriod"/>
            </a:pPr>
            <a:r>
              <a:rPr lang="en-US" sz="1400" dirty="0"/>
              <a:t>blamed_line_types_showcase.Rmd</a:t>
            </a:r>
          </a:p>
          <a:p>
            <a:pPr marL="228600" indent="-228600">
              <a:buFont typeface="+mj-lt"/>
              <a:buAutoNum type="arabicPeriod"/>
            </a:pPr>
            <a:r>
              <a:rPr lang="en-US" sz="1400" dirty="0"/>
              <a:t>line_metrics_showcase.Rmd</a:t>
            </a:r>
          </a:p>
          <a:p>
            <a:pPr marL="228600" indent="-228600">
              <a:buFont typeface="+mj-lt"/>
              <a:buAutoNum type="arabicPeriod"/>
            </a:pPr>
            <a:r>
              <a:rPr lang="en-US" sz="1400" dirty="0"/>
              <a:t>depends_showcase.Rmd</a:t>
            </a:r>
          </a:p>
          <a:p>
            <a:pPr marL="228600" indent="-228600">
              <a:buFont typeface="+mj-lt"/>
              <a:buAutoNum type="arabicPeriod"/>
            </a:pPr>
            <a:r>
              <a:rPr lang="en-US" sz="1400" dirty="0"/>
              <a:t>social_smell_showcase.Rmd</a:t>
            </a:r>
          </a:p>
          <a:p>
            <a:pPr marL="228600" indent="-228600">
              <a:buFont typeface="+mj-lt"/>
              <a:buAutoNum type="arabicPeriod"/>
            </a:pPr>
            <a:r>
              <a:rPr lang="en-US" sz="1400" dirty="0"/>
              <a:t>reply_communication_showcase.Rmd</a:t>
            </a:r>
          </a:p>
          <a:p>
            <a:pPr marL="228600" indent="-228600">
              <a:buFont typeface="+mj-lt"/>
              <a:buAutoNum type="arabicPeriod"/>
            </a:pPr>
            <a:r>
              <a:rPr lang="en-US" sz="1400" dirty="0"/>
              <a:t>issue_social_smell_showcase.Rmd</a:t>
            </a:r>
          </a:p>
          <a:p>
            <a:pPr marL="228600" indent="-228600">
              <a:buFont typeface="+mj-lt"/>
              <a:buAutoNum type="arabicPeriod"/>
            </a:pPr>
            <a:r>
              <a:rPr lang="en-US" sz="1400" dirty="0"/>
              <a:t>gitlog_vulnerabilities_showcase.Rmd</a:t>
            </a:r>
          </a:p>
          <a:p>
            <a:pPr marL="228600" indent="-228600">
              <a:buFont typeface="+mj-lt"/>
              <a:buAutoNum type="arabicPeriod"/>
            </a:pPr>
            <a:r>
              <a:rPr lang="en-US" sz="1400" dirty="0"/>
              <a:t>bug_count.Rmd</a:t>
            </a:r>
          </a:p>
          <a:p>
            <a:pPr marL="228600" indent="-228600">
              <a:buFont typeface="+mj-lt"/>
              <a:buAutoNum type="arabicPeriod"/>
            </a:pPr>
            <a:r>
              <a:rPr lang="en-US" sz="1400" dirty="0"/>
              <a:t>causal_flaws.Rmd</a:t>
            </a:r>
          </a:p>
          <a:p>
            <a:pPr marL="228600" indent="-228600">
              <a:buFont typeface="+mj-lt"/>
              <a:buAutoNum type="arabicPeriod"/>
            </a:pPr>
            <a:r>
              <a:rPr lang="en-US" sz="1400" dirty="0"/>
              <a:t>dv8_showcase.Rmd</a:t>
            </a:r>
            <a:endParaRPr kumimoji="0" lang="en-US" sz="14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48" name="Line">
            <a:extLst>
              <a:ext uri="{FF2B5EF4-FFF2-40B4-BE49-F238E27FC236}">
                <a16:creationId xmlns:a16="http://schemas.microsoft.com/office/drawing/2014/main" id="{B77B3DC1-6ADA-8592-92EA-892B1D046848}"/>
              </a:ext>
            </a:extLst>
          </p:cNvPr>
          <p:cNvSpPr/>
          <p:nvPr/>
        </p:nvSpPr>
        <p:spPr>
          <a:xfrm flipV="1">
            <a:off x="9580794" y="5878974"/>
            <a:ext cx="3656656" cy="26720"/>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pic>
        <p:nvPicPr>
          <p:cNvPr id="8" name="Picture 7" descr="A picture containing text&#10;&#10;Description automatically generated">
            <a:extLst>
              <a:ext uri="{FF2B5EF4-FFF2-40B4-BE49-F238E27FC236}">
                <a16:creationId xmlns:a16="http://schemas.microsoft.com/office/drawing/2014/main" id="{1C9AB6D2-F69D-1DEC-41BE-05335D7DBE4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214310" y="122459"/>
            <a:ext cx="1443262" cy="1676046"/>
          </a:xfrm>
          <a:prstGeom prst="rect">
            <a:avLst/>
          </a:prstGeom>
        </p:spPr>
      </p:pic>
      <p:sp>
        <p:nvSpPr>
          <p:cNvPr id="501" name="TextBox 500">
            <a:extLst>
              <a:ext uri="{FF2B5EF4-FFF2-40B4-BE49-F238E27FC236}">
                <a16:creationId xmlns:a16="http://schemas.microsoft.com/office/drawing/2014/main" id="{80C914D6-5813-8108-FCAC-EE8CD33923E2}"/>
              </a:ext>
            </a:extLst>
          </p:cNvPr>
          <p:cNvSpPr txBox="1"/>
          <p:nvPr/>
        </p:nvSpPr>
        <p:spPr>
          <a:xfrm>
            <a:off x="213256" y="1744502"/>
            <a:ext cx="3396950" cy="2074846"/>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sz="1050" b="0" dirty="0"/>
              <a:t>Kaiaulu's analysis pipelines convert raw data sources including git logs, mailing lists, and issue trackers into graphs for downstream analysis. This work introduces a standardized S3 class system for Kaiaulu's graph model, replacing inconsistent graph construction with two well-defined constructors that encode graph properties such as directionality, weight, and bipartiteness directly in the object's class. Consumer functions dispatch on these classes, meaning new analyses can be implemented as S3 methods that automatically work with any graph produced by the existing transform functions without requiring changes to those transforms.</a:t>
            </a:r>
            <a:endParaRPr kumimoji="0" lang="en-US" sz="1050" b="0"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265" name="Thank you for making a new cheatsheet for R! These cheatsheets have an important job:">
            <a:extLst>
              <a:ext uri="{FF2B5EF4-FFF2-40B4-BE49-F238E27FC236}">
                <a16:creationId xmlns:a16="http://schemas.microsoft.com/office/drawing/2014/main" id="{FB0076AA-42EC-6AAA-64FC-B59CB4E44CFD}"/>
              </a:ext>
            </a:extLst>
          </p:cNvPr>
          <p:cNvSpPr txBox="1"/>
          <p:nvPr/>
        </p:nvSpPr>
        <p:spPr>
          <a:xfrm>
            <a:off x="522110" y="4370773"/>
            <a:ext cx="2906890" cy="38704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rmAutofit fontScale="92500" lnSpcReduction="20000"/>
          </a:bodyPr>
          <a:lstStyle/>
          <a:p>
            <a:pPr>
              <a:lnSpc>
                <a:spcPct val="90000"/>
              </a:lnSpc>
              <a:spcBef>
                <a:spcPts val="0"/>
              </a:spcBef>
              <a:buClr>
                <a:schemeClr val="accent4">
                  <a:hueOff val="384618"/>
                  <a:satOff val="3869"/>
                  <a:lumOff val="5802"/>
                </a:schemeClr>
              </a:buClr>
              <a:defRPr b="0">
                <a:solidFill>
                  <a:srgbClr val="000000"/>
                </a:solidFill>
              </a:defRPr>
            </a:pPr>
            <a:r>
              <a:rPr lang="en-US" b="1" dirty="0"/>
              <a:t>The first part of running any vignette is setting up your project configuration file (examples in kaiaulu/conf).</a:t>
            </a:r>
            <a:r>
              <a:rPr dirty="0"/>
              <a:t> </a:t>
            </a:r>
          </a:p>
        </p:txBody>
      </p:sp>
      <p:grpSp>
        <p:nvGrpSpPr>
          <p:cNvPr id="373" name="Google Shape;156;p1">
            <a:extLst>
              <a:ext uri="{FF2B5EF4-FFF2-40B4-BE49-F238E27FC236}">
                <a16:creationId xmlns:a16="http://schemas.microsoft.com/office/drawing/2014/main" id="{3E17D3D2-4C24-A056-0CE5-331400E4E2C6}"/>
              </a:ext>
            </a:extLst>
          </p:cNvPr>
          <p:cNvGrpSpPr/>
          <p:nvPr/>
        </p:nvGrpSpPr>
        <p:grpSpPr>
          <a:xfrm>
            <a:off x="9229475" y="7419324"/>
            <a:ext cx="3976223" cy="2643668"/>
            <a:chOff x="10592773" y="4777764"/>
            <a:chExt cx="3298954" cy="2193372"/>
          </a:xfrm>
        </p:grpSpPr>
        <p:sp>
          <p:nvSpPr>
            <p:cNvPr id="374" name="Google Shape;157;p1">
              <a:extLst>
                <a:ext uri="{FF2B5EF4-FFF2-40B4-BE49-F238E27FC236}">
                  <a16:creationId xmlns:a16="http://schemas.microsoft.com/office/drawing/2014/main" id="{00F58375-22AF-3CA9-5DBC-DD8574347B69}"/>
                </a:ext>
              </a:extLst>
            </p:cNvPr>
            <p:cNvSpPr/>
            <p:nvPr/>
          </p:nvSpPr>
          <p:spPr>
            <a:xfrm>
              <a:off x="12237743" y="5550161"/>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75" name="Google Shape;158;p1">
              <a:extLst>
                <a:ext uri="{FF2B5EF4-FFF2-40B4-BE49-F238E27FC236}">
                  <a16:creationId xmlns:a16="http://schemas.microsoft.com/office/drawing/2014/main" id="{65D397E6-CBD7-AEC7-5FD8-BEF1585ADFE9}"/>
                </a:ext>
              </a:extLst>
            </p:cNvPr>
            <p:cNvSpPr/>
            <p:nvPr/>
          </p:nvSpPr>
          <p:spPr>
            <a:xfrm>
              <a:off x="12990609" y="5398089"/>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76" name="Google Shape;159;p1">
              <a:extLst>
                <a:ext uri="{FF2B5EF4-FFF2-40B4-BE49-F238E27FC236}">
                  <a16:creationId xmlns:a16="http://schemas.microsoft.com/office/drawing/2014/main" id="{458E5289-4B62-BCE0-4959-34D8F515589C}"/>
                </a:ext>
              </a:extLst>
            </p:cNvPr>
            <p:cNvSpPr/>
            <p:nvPr/>
          </p:nvSpPr>
          <p:spPr>
            <a:xfrm>
              <a:off x="13329043" y="522974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77" name="Google Shape;160;p1">
              <a:extLst>
                <a:ext uri="{FF2B5EF4-FFF2-40B4-BE49-F238E27FC236}">
                  <a16:creationId xmlns:a16="http://schemas.microsoft.com/office/drawing/2014/main" id="{C6ABAD29-37A2-9981-6BE8-BEE9183E1DE1}"/>
                </a:ext>
              </a:extLst>
            </p:cNvPr>
            <p:cNvSpPr/>
            <p:nvPr/>
          </p:nvSpPr>
          <p:spPr>
            <a:xfrm>
              <a:off x="13317282" y="5522084"/>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78" name="Google Shape;161;p1">
              <a:extLst>
                <a:ext uri="{FF2B5EF4-FFF2-40B4-BE49-F238E27FC236}">
                  <a16:creationId xmlns:a16="http://schemas.microsoft.com/office/drawing/2014/main" id="{37623350-6865-9AFE-AAB8-4FE002ACE2E7}"/>
                </a:ext>
              </a:extLst>
            </p:cNvPr>
            <p:cNvSpPr/>
            <p:nvPr/>
          </p:nvSpPr>
          <p:spPr>
            <a:xfrm>
              <a:off x="13699427" y="5306906"/>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79" name="Google Shape;162;p1">
              <a:extLst>
                <a:ext uri="{FF2B5EF4-FFF2-40B4-BE49-F238E27FC236}">
                  <a16:creationId xmlns:a16="http://schemas.microsoft.com/office/drawing/2014/main" id="{A8AFC705-A257-D505-1BAA-B46C25F6BDF6}"/>
                </a:ext>
              </a:extLst>
            </p:cNvPr>
            <p:cNvSpPr/>
            <p:nvPr/>
          </p:nvSpPr>
          <p:spPr>
            <a:xfrm>
              <a:off x="12990598" y="5644267"/>
              <a:ext cx="192300" cy="198000"/>
            </a:xfrm>
            <a:prstGeom prst="ellipse">
              <a:avLst/>
            </a:prstGeom>
            <a:solidFill>
              <a:srgbClr val="9FC5E8"/>
            </a:solidFill>
            <a:ln w="9525" cap="flat" cmpd="sng">
              <a:solidFill>
                <a:srgbClr val="262626"/>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80" name="Google Shape;163;p1">
              <a:extLst>
                <a:ext uri="{FF2B5EF4-FFF2-40B4-BE49-F238E27FC236}">
                  <a16:creationId xmlns:a16="http://schemas.microsoft.com/office/drawing/2014/main" id="{83F8E3BF-94C9-1E46-76E0-FDF735C56028}"/>
                </a:ext>
              </a:extLst>
            </p:cNvPr>
            <p:cNvSpPr/>
            <p:nvPr/>
          </p:nvSpPr>
          <p:spPr>
            <a:xfrm>
              <a:off x="13261106" y="6564434"/>
              <a:ext cx="328200" cy="336900"/>
            </a:xfrm>
            <a:prstGeom prst="ellipse">
              <a:avLst/>
            </a:prstGeom>
            <a:solidFill>
              <a:srgbClr val="1155CC"/>
            </a:solidFill>
            <a:ln w="9525" cap="flat" cmpd="sng">
              <a:solidFill>
                <a:srgbClr val="000000"/>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81" name="Google Shape;164;p1">
              <a:extLst>
                <a:ext uri="{FF2B5EF4-FFF2-40B4-BE49-F238E27FC236}">
                  <a16:creationId xmlns:a16="http://schemas.microsoft.com/office/drawing/2014/main" id="{DB7EDE91-9711-A554-29B3-C384B55BCF5E}"/>
                </a:ext>
              </a:extLst>
            </p:cNvPr>
            <p:cNvSpPr/>
            <p:nvPr/>
          </p:nvSpPr>
          <p:spPr>
            <a:xfrm>
              <a:off x="12889483" y="6773136"/>
              <a:ext cx="192300" cy="198000"/>
            </a:xfrm>
            <a:prstGeom prst="ellipse">
              <a:avLst/>
            </a:prstGeom>
            <a:solidFill>
              <a:srgbClr val="1155CC"/>
            </a:solidFill>
            <a:ln w="9525" cap="flat" cmpd="sng">
              <a:solidFill>
                <a:srgbClr val="000000"/>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83" name="Google Shape;165;p1">
              <a:extLst>
                <a:ext uri="{FF2B5EF4-FFF2-40B4-BE49-F238E27FC236}">
                  <a16:creationId xmlns:a16="http://schemas.microsoft.com/office/drawing/2014/main" id="{869A39A2-74F5-C7D1-7209-5A7C08770EE2}"/>
                </a:ext>
              </a:extLst>
            </p:cNvPr>
            <p:cNvSpPr/>
            <p:nvPr/>
          </p:nvSpPr>
          <p:spPr>
            <a:xfrm>
              <a:off x="13324166" y="6099152"/>
              <a:ext cx="192300" cy="198000"/>
            </a:xfrm>
            <a:prstGeom prst="ellipse">
              <a:avLst/>
            </a:prstGeom>
            <a:solidFill>
              <a:srgbClr val="1155CC"/>
            </a:solidFill>
            <a:ln w="9525" cap="flat" cmpd="sng">
              <a:solidFill>
                <a:srgbClr val="000000"/>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85" name="Google Shape;166;p1">
              <a:extLst>
                <a:ext uri="{FF2B5EF4-FFF2-40B4-BE49-F238E27FC236}">
                  <a16:creationId xmlns:a16="http://schemas.microsoft.com/office/drawing/2014/main" id="{29BD66CC-EA45-1E14-A8F5-F342879ABAE9}"/>
                </a:ext>
              </a:extLst>
            </p:cNvPr>
            <p:cNvSpPr/>
            <p:nvPr/>
          </p:nvSpPr>
          <p:spPr>
            <a:xfrm>
              <a:off x="11468140" y="5576165"/>
              <a:ext cx="305700" cy="308400"/>
            </a:xfrm>
            <a:prstGeom prst="ellipse">
              <a:avLst/>
            </a:prstGeom>
            <a:solidFill>
              <a:srgbClr val="E4E4E3"/>
            </a:solidFill>
            <a:ln w="179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86" name="Google Shape;167;p1">
              <a:extLst>
                <a:ext uri="{FF2B5EF4-FFF2-40B4-BE49-F238E27FC236}">
                  <a16:creationId xmlns:a16="http://schemas.microsoft.com/office/drawing/2014/main" id="{8404B8AD-26B6-1EDA-7DD4-7BAC58393F5B}"/>
                </a:ext>
              </a:extLst>
            </p:cNvPr>
            <p:cNvSpPr/>
            <p:nvPr/>
          </p:nvSpPr>
          <p:spPr>
            <a:xfrm>
              <a:off x="10719482" y="592538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87" name="Google Shape;168;p1">
              <a:extLst>
                <a:ext uri="{FF2B5EF4-FFF2-40B4-BE49-F238E27FC236}">
                  <a16:creationId xmlns:a16="http://schemas.microsoft.com/office/drawing/2014/main" id="{9DD5781D-531F-5922-497D-0DFE5D68AC08}"/>
                </a:ext>
              </a:extLst>
            </p:cNvPr>
            <p:cNvSpPr/>
            <p:nvPr/>
          </p:nvSpPr>
          <p:spPr>
            <a:xfrm>
              <a:off x="11061232" y="5405652"/>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88" name="Google Shape;169;p1">
              <a:extLst>
                <a:ext uri="{FF2B5EF4-FFF2-40B4-BE49-F238E27FC236}">
                  <a16:creationId xmlns:a16="http://schemas.microsoft.com/office/drawing/2014/main" id="{2FFDAD46-A8D6-B6C9-2A5B-9FF4F369A968}"/>
                </a:ext>
              </a:extLst>
            </p:cNvPr>
            <p:cNvSpPr/>
            <p:nvPr/>
          </p:nvSpPr>
          <p:spPr>
            <a:xfrm>
              <a:off x="10592773" y="6139937"/>
              <a:ext cx="274500" cy="2763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89" name="Google Shape;170;p1">
              <a:extLst>
                <a:ext uri="{FF2B5EF4-FFF2-40B4-BE49-F238E27FC236}">
                  <a16:creationId xmlns:a16="http://schemas.microsoft.com/office/drawing/2014/main" id="{15CF1E4E-202B-C95D-0363-61534C83D727}"/>
                </a:ext>
              </a:extLst>
            </p:cNvPr>
            <p:cNvSpPr/>
            <p:nvPr/>
          </p:nvSpPr>
          <p:spPr>
            <a:xfrm>
              <a:off x="11037864" y="6333062"/>
              <a:ext cx="192300" cy="198000"/>
            </a:xfrm>
            <a:prstGeom prst="ellipse">
              <a:avLst/>
            </a:prstGeom>
            <a:solidFill>
              <a:srgbClr val="D9D9D9"/>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90" name="Google Shape;171;p1">
              <a:extLst>
                <a:ext uri="{FF2B5EF4-FFF2-40B4-BE49-F238E27FC236}">
                  <a16:creationId xmlns:a16="http://schemas.microsoft.com/office/drawing/2014/main" id="{5D88DE1A-6DCF-6DB6-18E5-FDFAF8E3BA2D}"/>
                </a:ext>
              </a:extLst>
            </p:cNvPr>
            <p:cNvSpPr/>
            <p:nvPr/>
          </p:nvSpPr>
          <p:spPr>
            <a:xfrm>
              <a:off x="11449106" y="6300040"/>
              <a:ext cx="553500" cy="567900"/>
            </a:xfrm>
            <a:prstGeom prst="ellipse">
              <a:avLst/>
            </a:prstGeom>
            <a:solidFill>
              <a:srgbClr val="FFE599"/>
            </a:solidFill>
            <a:ln w="26900" cap="flat" cmpd="sng">
              <a:solidFill>
                <a:schemeClr val="dk2"/>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391" name="Google Shape;172;p1">
              <a:extLst>
                <a:ext uri="{FF2B5EF4-FFF2-40B4-BE49-F238E27FC236}">
                  <a16:creationId xmlns:a16="http://schemas.microsoft.com/office/drawing/2014/main" id="{01F69380-6B37-BDFB-8CD4-5713AA40EC46}"/>
                </a:ext>
              </a:extLst>
            </p:cNvPr>
            <p:cNvCxnSpPr>
              <a:stCxn id="374" idx="2"/>
              <a:endCxn id="385" idx="6"/>
            </p:cNvCxnSpPr>
            <p:nvPr/>
          </p:nvCxnSpPr>
          <p:spPr>
            <a:xfrm flipH="1">
              <a:off x="11773943" y="5649161"/>
              <a:ext cx="463800" cy="81300"/>
            </a:xfrm>
            <a:prstGeom prst="straightConnector1">
              <a:avLst/>
            </a:prstGeom>
            <a:noFill/>
            <a:ln w="9525" cap="flat" cmpd="sng">
              <a:solidFill>
                <a:srgbClr val="CCCCCC"/>
              </a:solidFill>
              <a:prstDash val="solid"/>
              <a:round/>
              <a:headEnd type="none" w="sm" len="sm"/>
              <a:tailEnd type="stealth" w="med" len="med"/>
            </a:ln>
          </p:spPr>
        </p:cxnSp>
        <p:cxnSp>
          <p:nvCxnSpPr>
            <p:cNvPr id="392" name="Google Shape;173;p1">
              <a:extLst>
                <a:ext uri="{FF2B5EF4-FFF2-40B4-BE49-F238E27FC236}">
                  <a16:creationId xmlns:a16="http://schemas.microsoft.com/office/drawing/2014/main" id="{200EB2B4-1334-37F0-17F6-B517BA6075F3}"/>
                </a:ext>
              </a:extLst>
            </p:cNvPr>
            <p:cNvCxnSpPr>
              <a:stCxn id="385" idx="2"/>
              <a:endCxn id="403" idx="6"/>
            </p:cNvCxnSpPr>
            <p:nvPr/>
          </p:nvCxnSpPr>
          <p:spPr>
            <a:xfrm flipH="1">
              <a:off x="11113540" y="5730365"/>
              <a:ext cx="354600" cy="30600"/>
            </a:xfrm>
            <a:prstGeom prst="straightConnector1">
              <a:avLst/>
            </a:prstGeom>
            <a:noFill/>
            <a:ln w="9525" cap="flat" cmpd="sng">
              <a:solidFill>
                <a:srgbClr val="CCCCCC"/>
              </a:solidFill>
              <a:prstDash val="solid"/>
              <a:round/>
              <a:headEnd type="none" w="sm" len="sm"/>
              <a:tailEnd type="stealth" w="med" len="med"/>
            </a:ln>
          </p:spPr>
        </p:cxnSp>
        <p:cxnSp>
          <p:nvCxnSpPr>
            <p:cNvPr id="393" name="Google Shape;175;p1">
              <a:extLst>
                <a:ext uri="{FF2B5EF4-FFF2-40B4-BE49-F238E27FC236}">
                  <a16:creationId xmlns:a16="http://schemas.microsoft.com/office/drawing/2014/main" id="{D8789DDF-41F5-F1CF-F94A-40FAC6E03C95}"/>
                </a:ext>
              </a:extLst>
            </p:cNvPr>
            <p:cNvCxnSpPr>
              <a:stCxn id="390" idx="1"/>
              <a:endCxn id="400" idx="5"/>
            </p:cNvCxnSpPr>
            <p:nvPr/>
          </p:nvCxnSpPr>
          <p:spPr>
            <a:xfrm rot="10800000">
              <a:off x="11390064" y="6170507"/>
              <a:ext cx="140100" cy="212700"/>
            </a:xfrm>
            <a:prstGeom prst="straightConnector1">
              <a:avLst/>
            </a:prstGeom>
            <a:noFill/>
            <a:ln w="9525" cap="flat" cmpd="sng">
              <a:solidFill>
                <a:srgbClr val="CCCCCC"/>
              </a:solidFill>
              <a:prstDash val="solid"/>
              <a:round/>
              <a:headEnd type="none" w="sm" len="sm"/>
              <a:tailEnd type="stealth" w="med" len="med"/>
            </a:ln>
          </p:spPr>
        </p:cxnSp>
        <p:cxnSp>
          <p:nvCxnSpPr>
            <p:cNvPr id="394" name="Google Shape;177;p1">
              <a:extLst>
                <a:ext uri="{FF2B5EF4-FFF2-40B4-BE49-F238E27FC236}">
                  <a16:creationId xmlns:a16="http://schemas.microsoft.com/office/drawing/2014/main" id="{9BD7438F-9C97-8683-362D-B081433093D7}"/>
                </a:ext>
              </a:extLst>
            </p:cNvPr>
            <p:cNvCxnSpPr>
              <a:stCxn id="390" idx="2"/>
              <a:endCxn id="389" idx="5"/>
            </p:cNvCxnSpPr>
            <p:nvPr/>
          </p:nvCxnSpPr>
          <p:spPr>
            <a:xfrm rot="10800000">
              <a:off x="11201906" y="6502090"/>
              <a:ext cx="247200" cy="81900"/>
            </a:xfrm>
            <a:prstGeom prst="straightConnector1">
              <a:avLst/>
            </a:prstGeom>
            <a:noFill/>
            <a:ln w="9525" cap="flat" cmpd="sng">
              <a:solidFill>
                <a:srgbClr val="CCCCCC"/>
              </a:solidFill>
              <a:prstDash val="solid"/>
              <a:round/>
              <a:headEnd type="none" w="sm" len="sm"/>
              <a:tailEnd type="stealth" w="med" len="med"/>
            </a:ln>
          </p:spPr>
        </p:cxnSp>
        <p:cxnSp>
          <p:nvCxnSpPr>
            <p:cNvPr id="395" name="Google Shape;178;p1">
              <a:extLst>
                <a:ext uri="{FF2B5EF4-FFF2-40B4-BE49-F238E27FC236}">
                  <a16:creationId xmlns:a16="http://schemas.microsoft.com/office/drawing/2014/main" id="{83D2674B-EE31-18D9-5A6F-05EB6DE6F385}"/>
                </a:ext>
              </a:extLst>
            </p:cNvPr>
            <p:cNvCxnSpPr>
              <a:stCxn id="389" idx="2"/>
              <a:endCxn id="388" idx="6"/>
            </p:cNvCxnSpPr>
            <p:nvPr/>
          </p:nvCxnSpPr>
          <p:spPr>
            <a:xfrm rot="10800000">
              <a:off x="10867164" y="6278162"/>
              <a:ext cx="170700" cy="153900"/>
            </a:xfrm>
            <a:prstGeom prst="straightConnector1">
              <a:avLst/>
            </a:prstGeom>
            <a:noFill/>
            <a:ln w="9525" cap="flat" cmpd="sng">
              <a:solidFill>
                <a:srgbClr val="B7B7B7"/>
              </a:solidFill>
              <a:prstDash val="solid"/>
              <a:round/>
              <a:headEnd type="none" w="sm" len="sm"/>
              <a:tailEnd type="stealth" w="med" len="med"/>
            </a:ln>
          </p:spPr>
        </p:cxnSp>
        <p:cxnSp>
          <p:nvCxnSpPr>
            <p:cNvPr id="396" name="Google Shape;179;p1">
              <a:extLst>
                <a:ext uri="{FF2B5EF4-FFF2-40B4-BE49-F238E27FC236}">
                  <a16:creationId xmlns:a16="http://schemas.microsoft.com/office/drawing/2014/main" id="{BAC708EC-7310-ACFE-72A5-A53CE110007E}"/>
                </a:ext>
              </a:extLst>
            </p:cNvPr>
            <p:cNvCxnSpPr>
              <a:stCxn id="400" idx="2"/>
              <a:endCxn id="386" idx="5"/>
            </p:cNvCxnSpPr>
            <p:nvPr/>
          </p:nvCxnSpPr>
          <p:spPr>
            <a:xfrm rot="10800000">
              <a:off x="10883737" y="6094319"/>
              <a:ext cx="342300" cy="6300"/>
            </a:xfrm>
            <a:prstGeom prst="straightConnector1">
              <a:avLst/>
            </a:prstGeom>
            <a:noFill/>
            <a:ln w="9525" cap="flat" cmpd="sng">
              <a:solidFill>
                <a:srgbClr val="CCCCCC"/>
              </a:solidFill>
              <a:prstDash val="solid"/>
              <a:round/>
              <a:headEnd type="none" w="sm" len="sm"/>
              <a:tailEnd type="stealth" w="med" len="med"/>
            </a:ln>
          </p:spPr>
        </p:cxnSp>
        <p:cxnSp>
          <p:nvCxnSpPr>
            <p:cNvPr id="397" name="Google Shape;180;p1">
              <a:extLst>
                <a:ext uri="{FF2B5EF4-FFF2-40B4-BE49-F238E27FC236}">
                  <a16:creationId xmlns:a16="http://schemas.microsoft.com/office/drawing/2014/main" id="{BD8AACF8-A52B-ABC8-EB97-CF7A69F67F2B}"/>
                </a:ext>
              </a:extLst>
            </p:cNvPr>
            <p:cNvCxnSpPr>
              <a:stCxn id="385" idx="1"/>
              <a:endCxn id="387" idx="5"/>
            </p:cNvCxnSpPr>
            <p:nvPr/>
          </p:nvCxnSpPr>
          <p:spPr>
            <a:xfrm rot="10800000">
              <a:off x="11225509" y="5574529"/>
              <a:ext cx="287400" cy="46800"/>
            </a:xfrm>
            <a:prstGeom prst="straightConnector1">
              <a:avLst/>
            </a:prstGeom>
            <a:noFill/>
            <a:ln w="9525" cap="flat" cmpd="sng">
              <a:solidFill>
                <a:srgbClr val="CCCCCC"/>
              </a:solidFill>
              <a:prstDash val="solid"/>
              <a:round/>
              <a:headEnd type="none" w="sm" len="sm"/>
              <a:tailEnd type="stealth" w="med" len="med"/>
            </a:ln>
          </p:spPr>
        </p:cxnSp>
        <p:cxnSp>
          <p:nvCxnSpPr>
            <p:cNvPr id="398" name="Google Shape;181;p1">
              <a:extLst>
                <a:ext uri="{FF2B5EF4-FFF2-40B4-BE49-F238E27FC236}">
                  <a16:creationId xmlns:a16="http://schemas.microsoft.com/office/drawing/2014/main" id="{8012F9A3-461F-0B0F-4779-C19BE02421C4}"/>
                </a:ext>
              </a:extLst>
            </p:cNvPr>
            <p:cNvCxnSpPr>
              <a:stCxn id="411" idx="2"/>
              <a:endCxn id="400" idx="6"/>
            </p:cNvCxnSpPr>
            <p:nvPr/>
          </p:nvCxnSpPr>
          <p:spPr>
            <a:xfrm flipH="1">
              <a:off x="11418366" y="5897435"/>
              <a:ext cx="710100" cy="203100"/>
            </a:xfrm>
            <a:prstGeom prst="straightConnector1">
              <a:avLst/>
            </a:prstGeom>
            <a:noFill/>
            <a:ln w="9525" cap="flat" cmpd="sng">
              <a:solidFill>
                <a:srgbClr val="CCCCCC"/>
              </a:solidFill>
              <a:prstDash val="solid"/>
              <a:round/>
              <a:headEnd type="none" w="sm" len="sm"/>
              <a:tailEnd type="stealth" w="med" len="med"/>
            </a:ln>
          </p:spPr>
        </p:cxnSp>
        <p:cxnSp>
          <p:nvCxnSpPr>
            <p:cNvPr id="399" name="Google Shape;183;p1">
              <a:extLst>
                <a:ext uri="{FF2B5EF4-FFF2-40B4-BE49-F238E27FC236}">
                  <a16:creationId xmlns:a16="http://schemas.microsoft.com/office/drawing/2014/main" id="{3959440F-B7C2-7AFC-B1AD-E34E9C0CD9E7}"/>
                </a:ext>
              </a:extLst>
            </p:cNvPr>
            <p:cNvCxnSpPr>
              <a:stCxn id="411" idx="2"/>
              <a:endCxn id="386" idx="6"/>
            </p:cNvCxnSpPr>
            <p:nvPr/>
          </p:nvCxnSpPr>
          <p:spPr>
            <a:xfrm flipH="1">
              <a:off x="10911666" y="5897435"/>
              <a:ext cx="1216800" cy="126900"/>
            </a:xfrm>
            <a:prstGeom prst="straightConnector1">
              <a:avLst/>
            </a:prstGeom>
            <a:noFill/>
            <a:ln w="9525" cap="flat" cmpd="sng">
              <a:solidFill>
                <a:srgbClr val="CCCCCC"/>
              </a:solidFill>
              <a:prstDash val="solid"/>
              <a:round/>
              <a:headEnd type="none" w="sm" len="sm"/>
              <a:tailEnd type="stealth" w="med" len="med"/>
            </a:ln>
          </p:spPr>
        </p:cxnSp>
        <p:sp>
          <p:nvSpPr>
            <p:cNvPr id="400" name="Google Shape;176;p1">
              <a:extLst>
                <a:ext uri="{FF2B5EF4-FFF2-40B4-BE49-F238E27FC236}">
                  <a16:creationId xmlns:a16="http://schemas.microsoft.com/office/drawing/2014/main" id="{8CE92BBA-2562-D340-CE8E-F101CFB44928}"/>
                </a:ext>
              </a:extLst>
            </p:cNvPr>
            <p:cNvSpPr/>
            <p:nvPr/>
          </p:nvSpPr>
          <p:spPr>
            <a:xfrm>
              <a:off x="11226037" y="6001619"/>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401" name="Google Shape;184;p1">
              <a:extLst>
                <a:ext uri="{FF2B5EF4-FFF2-40B4-BE49-F238E27FC236}">
                  <a16:creationId xmlns:a16="http://schemas.microsoft.com/office/drawing/2014/main" id="{D53780E7-1866-E27B-3853-6A670D18B6D4}"/>
                </a:ext>
              </a:extLst>
            </p:cNvPr>
            <p:cNvCxnSpPr>
              <a:stCxn id="374" idx="2"/>
              <a:endCxn id="389" idx="7"/>
            </p:cNvCxnSpPr>
            <p:nvPr/>
          </p:nvCxnSpPr>
          <p:spPr>
            <a:xfrm flipH="1">
              <a:off x="11202143" y="5649161"/>
              <a:ext cx="1035600" cy="712800"/>
            </a:xfrm>
            <a:prstGeom prst="straightConnector1">
              <a:avLst/>
            </a:prstGeom>
            <a:noFill/>
            <a:ln w="9525" cap="flat" cmpd="sng">
              <a:solidFill>
                <a:srgbClr val="CCCCCC"/>
              </a:solidFill>
              <a:prstDash val="solid"/>
              <a:round/>
              <a:headEnd type="none" w="sm" len="sm"/>
              <a:tailEnd type="stealth" w="med" len="med"/>
            </a:ln>
          </p:spPr>
        </p:cxnSp>
        <p:cxnSp>
          <p:nvCxnSpPr>
            <p:cNvPr id="402" name="Google Shape;185;p1">
              <a:extLst>
                <a:ext uri="{FF2B5EF4-FFF2-40B4-BE49-F238E27FC236}">
                  <a16:creationId xmlns:a16="http://schemas.microsoft.com/office/drawing/2014/main" id="{40E60FFA-0448-1EB1-4F04-2A5711384902}"/>
                </a:ext>
              </a:extLst>
            </p:cNvPr>
            <p:cNvCxnSpPr>
              <a:stCxn id="374" idx="5"/>
              <a:endCxn id="380" idx="1"/>
            </p:cNvCxnSpPr>
            <p:nvPr/>
          </p:nvCxnSpPr>
          <p:spPr>
            <a:xfrm>
              <a:off x="12401881" y="5719165"/>
              <a:ext cx="907200" cy="894600"/>
            </a:xfrm>
            <a:prstGeom prst="straightConnector1">
              <a:avLst/>
            </a:prstGeom>
            <a:noFill/>
            <a:ln w="17925" cap="flat" cmpd="sng">
              <a:solidFill>
                <a:srgbClr val="D9D9D9"/>
              </a:solidFill>
              <a:prstDash val="solid"/>
              <a:round/>
              <a:headEnd type="none" w="sm" len="sm"/>
              <a:tailEnd type="stealth" w="med" len="med"/>
            </a:ln>
          </p:spPr>
        </p:cxnSp>
        <p:sp>
          <p:nvSpPr>
            <p:cNvPr id="403" name="Google Shape;174;p1">
              <a:extLst>
                <a:ext uri="{FF2B5EF4-FFF2-40B4-BE49-F238E27FC236}">
                  <a16:creationId xmlns:a16="http://schemas.microsoft.com/office/drawing/2014/main" id="{7010F960-E1AF-C883-1E4A-1C7F110EF7F8}"/>
                </a:ext>
              </a:extLst>
            </p:cNvPr>
            <p:cNvSpPr/>
            <p:nvPr/>
          </p:nvSpPr>
          <p:spPr>
            <a:xfrm>
              <a:off x="10921235" y="566202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404" name="Google Shape;186;p1">
              <a:extLst>
                <a:ext uri="{FF2B5EF4-FFF2-40B4-BE49-F238E27FC236}">
                  <a16:creationId xmlns:a16="http://schemas.microsoft.com/office/drawing/2014/main" id="{4CBBC9DD-4EDD-8CEF-A09E-D7415AB44B5B}"/>
                </a:ext>
              </a:extLst>
            </p:cNvPr>
            <p:cNvCxnSpPr>
              <a:stCxn id="411" idx="2"/>
              <a:endCxn id="389" idx="6"/>
            </p:cNvCxnSpPr>
            <p:nvPr/>
          </p:nvCxnSpPr>
          <p:spPr>
            <a:xfrm flipH="1">
              <a:off x="11230266" y="5897435"/>
              <a:ext cx="898200" cy="534600"/>
            </a:xfrm>
            <a:prstGeom prst="straightConnector1">
              <a:avLst/>
            </a:prstGeom>
            <a:noFill/>
            <a:ln w="9525" cap="flat" cmpd="sng">
              <a:solidFill>
                <a:srgbClr val="CCCCCC"/>
              </a:solidFill>
              <a:prstDash val="solid"/>
              <a:round/>
              <a:headEnd type="none" w="sm" len="sm"/>
              <a:tailEnd type="stealth" w="med" len="med"/>
            </a:ln>
          </p:spPr>
        </p:cxnSp>
        <p:cxnSp>
          <p:nvCxnSpPr>
            <p:cNvPr id="405" name="Google Shape;187;p1">
              <a:extLst>
                <a:ext uri="{FF2B5EF4-FFF2-40B4-BE49-F238E27FC236}">
                  <a16:creationId xmlns:a16="http://schemas.microsoft.com/office/drawing/2014/main" id="{4303733E-E343-6898-5C28-C7C00A72B1F6}"/>
                </a:ext>
              </a:extLst>
            </p:cNvPr>
            <p:cNvCxnSpPr>
              <a:stCxn id="409" idx="6"/>
              <a:endCxn id="379" idx="2"/>
            </p:cNvCxnSpPr>
            <p:nvPr/>
          </p:nvCxnSpPr>
          <p:spPr>
            <a:xfrm rot="10800000" flipH="1">
              <a:off x="12553633" y="5743151"/>
              <a:ext cx="437100" cy="199800"/>
            </a:xfrm>
            <a:prstGeom prst="straightConnector1">
              <a:avLst/>
            </a:prstGeom>
            <a:noFill/>
            <a:ln w="9525" cap="flat" cmpd="sng">
              <a:solidFill>
                <a:schemeClr val="dk2"/>
              </a:solidFill>
              <a:prstDash val="solid"/>
              <a:round/>
              <a:headEnd type="none" w="sm" len="sm"/>
              <a:tailEnd type="stealth" w="med" len="med"/>
            </a:ln>
          </p:spPr>
        </p:cxnSp>
        <p:cxnSp>
          <p:nvCxnSpPr>
            <p:cNvPr id="406" name="Google Shape;189;p1">
              <a:extLst>
                <a:ext uri="{FF2B5EF4-FFF2-40B4-BE49-F238E27FC236}">
                  <a16:creationId xmlns:a16="http://schemas.microsoft.com/office/drawing/2014/main" id="{2CF2A67E-9765-07D3-385B-9444EDAF2495}"/>
                </a:ext>
              </a:extLst>
            </p:cNvPr>
            <p:cNvCxnSpPr>
              <a:stCxn id="379" idx="7"/>
              <a:endCxn id="377" idx="2"/>
            </p:cNvCxnSpPr>
            <p:nvPr/>
          </p:nvCxnSpPr>
          <p:spPr>
            <a:xfrm rot="10800000" flipH="1">
              <a:off x="13154736" y="5621063"/>
              <a:ext cx="162600" cy="52200"/>
            </a:xfrm>
            <a:prstGeom prst="straightConnector1">
              <a:avLst/>
            </a:prstGeom>
            <a:noFill/>
            <a:ln w="9525" cap="flat" cmpd="sng">
              <a:solidFill>
                <a:srgbClr val="E4E4E3"/>
              </a:solidFill>
              <a:prstDash val="solid"/>
              <a:round/>
              <a:headEnd type="none" w="sm" len="sm"/>
              <a:tailEnd type="stealth" w="med" len="med"/>
            </a:ln>
          </p:spPr>
        </p:cxnSp>
        <p:cxnSp>
          <p:nvCxnSpPr>
            <p:cNvPr id="407" name="Google Shape;190;p1">
              <a:extLst>
                <a:ext uri="{FF2B5EF4-FFF2-40B4-BE49-F238E27FC236}">
                  <a16:creationId xmlns:a16="http://schemas.microsoft.com/office/drawing/2014/main" id="{6E7CE23E-B071-FAC1-683F-782BD9BE683E}"/>
                </a:ext>
              </a:extLst>
            </p:cNvPr>
            <p:cNvCxnSpPr>
              <a:stCxn id="377" idx="6"/>
              <a:endCxn id="378" idx="2"/>
            </p:cNvCxnSpPr>
            <p:nvPr/>
          </p:nvCxnSpPr>
          <p:spPr>
            <a:xfrm rot="10800000" flipH="1">
              <a:off x="13509582" y="5405984"/>
              <a:ext cx="189900" cy="215100"/>
            </a:xfrm>
            <a:prstGeom prst="straightConnector1">
              <a:avLst/>
            </a:prstGeom>
            <a:noFill/>
            <a:ln w="9525" cap="flat" cmpd="sng">
              <a:solidFill>
                <a:srgbClr val="E4E4E3"/>
              </a:solidFill>
              <a:prstDash val="solid"/>
              <a:round/>
              <a:headEnd type="none" w="sm" len="sm"/>
              <a:tailEnd type="stealth" w="med" len="med"/>
            </a:ln>
          </p:spPr>
        </p:cxnSp>
        <p:cxnSp>
          <p:nvCxnSpPr>
            <p:cNvPr id="408" name="Google Shape;191;p1">
              <a:extLst>
                <a:ext uri="{FF2B5EF4-FFF2-40B4-BE49-F238E27FC236}">
                  <a16:creationId xmlns:a16="http://schemas.microsoft.com/office/drawing/2014/main" id="{46F744F0-CD7D-4A16-7A5B-7254BF59815C}"/>
                </a:ext>
              </a:extLst>
            </p:cNvPr>
            <p:cNvCxnSpPr>
              <a:stCxn id="374" idx="6"/>
              <a:endCxn id="375" idx="2"/>
            </p:cNvCxnSpPr>
            <p:nvPr/>
          </p:nvCxnSpPr>
          <p:spPr>
            <a:xfrm rot="10800000" flipH="1">
              <a:off x="12430043" y="5497061"/>
              <a:ext cx="560700" cy="152100"/>
            </a:xfrm>
            <a:prstGeom prst="straightConnector1">
              <a:avLst/>
            </a:prstGeom>
            <a:noFill/>
            <a:ln w="9525" cap="flat" cmpd="sng">
              <a:solidFill>
                <a:srgbClr val="E4E4E3"/>
              </a:solidFill>
              <a:prstDash val="solid"/>
              <a:round/>
              <a:headEnd type="none" w="sm" len="sm"/>
              <a:tailEnd type="stealth" w="med" len="med"/>
            </a:ln>
          </p:spPr>
        </p:cxnSp>
        <p:sp>
          <p:nvSpPr>
            <p:cNvPr id="409" name="Google Shape;188;p1">
              <a:extLst>
                <a:ext uri="{FF2B5EF4-FFF2-40B4-BE49-F238E27FC236}">
                  <a16:creationId xmlns:a16="http://schemas.microsoft.com/office/drawing/2014/main" id="{16B3FDAC-A370-7B0A-20E6-E059EFDC8467}"/>
                </a:ext>
              </a:extLst>
            </p:cNvPr>
            <p:cNvSpPr/>
            <p:nvPr/>
          </p:nvSpPr>
          <p:spPr>
            <a:xfrm>
              <a:off x="12361333" y="5843951"/>
              <a:ext cx="192300" cy="198000"/>
            </a:xfrm>
            <a:prstGeom prst="ellipse">
              <a:avLst/>
            </a:prstGeom>
            <a:solidFill>
              <a:srgbClr val="262626"/>
            </a:solidFill>
            <a:ln w="9525" cap="flat" cmpd="sng">
              <a:solidFill>
                <a:schemeClr val="dk2"/>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410" name="Google Shape;192;p1">
              <a:extLst>
                <a:ext uri="{FF2B5EF4-FFF2-40B4-BE49-F238E27FC236}">
                  <a16:creationId xmlns:a16="http://schemas.microsoft.com/office/drawing/2014/main" id="{72ECE26F-59F1-B2DD-9D86-696C5703F88A}"/>
                </a:ext>
              </a:extLst>
            </p:cNvPr>
            <p:cNvCxnSpPr>
              <a:stCxn id="375" idx="7"/>
              <a:endCxn id="376" idx="2"/>
            </p:cNvCxnSpPr>
            <p:nvPr/>
          </p:nvCxnSpPr>
          <p:spPr>
            <a:xfrm rot="10800000" flipH="1">
              <a:off x="13154747" y="5328685"/>
              <a:ext cx="174300" cy="98400"/>
            </a:xfrm>
            <a:prstGeom prst="straightConnector1">
              <a:avLst/>
            </a:prstGeom>
            <a:noFill/>
            <a:ln w="9525" cap="flat" cmpd="sng">
              <a:solidFill>
                <a:srgbClr val="E4E4E3"/>
              </a:solidFill>
              <a:prstDash val="solid"/>
              <a:round/>
              <a:headEnd type="none" w="sm" len="sm"/>
              <a:tailEnd type="stealth" w="med" len="med"/>
            </a:ln>
          </p:spPr>
        </p:cxnSp>
        <p:sp>
          <p:nvSpPr>
            <p:cNvPr id="411" name="Google Shape;182;p1">
              <a:extLst>
                <a:ext uri="{FF2B5EF4-FFF2-40B4-BE49-F238E27FC236}">
                  <a16:creationId xmlns:a16="http://schemas.microsoft.com/office/drawing/2014/main" id="{8C405EB5-EB42-1E7B-1DB1-0FCFF35A7C2E}"/>
                </a:ext>
              </a:extLst>
            </p:cNvPr>
            <p:cNvSpPr/>
            <p:nvPr/>
          </p:nvSpPr>
          <p:spPr>
            <a:xfrm>
              <a:off x="12128466" y="579843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412" name="Google Shape;193;p1">
              <a:extLst>
                <a:ext uri="{FF2B5EF4-FFF2-40B4-BE49-F238E27FC236}">
                  <a16:creationId xmlns:a16="http://schemas.microsoft.com/office/drawing/2014/main" id="{16C21543-477E-8151-BFA7-B83A1AB031F8}"/>
                </a:ext>
              </a:extLst>
            </p:cNvPr>
            <p:cNvCxnSpPr>
              <a:stCxn id="390" idx="6"/>
              <a:endCxn id="380" idx="2"/>
            </p:cNvCxnSpPr>
            <p:nvPr/>
          </p:nvCxnSpPr>
          <p:spPr>
            <a:xfrm>
              <a:off x="12002606" y="6583990"/>
              <a:ext cx="1258500" cy="148800"/>
            </a:xfrm>
            <a:prstGeom prst="straightConnector1">
              <a:avLst/>
            </a:prstGeom>
            <a:noFill/>
            <a:ln w="35850" cap="flat" cmpd="sng">
              <a:solidFill>
                <a:srgbClr val="E4E4E3"/>
              </a:solidFill>
              <a:prstDash val="solid"/>
              <a:round/>
              <a:headEnd type="stealth" w="med" len="med"/>
              <a:tailEnd type="none" w="sm" len="sm"/>
            </a:ln>
          </p:spPr>
        </p:cxnSp>
        <p:cxnSp>
          <p:nvCxnSpPr>
            <p:cNvPr id="413" name="Google Shape;194;p1">
              <a:extLst>
                <a:ext uri="{FF2B5EF4-FFF2-40B4-BE49-F238E27FC236}">
                  <a16:creationId xmlns:a16="http://schemas.microsoft.com/office/drawing/2014/main" id="{28A02469-247B-621B-A6DA-8FDB8E4504C5}"/>
                </a:ext>
              </a:extLst>
            </p:cNvPr>
            <p:cNvCxnSpPr>
              <a:stCxn id="381" idx="1"/>
              <a:endCxn id="385" idx="5"/>
            </p:cNvCxnSpPr>
            <p:nvPr/>
          </p:nvCxnSpPr>
          <p:spPr>
            <a:xfrm rot="10800000">
              <a:off x="11729045" y="5839432"/>
              <a:ext cx="1188600" cy="962700"/>
            </a:xfrm>
            <a:prstGeom prst="straightConnector1">
              <a:avLst/>
            </a:prstGeom>
            <a:noFill/>
            <a:ln w="9525" cap="flat" cmpd="sng">
              <a:solidFill>
                <a:srgbClr val="CCCCCC"/>
              </a:solidFill>
              <a:prstDash val="solid"/>
              <a:round/>
              <a:headEnd type="none" w="sm" len="sm"/>
              <a:tailEnd type="stealth" w="med" len="med"/>
            </a:ln>
          </p:spPr>
        </p:cxnSp>
        <p:cxnSp>
          <p:nvCxnSpPr>
            <p:cNvPr id="414" name="Google Shape;195;p1">
              <a:extLst>
                <a:ext uri="{FF2B5EF4-FFF2-40B4-BE49-F238E27FC236}">
                  <a16:creationId xmlns:a16="http://schemas.microsoft.com/office/drawing/2014/main" id="{6EEC45BE-8395-C15A-7871-2A4A978A9CD8}"/>
                </a:ext>
              </a:extLst>
            </p:cNvPr>
            <p:cNvCxnSpPr>
              <a:stCxn id="411" idx="3"/>
              <a:endCxn id="390" idx="7"/>
            </p:cNvCxnSpPr>
            <p:nvPr/>
          </p:nvCxnSpPr>
          <p:spPr>
            <a:xfrm flipH="1">
              <a:off x="11921428" y="5967439"/>
              <a:ext cx="235200" cy="415800"/>
            </a:xfrm>
            <a:prstGeom prst="straightConnector1">
              <a:avLst/>
            </a:prstGeom>
            <a:noFill/>
            <a:ln w="35850" cap="flat" cmpd="sng">
              <a:solidFill>
                <a:srgbClr val="E4E4E3"/>
              </a:solidFill>
              <a:prstDash val="solid"/>
              <a:round/>
              <a:headEnd type="none" w="sm" len="sm"/>
              <a:tailEnd type="stealth" w="med" len="med"/>
            </a:ln>
          </p:spPr>
        </p:cxnSp>
        <p:cxnSp>
          <p:nvCxnSpPr>
            <p:cNvPr id="415" name="Google Shape;196;p1">
              <a:extLst>
                <a:ext uri="{FF2B5EF4-FFF2-40B4-BE49-F238E27FC236}">
                  <a16:creationId xmlns:a16="http://schemas.microsoft.com/office/drawing/2014/main" id="{5FF185B2-0F0B-DD1A-3129-FF37B08141E9}"/>
                </a:ext>
              </a:extLst>
            </p:cNvPr>
            <p:cNvCxnSpPr>
              <a:stCxn id="409" idx="5"/>
              <a:endCxn id="381" idx="1"/>
            </p:cNvCxnSpPr>
            <p:nvPr/>
          </p:nvCxnSpPr>
          <p:spPr>
            <a:xfrm>
              <a:off x="12525471" y="6012955"/>
              <a:ext cx="392100" cy="789300"/>
            </a:xfrm>
            <a:prstGeom prst="straightConnector1">
              <a:avLst/>
            </a:prstGeom>
            <a:noFill/>
            <a:ln w="9525" cap="flat" cmpd="sng">
              <a:solidFill>
                <a:schemeClr val="dk2"/>
              </a:solidFill>
              <a:prstDash val="solid"/>
              <a:round/>
              <a:headEnd type="none" w="sm" len="sm"/>
              <a:tailEnd type="stealth" w="med" len="med"/>
            </a:ln>
          </p:spPr>
        </p:cxnSp>
        <p:cxnSp>
          <p:nvCxnSpPr>
            <p:cNvPr id="416" name="Google Shape;197;p1">
              <a:extLst>
                <a:ext uri="{FF2B5EF4-FFF2-40B4-BE49-F238E27FC236}">
                  <a16:creationId xmlns:a16="http://schemas.microsoft.com/office/drawing/2014/main" id="{0C71DF6E-9D7F-CA12-5948-DECA8551F849}"/>
                </a:ext>
              </a:extLst>
            </p:cNvPr>
            <p:cNvCxnSpPr>
              <a:stCxn id="374" idx="6"/>
              <a:endCxn id="379" idx="2"/>
            </p:cNvCxnSpPr>
            <p:nvPr/>
          </p:nvCxnSpPr>
          <p:spPr>
            <a:xfrm>
              <a:off x="12430043" y="5649161"/>
              <a:ext cx="560700" cy="94200"/>
            </a:xfrm>
            <a:prstGeom prst="straightConnector1">
              <a:avLst/>
            </a:prstGeom>
            <a:noFill/>
            <a:ln w="9525" cap="flat" cmpd="sng">
              <a:solidFill>
                <a:srgbClr val="E4E4E3"/>
              </a:solidFill>
              <a:prstDash val="solid"/>
              <a:round/>
              <a:headEnd type="none" w="sm" len="sm"/>
              <a:tailEnd type="stealth" w="med" len="med"/>
            </a:ln>
          </p:spPr>
        </p:cxnSp>
        <p:cxnSp>
          <p:nvCxnSpPr>
            <p:cNvPr id="417" name="Google Shape;198;p1">
              <a:extLst>
                <a:ext uri="{FF2B5EF4-FFF2-40B4-BE49-F238E27FC236}">
                  <a16:creationId xmlns:a16="http://schemas.microsoft.com/office/drawing/2014/main" id="{6896655C-7430-3B07-4661-09DC9C8595A6}"/>
                </a:ext>
              </a:extLst>
            </p:cNvPr>
            <p:cNvCxnSpPr>
              <a:stCxn id="409" idx="6"/>
              <a:endCxn id="383" idx="2"/>
            </p:cNvCxnSpPr>
            <p:nvPr/>
          </p:nvCxnSpPr>
          <p:spPr>
            <a:xfrm>
              <a:off x="12553633" y="5942951"/>
              <a:ext cx="770400" cy="255300"/>
            </a:xfrm>
            <a:prstGeom prst="straightConnector1">
              <a:avLst/>
            </a:prstGeom>
            <a:noFill/>
            <a:ln w="9525" cap="flat" cmpd="sng">
              <a:solidFill>
                <a:schemeClr val="dk2"/>
              </a:solidFill>
              <a:prstDash val="solid"/>
              <a:round/>
              <a:headEnd type="none" w="sm" len="sm"/>
              <a:tailEnd type="stealth" w="med" len="med"/>
            </a:ln>
          </p:spPr>
        </p:cxnSp>
        <p:cxnSp>
          <p:nvCxnSpPr>
            <p:cNvPr id="418" name="Google Shape;199;p1">
              <a:extLst>
                <a:ext uri="{FF2B5EF4-FFF2-40B4-BE49-F238E27FC236}">
                  <a16:creationId xmlns:a16="http://schemas.microsoft.com/office/drawing/2014/main" id="{49362982-F82F-DECD-6D6A-8EA5B1B2CC0E}"/>
                </a:ext>
              </a:extLst>
            </p:cNvPr>
            <p:cNvCxnSpPr>
              <a:stCxn id="409" idx="3"/>
              <a:endCxn id="390" idx="7"/>
            </p:cNvCxnSpPr>
            <p:nvPr/>
          </p:nvCxnSpPr>
          <p:spPr>
            <a:xfrm flipH="1">
              <a:off x="11921495" y="6012955"/>
              <a:ext cx="468000" cy="370200"/>
            </a:xfrm>
            <a:prstGeom prst="straightConnector1">
              <a:avLst/>
            </a:prstGeom>
            <a:noFill/>
            <a:ln w="9525" cap="flat" cmpd="sng">
              <a:solidFill>
                <a:schemeClr val="dk2"/>
              </a:solidFill>
              <a:prstDash val="solid"/>
              <a:round/>
              <a:headEnd type="none" w="sm" len="sm"/>
              <a:tailEnd type="stealth" w="med" len="med"/>
            </a:ln>
          </p:spPr>
        </p:cxnSp>
        <p:cxnSp>
          <p:nvCxnSpPr>
            <p:cNvPr id="419" name="Google Shape;200;p1">
              <a:extLst>
                <a:ext uri="{FF2B5EF4-FFF2-40B4-BE49-F238E27FC236}">
                  <a16:creationId xmlns:a16="http://schemas.microsoft.com/office/drawing/2014/main" id="{DC62E670-0FC4-CF00-9A35-6E914E90E1BC}"/>
                </a:ext>
              </a:extLst>
            </p:cNvPr>
            <p:cNvCxnSpPr>
              <a:stCxn id="409" idx="6"/>
              <a:endCxn id="380" idx="1"/>
            </p:cNvCxnSpPr>
            <p:nvPr/>
          </p:nvCxnSpPr>
          <p:spPr>
            <a:xfrm>
              <a:off x="12553633" y="5942951"/>
              <a:ext cx="755400" cy="670800"/>
            </a:xfrm>
            <a:prstGeom prst="straightConnector1">
              <a:avLst/>
            </a:prstGeom>
            <a:noFill/>
            <a:ln w="17925" cap="flat" cmpd="sng">
              <a:solidFill>
                <a:schemeClr val="dk2"/>
              </a:solidFill>
              <a:prstDash val="solid"/>
              <a:round/>
              <a:headEnd type="none" w="sm" len="sm"/>
              <a:tailEnd type="stealth" w="med" len="med"/>
            </a:ln>
          </p:spPr>
        </p:cxnSp>
        <p:sp>
          <p:nvSpPr>
            <p:cNvPr id="420" name="Google Shape;201;p1">
              <a:extLst>
                <a:ext uri="{FF2B5EF4-FFF2-40B4-BE49-F238E27FC236}">
                  <a16:creationId xmlns:a16="http://schemas.microsoft.com/office/drawing/2014/main" id="{508AEDD8-016B-5331-25DB-7795C82727AD}"/>
                </a:ext>
              </a:extLst>
            </p:cNvPr>
            <p:cNvSpPr/>
            <p:nvPr/>
          </p:nvSpPr>
          <p:spPr>
            <a:xfrm>
              <a:off x="11798138" y="4777764"/>
              <a:ext cx="907200" cy="606924"/>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dirty="0">
                  <a:solidFill>
                    <a:srgbClr val="000000"/>
                  </a:solidFill>
                  <a:latin typeface="Source Sans Pro" panose="020B0503030403020204" pitchFamily="34" charset="0"/>
                  <a:ea typeface="Source Sans Pro" panose="020B0503030403020204" pitchFamily="34" charset="0"/>
                  <a:sym typeface="Helvetica Neue"/>
                </a:rPr>
                <a:t>Sentiment Metrics </a:t>
              </a:r>
              <a:endParaRPr sz="1000" b="0" i="0" u="none" strike="noStrike" cap="none" dirty="0">
                <a:solidFill>
                  <a:srgbClr val="000000"/>
                </a:solidFill>
                <a:latin typeface="Source Sans Pro" panose="020B0503030403020204" pitchFamily="34" charset="0"/>
                <a:ea typeface="Source Sans Pro" panose="020B0503030403020204" pitchFamily="34" charset="0"/>
                <a:sym typeface="Helvetica Neue"/>
              </a:endParaRPr>
            </a:p>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dirty="0">
                  <a:solidFill>
                    <a:srgbClr val="000000"/>
                  </a:solidFill>
                  <a:latin typeface="Source Sans Pro" panose="020B0503030403020204" pitchFamily="34" charset="0"/>
                  <a:ea typeface="Source Sans Pro" panose="020B0503030403020204" pitchFamily="34" charset="0"/>
                  <a:sym typeface="Helvetica Neue"/>
                </a:rPr>
                <a:t>………….</a:t>
              </a:r>
              <a:endParaRPr sz="1000" b="0" i="0" u="none" strike="noStrike" cap="none" dirty="0">
                <a:solidFill>
                  <a:srgbClr val="000000"/>
                </a:solidFill>
                <a:latin typeface="Source Sans Pro" panose="020B0503030403020204" pitchFamily="34" charset="0"/>
                <a:ea typeface="Source Sans Pro" panose="020B0503030403020204" pitchFamily="34" charset="0"/>
                <a:sym typeface="Helvetica Neue"/>
              </a:endParaRPr>
            </a:p>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dirty="0">
                  <a:solidFill>
                    <a:srgbClr val="000000"/>
                  </a:solidFill>
                  <a:latin typeface="Source Sans Pro" panose="020B0503030403020204" pitchFamily="34" charset="0"/>
                  <a:ea typeface="Source Sans Pro" panose="020B0503030403020204" pitchFamily="34" charset="0"/>
                  <a:sym typeface="Helvetica Neue"/>
                </a:rPr>
                <a:t>…………</a:t>
              </a:r>
              <a:endParaRPr sz="1000" b="0" i="0" u="none" strike="noStrike" cap="none" dirty="0">
                <a:solidFill>
                  <a:srgbClr val="000000"/>
                </a:solidFill>
                <a:latin typeface="Source Sans Pro" panose="020B0503030403020204" pitchFamily="34" charset="0"/>
                <a:ea typeface="Source Sans Pro" panose="020B0503030403020204" pitchFamily="34" charset="0"/>
                <a:sym typeface="Helvetica Neue"/>
              </a:endParaRPr>
            </a:p>
          </p:txBody>
        </p:sp>
      </p:grpSp>
      <p:sp>
        <p:nvSpPr>
          <p:cNvPr id="421" name="Manipulate Variables">
            <a:extLst>
              <a:ext uri="{FF2B5EF4-FFF2-40B4-BE49-F238E27FC236}">
                <a16:creationId xmlns:a16="http://schemas.microsoft.com/office/drawing/2014/main" id="{B9E43322-ABBD-CFD3-36CD-34C3D9021722}"/>
              </a:ext>
            </a:extLst>
          </p:cNvPr>
          <p:cNvSpPr txBox="1"/>
          <p:nvPr/>
        </p:nvSpPr>
        <p:spPr>
          <a:xfrm>
            <a:off x="9542339" y="6024337"/>
            <a:ext cx="3693319"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External Weight Integration</a:t>
            </a:r>
            <a:endParaRPr dirty="0"/>
          </a:p>
        </p:txBody>
      </p:sp>
      <p:grpSp>
        <p:nvGrpSpPr>
          <p:cNvPr id="423" name="Group 422">
            <a:extLst>
              <a:ext uri="{FF2B5EF4-FFF2-40B4-BE49-F238E27FC236}">
                <a16:creationId xmlns:a16="http://schemas.microsoft.com/office/drawing/2014/main" id="{E29332F4-B86C-ABF4-F412-F7C571AEFF7B}"/>
              </a:ext>
            </a:extLst>
          </p:cNvPr>
          <p:cNvGrpSpPr/>
          <p:nvPr/>
        </p:nvGrpSpPr>
        <p:grpSpPr>
          <a:xfrm>
            <a:off x="4596113" y="2335311"/>
            <a:ext cx="4399569" cy="7674513"/>
            <a:chOff x="4038375" y="1507612"/>
            <a:chExt cx="4889124" cy="8528482"/>
          </a:xfrm>
        </p:grpSpPr>
        <p:graphicFrame>
          <p:nvGraphicFramePr>
            <p:cNvPr id="34" name="Table">
              <a:extLst>
                <a:ext uri="{FF2B5EF4-FFF2-40B4-BE49-F238E27FC236}">
                  <a16:creationId xmlns:a16="http://schemas.microsoft.com/office/drawing/2014/main" id="{1B830537-FACF-AE15-0C14-4B46A987E304}"/>
                </a:ext>
              </a:extLst>
            </p:cNvPr>
            <p:cNvGraphicFramePr/>
            <p:nvPr/>
          </p:nvGraphicFramePr>
          <p:xfrm>
            <a:off x="4073951" y="3394596"/>
            <a:ext cx="566709" cy="592753"/>
          </p:xfrm>
          <a:graphic>
            <a:graphicData uri="http://schemas.openxmlformats.org/drawingml/2006/table">
              <a:tbl>
                <a:tblPr firstRow="1">
                  <a:tableStyleId>{69C7853C-536D-4A76-A0AE-DD22124D55A5}</a:tableStyleId>
                </a:tblPr>
                <a:tblGrid>
                  <a:gridCol w="169988">
                    <a:extLst>
                      <a:ext uri="{9D8B030D-6E8A-4147-A177-3AD203B41FA5}">
                        <a16:colId xmlns:a16="http://schemas.microsoft.com/office/drawing/2014/main" val="20000"/>
                      </a:ext>
                    </a:extLst>
                  </a:gridCol>
                  <a:gridCol w="169988">
                    <a:extLst>
                      <a:ext uri="{9D8B030D-6E8A-4147-A177-3AD203B41FA5}">
                        <a16:colId xmlns:a16="http://schemas.microsoft.com/office/drawing/2014/main" val="20001"/>
                      </a:ext>
                    </a:extLst>
                  </a:gridCol>
                  <a:gridCol w="169988">
                    <a:extLst>
                      <a:ext uri="{9D8B030D-6E8A-4147-A177-3AD203B41FA5}">
                        <a16:colId xmlns:a16="http://schemas.microsoft.com/office/drawing/2014/main" val="20002"/>
                      </a:ext>
                    </a:extLst>
                  </a:gridCol>
                </a:tblGrid>
                <a:tr h="83476">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tc>
                  <a:extLst>
                    <a:ext uri="{0D108BD9-81ED-4DB2-BD59-A6C34878D82A}">
                      <a16:rowId xmlns:a16="http://schemas.microsoft.com/office/drawing/2014/main" val="10000"/>
                    </a:ext>
                  </a:extLst>
                </a:tr>
                <a:tr h="83476">
                  <a:tc>
                    <a:txBody>
                      <a:bodyPr/>
                      <a:lstStyle/>
                      <a:p>
                        <a:pPr defTabSz="914400">
                          <a:defRPr sz="700">
                            <a:sym typeface="Source Sans Pro Regular"/>
                          </a:defRPr>
                        </a:pPr>
                        <a:endParaRPr dirty="0">
                          <a:noFill/>
                        </a:endParaRPr>
                      </a:p>
                    </a:txBody>
                    <a:tcPr marL="0" marR="0" marT="0" marB="0" anchor="ctr" horzOverflow="overflow"/>
                  </a:tc>
                  <a:tc>
                    <a:txBody>
                      <a:bodyPr/>
                      <a:lstStyle/>
                      <a:p>
                        <a:pPr defTabSz="914400">
                          <a:defRPr sz="700">
                            <a:sym typeface="Source Sans Pro Regular"/>
                          </a:defRPr>
                        </a:pPr>
                        <a:endParaRPr dirty="0">
                          <a:noFill/>
                        </a:endParaRPr>
                      </a:p>
                    </a:txBody>
                    <a:tcPr marL="0" marR="0" marT="0" marB="0" anchor="ctr" horzOverflow="overflow"/>
                  </a:tc>
                  <a:tc>
                    <a:txBody>
                      <a:bodyPr/>
                      <a:lstStyle/>
                      <a:p>
                        <a:pPr defTabSz="914400">
                          <a:defRPr sz="700">
                            <a:sym typeface="Source Sans Pro Regular"/>
                          </a:defRPr>
                        </a:pPr>
                        <a:endParaRPr dirty="0">
                          <a:noFill/>
                        </a:endParaRPr>
                      </a:p>
                    </a:txBody>
                    <a:tcPr marL="0" marR="0" marT="0" marB="0" anchor="ctr" horzOverflow="overflow"/>
                  </a:tc>
                  <a:extLst>
                    <a:ext uri="{0D108BD9-81ED-4DB2-BD59-A6C34878D82A}">
                      <a16:rowId xmlns:a16="http://schemas.microsoft.com/office/drawing/2014/main" val="10001"/>
                    </a:ext>
                  </a:extLst>
                </a:tr>
                <a:tr h="83476">
                  <a:tc>
                    <a:txBody>
                      <a:bodyPr/>
                      <a:lstStyle/>
                      <a:p>
                        <a:pPr defTabSz="914400">
                          <a:defRPr sz="700">
                            <a:sym typeface="Source Sans Pro Regular"/>
                          </a:defRPr>
                        </a:pPr>
                        <a:endParaRPr dirty="0">
                          <a:noFill/>
                        </a:endParaRPr>
                      </a:p>
                    </a:txBody>
                    <a:tcPr marL="0" marR="0" marT="0" marB="0" anchor="ctr" horzOverflow="overflow"/>
                  </a:tc>
                  <a:tc>
                    <a:txBody>
                      <a:bodyPr/>
                      <a:lstStyle/>
                      <a:p>
                        <a:pPr defTabSz="914400">
                          <a:defRPr sz="700">
                            <a:sym typeface="Source Sans Pro Regular"/>
                          </a:defRPr>
                        </a:pPr>
                        <a:endParaRPr dirty="0">
                          <a:noFill/>
                        </a:endParaRPr>
                      </a:p>
                    </a:txBody>
                    <a:tcPr marL="0" marR="0" marT="0" marB="0" anchor="ctr" horzOverflow="overflow"/>
                  </a:tc>
                  <a:tc>
                    <a:txBody>
                      <a:bodyPr/>
                      <a:lstStyle/>
                      <a:p>
                        <a:pPr defTabSz="914400">
                          <a:defRPr sz="700">
                            <a:sym typeface="Source Sans Pro Regular"/>
                          </a:defRPr>
                        </a:pPr>
                        <a:endParaRPr dirty="0">
                          <a:noFill/>
                        </a:endParaRPr>
                      </a:p>
                    </a:txBody>
                    <a:tcPr marL="0" marR="0" marT="0" marB="0" anchor="ctr" horzOverflow="overflow"/>
                  </a:tc>
                  <a:extLst>
                    <a:ext uri="{0D108BD9-81ED-4DB2-BD59-A6C34878D82A}">
                      <a16:rowId xmlns:a16="http://schemas.microsoft.com/office/drawing/2014/main" val="10002"/>
                    </a:ext>
                  </a:extLst>
                </a:tr>
                <a:tr h="83476">
                  <a:tc>
                    <a:txBody>
                      <a:bodyPr/>
                      <a:lstStyle/>
                      <a:p>
                        <a:pPr defTabSz="914400">
                          <a:defRPr sz="700">
                            <a:sym typeface="Source Sans Pro Regular"/>
                          </a:defRPr>
                        </a:pPr>
                        <a:endParaRPr dirty="0">
                          <a:noFill/>
                        </a:endParaRPr>
                      </a:p>
                    </a:txBody>
                    <a:tcPr marL="0" marR="0" marT="0" marB="0" anchor="ctr" horzOverflow="overflow"/>
                  </a:tc>
                  <a:tc>
                    <a:txBody>
                      <a:bodyPr/>
                      <a:lstStyle/>
                      <a:p>
                        <a:pPr defTabSz="914400">
                          <a:defRPr sz="700">
                            <a:sym typeface="Source Sans Pro Regular"/>
                          </a:defRPr>
                        </a:pPr>
                        <a:endParaRPr dirty="0">
                          <a:noFill/>
                        </a:endParaRPr>
                      </a:p>
                    </a:txBody>
                    <a:tcPr marL="0" marR="0" marT="0" marB="0" anchor="ctr" horzOverflow="overflow"/>
                  </a:tc>
                  <a:tc>
                    <a:txBody>
                      <a:bodyPr/>
                      <a:lstStyle/>
                      <a:p>
                        <a:pPr defTabSz="914400">
                          <a:defRPr sz="700">
                            <a:sym typeface="Source Sans Pro Regular"/>
                          </a:defRPr>
                        </a:pPr>
                        <a:endParaRPr dirty="0">
                          <a:noFill/>
                        </a:endParaRPr>
                      </a:p>
                    </a:txBody>
                    <a:tcPr marL="0" marR="0" marT="0" marB="0" anchor="ctr" horzOverflow="overflow"/>
                  </a:tc>
                  <a:extLst>
                    <a:ext uri="{0D108BD9-81ED-4DB2-BD59-A6C34878D82A}">
                      <a16:rowId xmlns:a16="http://schemas.microsoft.com/office/drawing/2014/main" val="10003"/>
                    </a:ext>
                  </a:extLst>
                </a:tr>
                <a:tr h="83476">
                  <a:tc>
                    <a:txBody>
                      <a:bodyPr/>
                      <a:lstStyle/>
                      <a:p>
                        <a:pPr defTabSz="914400">
                          <a:defRPr sz="700">
                            <a:sym typeface="Source Sans Pro Regular"/>
                          </a:defRPr>
                        </a:pPr>
                        <a:endParaRPr dirty="0">
                          <a:noFill/>
                        </a:endParaRPr>
                      </a:p>
                    </a:txBody>
                    <a:tcPr marL="0" marR="0" marT="0" marB="0" anchor="ctr" horzOverflow="overflow"/>
                  </a:tc>
                  <a:tc>
                    <a:txBody>
                      <a:bodyPr/>
                      <a:lstStyle/>
                      <a:p>
                        <a:pPr defTabSz="914400">
                          <a:defRPr sz="700">
                            <a:sym typeface="Source Sans Pro Regular"/>
                          </a:defRPr>
                        </a:pPr>
                        <a:endParaRPr dirty="0">
                          <a:noFill/>
                        </a:endParaRPr>
                      </a:p>
                    </a:txBody>
                    <a:tcPr marL="0" marR="0" marT="0" marB="0" anchor="ctr" horzOverflow="overflow"/>
                  </a:tc>
                  <a:tc>
                    <a:txBody>
                      <a:bodyPr/>
                      <a:lstStyle/>
                      <a:p>
                        <a:pPr defTabSz="914400">
                          <a:defRPr sz="700">
                            <a:sym typeface="Source Sans Pro Regular"/>
                          </a:defRPr>
                        </a:pPr>
                        <a:endParaRPr dirty="0">
                          <a:noFill/>
                        </a:endParaRPr>
                      </a:p>
                    </a:txBody>
                    <a:tcPr marL="0" marR="0" marT="0" marB="0" anchor="ctr" horzOverflow="overflow"/>
                  </a:tc>
                  <a:extLst>
                    <a:ext uri="{0D108BD9-81ED-4DB2-BD59-A6C34878D82A}">
                      <a16:rowId xmlns:a16="http://schemas.microsoft.com/office/drawing/2014/main" val="10004"/>
                    </a:ext>
                  </a:extLst>
                </a:tr>
              </a:tbl>
            </a:graphicData>
          </a:graphic>
        </p:graphicFrame>
        <p:pic>
          <p:nvPicPr>
            <p:cNvPr id="41" name="Graphic 40" descr="Arrow Right outline">
              <a:extLst>
                <a:ext uri="{FF2B5EF4-FFF2-40B4-BE49-F238E27FC236}">
                  <a16:creationId xmlns:a16="http://schemas.microsoft.com/office/drawing/2014/main" id="{2E5A0095-5E75-700B-67A2-E43A9E326BC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5400000">
              <a:off x="4211241" y="1966119"/>
              <a:ext cx="253692" cy="528271"/>
            </a:xfrm>
            <a:prstGeom prst="rect">
              <a:avLst/>
            </a:prstGeom>
          </p:spPr>
        </p:pic>
        <p:graphicFrame>
          <p:nvGraphicFramePr>
            <p:cNvPr id="56" name="Table">
              <a:extLst>
                <a:ext uri="{FF2B5EF4-FFF2-40B4-BE49-F238E27FC236}">
                  <a16:creationId xmlns:a16="http://schemas.microsoft.com/office/drawing/2014/main" id="{24AFBA66-5C25-CD91-6604-4B490F8921AB}"/>
                </a:ext>
              </a:extLst>
            </p:cNvPr>
            <p:cNvGraphicFramePr/>
            <p:nvPr/>
          </p:nvGraphicFramePr>
          <p:xfrm>
            <a:off x="4073951" y="4337091"/>
            <a:ext cx="616263" cy="414784"/>
          </p:xfrm>
          <a:graphic>
            <a:graphicData uri="http://schemas.openxmlformats.org/drawingml/2006/table">
              <a:tbl>
                <a:tblPr firstRow="1">
                  <a:tableStyleId>{073A0DAA-6AF3-43AB-8588-CEC1D06C72B9}</a:tableStyleId>
                </a:tblPr>
                <a:tblGrid>
                  <a:gridCol w="184852">
                    <a:extLst>
                      <a:ext uri="{9D8B030D-6E8A-4147-A177-3AD203B41FA5}">
                        <a16:colId xmlns:a16="http://schemas.microsoft.com/office/drawing/2014/main" val="20000"/>
                      </a:ext>
                    </a:extLst>
                  </a:gridCol>
                  <a:gridCol w="184852">
                    <a:extLst>
                      <a:ext uri="{9D8B030D-6E8A-4147-A177-3AD203B41FA5}">
                        <a16:colId xmlns:a16="http://schemas.microsoft.com/office/drawing/2014/main" val="20001"/>
                      </a:ext>
                    </a:extLst>
                  </a:gridCol>
                  <a:gridCol w="184852">
                    <a:extLst>
                      <a:ext uri="{9D8B030D-6E8A-4147-A177-3AD203B41FA5}">
                        <a16:colId xmlns:a16="http://schemas.microsoft.com/office/drawing/2014/main" val="20002"/>
                      </a:ext>
                    </a:extLst>
                  </a:gridCol>
                </a:tblGrid>
                <a:tr h="124417">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tc>
                  <a:extLst>
                    <a:ext uri="{0D108BD9-81ED-4DB2-BD59-A6C34878D82A}">
                      <a16:rowId xmlns:a16="http://schemas.microsoft.com/office/drawing/2014/main" val="10000"/>
                    </a:ext>
                  </a:extLst>
                </a:tr>
                <a:tr h="124417">
                  <a:tc>
                    <a:txBody>
                      <a:bodyPr/>
                      <a:lstStyle/>
                      <a:p>
                        <a:pPr defTabSz="914400">
                          <a:defRPr sz="700">
                            <a:sym typeface="Source Sans Pro Regular"/>
                          </a:defRPr>
                        </a:pPr>
                        <a:endParaRPr dirty="0">
                          <a:noFill/>
                          <a:highlight>
                            <a:srgbClr val="FFFF00"/>
                          </a:highlight>
                        </a:endParaRPr>
                      </a:p>
                    </a:txBody>
                    <a:tcPr marL="0" marR="0" marT="0" marB="0" anchor="ctr" horzOverflow="overflow"/>
                  </a:tc>
                  <a:tc>
                    <a:txBody>
                      <a:bodyPr/>
                      <a:lstStyle/>
                      <a:p>
                        <a:pPr defTabSz="914400">
                          <a:defRPr sz="700">
                            <a:sym typeface="Source Sans Pro Regular"/>
                          </a:defRPr>
                        </a:pPr>
                        <a:endParaRPr dirty="0">
                          <a:noFill/>
                          <a:highlight>
                            <a:srgbClr val="FFFF00"/>
                          </a:highlight>
                        </a:endParaRPr>
                      </a:p>
                    </a:txBody>
                    <a:tcPr marL="0" marR="0" marT="0" marB="0" anchor="ctr" horzOverflow="overflow"/>
                  </a:tc>
                  <a:tc>
                    <a:txBody>
                      <a:bodyPr/>
                      <a:lstStyle/>
                      <a:p>
                        <a:pPr defTabSz="914400">
                          <a:defRPr sz="700">
                            <a:sym typeface="Source Sans Pro Regular"/>
                          </a:defRPr>
                        </a:pPr>
                        <a:endParaRPr dirty="0">
                          <a:noFill/>
                          <a:highlight>
                            <a:srgbClr val="FFFF00"/>
                          </a:highlight>
                        </a:endParaRPr>
                      </a:p>
                    </a:txBody>
                    <a:tcPr marL="0" marR="0" marT="0" marB="0" anchor="ctr" horzOverflow="overflow"/>
                  </a:tc>
                  <a:extLst>
                    <a:ext uri="{0D108BD9-81ED-4DB2-BD59-A6C34878D82A}">
                      <a16:rowId xmlns:a16="http://schemas.microsoft.com/office/drawing/2014/main" val="10001"/>
                    </a:ext>
                  </a:extLst>
                </a:tr>
                <a:tr h="124417">
                  <a:tc>
                    <a:txBody>
                      <a:bodyPr/>
                      <a:lstStyle/>
                      <a:p>
                        <a:pPr defTabSz="914400">
                          <a:defRPr sz="700">
                            <a:sym typeface="Source Sans Pro Regular"/>
                          </a:defRPr>
                        </a:pPr>
                        <a:endParaRPr dirty="0">
                          <a:noFill/>
                        </a:endParaRPr>
                      </a:p>
                    </a:txBody>
                    <a:tcPr marL="0" marR="0" marT="0" marB="0" anchor="ctr" horzOverflow="overflow"/>
                  </a:tc>
                  <a:tc>
                    <a:txBody>
                      <a:bodyPr/>
                      <a:lstStyle/>
                      <a:p>
                        <a:pPr defTabSz="914400">
                          <a:defRPr sz="700">
                            <a:sym typeface="Source Sans Pro Regular"/>
                          </a:defRPr>
                        </a:pPr>
                        <a:endParaRPr dirty="0">
                          <a:noFill/>
                        </a:endParaRPr>
                      </a:p>
                    </a:txBody>
                    <a:tcPr marL="0" marR="0" marT="0" marB="0" anchor="ctr" horzOverflow="overflow"/>
                  </a:tc>
                  <a:tc>
                    <a:txBody>
                      <a:bodyPr/>
                      <a:lstStyle/>
                      <a:p>
                        <a:pPr defTabSz="914400">
                          <a:defRPr sz="700">
                            <a:sym typeface="Source Sans Pro Regular"/>
                          </a:defRPr>
                        </a:pPr>
                        <a:endParaRPr dirty="0">
                          <a:noFill/>
                        </a:endParaRPr>
                      </a:p>
                    </a:txBody>
                    <a:tcPr marL="0" marR="0" marT="0" marB="0" anchor="ctr" horzOverflow="overflow"/>
                  </a:tc>
                  <a:extLst>
                    <a:ext uri="{0D108BD9-81ED-4DB2-BD59-A6C34878D82A}">
                      <a16:rowId xmlns:a16="http://schemas.microsoft.com/office/drawing/2014/main" val="10002"/>
                    </a:ext>
                  </a:extLst>
                </a:tr>
              </a:tbl>
            </a:graphicData>
          </a:graphic>
        </p:graphicFrame>
        <p:sp>
          <p:nvSpPr>
            <p:cNvPr id="454" name="TextBox 453">
              <a:extLst>
                <a:ext uri="{FF2B5EF4-FFF2-40B4-BE49-F238E27FC236}">
                  <a16:creationId xmlns:a16="http://schemas.microsoft.com/office/drawing/2014/main" id="{5372446C-7B01-6BC7-9224-AD1C0EF278F2}"/>
                </a:ext>
              </a:extLst>
            </p:cNvPr>
            <p:cNvSpPr txBox="1"/>
            <p:nvPr/>
          </p:nvSpPr>
          <p:spPr>
            <a:xfrm>
              <a:off x="4151287" y="1681886"/>
              <a:ext cx="471630"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defTabSz="584200" rtl="0" fontAlgn="auto" latinLnBrk="0" hangingPunct="0">
                <a:lnSpc>
                  <a:spcPct val="100000"/>
                </a:lnSpc>
                <a:spcBef>
                  <a:spcPts val="200"/>
                </a:spcBef>
                <a:spcAft>
                  <a:spcPts val="0"/>
                </a:spcAft>
                <a:buClrTx/>
                <a:buSzTx/>
                <a:buFontTx/>
                <a:buNone/>
                <a:tabLst/>
              </a:pPr>
              <a:r>
                <a:rPr lang="en-US" sz="800" dirty="0"/>
                <a:t>.git</a:t>
              </a:r>
              <a:endParaRPr kumimoji="0" lang="en-US" sz="8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pic>
          <p:nvPicPr>
            <p:cNvPr id="455" name="Graphic 454" descr="Paper outline">
              <a:extLst>
                <a:ext uri="{FF2B5EF4-FFF2-40B4-BE49-F238E27FC236}">
                  <a16:creationId xmlns:a16="http://schemas.microsoft.com/office/drawing/2014/main" id="{25D3D409-A60D-97A9-3403-A1615FF6B94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038375" y="1507612"/>
              <a:ext cx="599426" cy="599426"/>
            </a:xfrm>
            <a:prstGeom prst="rect">
              <a:avLst/>
            </a:prstGeom>
          </p:spPr>
        </p:pic>
        <p:pic>
          <p:nvPicPr>
            <p:cNvPr id="42" name="Graphic 41" descr="Arrow Right outline">
              <a:extLst>
                <a:ext uri="{FF2B5EF4-FFF2-40B4-BE49-F238E27FC236}">
                  <a16:creationId xmlns:a16="http://schemas.microsoft.com/office/drawing/2014/main" id="{BFB7A91B-3192-6BF4-F2EF-0105B1EF741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5400000">
              <a:off x="4211241" y="2868128"/>
              <a:ext cx="253692" cy="528271"/>
            </a:xfrm>
            <a:prstGeom prst="rect">
              <a:avLst/>
            </a:prstGeom>
          </p:spPr>
        </p:pic>
        <p:sp>
          <p:nvSpPr>
            <p:cNvPr id="43" name="TextBox 42">
              <a:extLst>
                <a:ext uri="{FF2B5EF4-FFF2-40B4-BE49-F238E27FC236}">
                  <a16:creationId xmlns:a16="http://schemas.microsoft.com/office/drawing/2014/main" id="{6280BF4C-4434-0B4D-5A0A-FBEB862B75B7}"/>
                </a:ext>
              </a:extLst>
            </p:cNvPr>
            <p:cNvSpPr txBox="1"/>
            <p:nvPr/>
          </p:nvSpPr>
          <p:spPr>
            <a:xfrm>
              <a:off x="4151287" y="2583895"/>
              <a:ext cx="471630"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800" b="1" i="0" u="none" strike="noStrike" cap="none" spc="0" normalizeH="0" baseline="0" dirty="0">
                  <a:ln>
                    <a:noFill/>
                  </a:ln>
                  <a:solidFill>
                    <a:srgbClr val="4C4C4C"/>
                  </a:solidFill>
                  <a:effectLst/>
                  <a:uFillTx/>
                  <a:latin typeface="Source Sans Pro"/>
                  <a:ea typeface="Source Sans Pro"/>
                  <a:cs typeface="Source Sans Pro"/>
                  <a:sym typeface="Source Sans Pro"/>
                </a:rPr>
                <a:t>git.R</a:t>
              </a:r>
            </a:p>
          </p:txBody>
        </p:sp>
        <p:pic>
          <p:nvPicPr>
            <p:cNvPr id="53" name="Graphic 52" descr="Paper outline">
              <a:extLst>
                <a:ext uri="{FF2B5EF4-FFF2-40B4-BE49-F238E27FC236}">
                  <a16:creationId xmlns:a16="http://schemas.microsoft.com/office/drawing/2014/main" id="{DE5CAA61-4909-76E9-558F-2B65905E225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038375" y="2409621"/>
              <a:ext cx="599426" cy="599426"/>
            </a:xfrm>
            <a:prstGeom prst="rect">
              <a:avLst/>
            </a:prstGeom>
          </p:spPr>
        </p:pic>
        <p:pic>
          <p:nvPicPr>
            <p:cNvPr id="451" name="Graphic 450" descr="Arrow Right outline">
              <a:extLst>
                <a:ext uri="{FF2B5EF4-FFF2-40B4-BE49-F238E27FC236}">
                  <a16:creationId xmlns:a16="http://schemas.microsoft.com/office/drawing/2014/main" id="{92824F06-8407-D140-F06B-F0396E6D573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5400000">
              <a:off x="4272491" y="3906356"/>
              <a:ext cx="253691" cy="528271"/>
            </a:xfrm>
            <a:prstGeom prst="rect">
              <a:avLst/>
            </a:prstGeom>
          </p:spPr>
        </p:pic>
        <p:graphicFrame>
          <p:nvGraphicFramePr>
            <p:cNvPr id="460" name="Table">
              <a:extLst>
                <a:ext uri="{FF2B5EF4-FFF2-40B4-BE49-F238E27FC236}">
                  <a16:creationId xmlns:a16="http://schemas.microsoft.com/office/drawing/2014/main" id="{D52F9925-FDDA-9F01-AF3A-24F056548651}"/>
                </a:ext>
              </a:extLst>
            </p:cNvPr>
            <p:cNvGraphicFramePr/>
            <p:nvPr/>
          </p:nvGraphicFramePr>
          <p:xfrm>
            <a:off x="5153513" y="3394596"/>
            <a:ext cx="566709" cy="592753"/>
          </p:xfrm>
          <a:graphic>
            <a:graphicData uri="http://schemas.openxmlformats.org/drawingml/2006/table">
              <a:tbl>
                <a:tblPr firstRow="1">
                  <a:tableStyleId>{284E427A-3D55-4303-BF80-6455036E1DE7}</a:tableStyleId>
                </a:tblPr>
                <a:tblGrid>
                  <a:gridCol w="169988">
                    <a:extLst>
                      <a:ext uri="{9D8B030D-6E8A-4147-A177-3AD203B41FA5}">
                        <a16:colId xmlns:a16="http://schemas.microsoft.com/office/drawing/2014/main" val="20000"/>
                      </a:ext>
                    </a:extLst>
                  </a:gridCol>
                  <a:gridCol w="169988">
                    <a:extLst>
                      <a:ext uri="{9D8B030D-6E8A-4147-A177-3AD203B41FA5}">
                        <a16:colId xmlns:a16="http://schemas.microsoft.com/office/drawing/2014/main" val="20001"/>
                      </a:ext>
                    </a:extLst>
                  </a:gridCol>
                  <a:gridCol w="169988">
                    <a:extLst>
                      <a:ext uri="{9D8B030D-6E8A-4147-A177-3AD203B41FA5}">
                        <a16:colId xmlns:a16="http://schemas.microsoft.com/office/drawing/2014/main" val="20002"/>
                      </a:ext>
                    </a:extLst>
                  </a:gridCol>
                </a:tblGrid>
                <a:tr h="83476">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tc>
                  <a:extLst>
                    <a:ext uri="{0D108BD9-81ED-4DB2-BD59-A6C34878D82A}">
                      <a16:rowId xmlns:a16="http://schemas.microsoft.com/office/drawing/2014/main" val="10000"/>
                    </a:ext>
                  </a:extLst>
                </a:tr>
                <a:tr h="83476">
                  <a:tc>
                    <a:txBody>
                      <a:bodyPr/>
                      <a:lstStyle/>
                      <a:p>
                        <a:pPr defTabSz="914400">
                          <a:defRPr sz="700">
                            <a:sym typeface="Source Sans Pro Regular"/>
                          </a:defRPr>
                        </a:pPr>
                        <a:endParaRPr dirty="0">
                          <a:noFill/>
                        </a:endParaRPr>
                      </a:p>
                    </a:txBody>
                    <a:tcPr marL="0" marR="0" marT="0" marB="0" anchor="ctr" horzOverflow="overflow"/>
                  </a:tc>
                  <a:tc>
                    <a:txBody>
                      <a:bodyPr/>
                      <a:lstStyle/>
                      <a:p>
                        <a:pPr defTabSz="914400">
                          <a:defRPr sz="700">
                            <a:sym typeface="Source Sans Pro Regular"/>
                          </a:defRPr>
                        </a:pPr>
                        <a:endParaRPr dirty="0">
                          <a:noFill/>
                        </a:endParaRPr>
                      </a:p>
                    </a:txBody>
                    <a:tcPr marL="0" marR="0" marT="0" marB="0" anchor="ctr" horzOverflow="overflow"/>
                  </a:tc>
                  <a:tc>
                    <a:txBody>
                      <a:bodyPr/>
                      <a:lstStyle/>
                      <a:p>
                        <a:pPr defTabSz="914400">
                          <a:defRPr sz="700">
                            <a:sym typeface="Source Sans Pro Regular"/>
                          </a:defRPr>
                        </a:pPr>
                        <a:endParaRPr dirty="0">
                          <a:noFill/>
                        </a:endParaRPr>
                      </a:p>
                    </a:txBody>
                    <a:tcPr marL="0" marR="0" marT="0" marB="0" anchor="ctr" horzOverflow="overflow"/>
                  </a:tc>
                  <a:extLst>
                    <a:ext uri="{0D108BD9-81ED-4DB2-BD59-A6C34878D82A}">
                      <a16:rowId xmlns:a16="http://schemas.microsoft.com/office/drawing/2014/main" val="10001"/>
                    </a:ext>
                  </a:extLst>
                </a:tr>
                <a:tr h="83476">
                  <a:tc>
                    <a:txBody>
                      <a:bodyPr/>
                      <a:lstStyle/>
                      <a:p>
                        <a:pPr defTabSz="914400">
                          <a:defRPr sz="700">
                            <a:sym typeface="Source Sans Pro Regular"/>
                          </a:defRPr>
                        </a:pPr>
                        <a:endParaRPr dirty="0">
                          <a:noFill/>
                        </a:endParaRPr>
                      </a:p>
                    </a:txBody>
                    <a:tcPr marL="0" marR="0" marT="0" marB="0" anchor="ctr" horzOverflow="overflow"/>
                  </a:tc>
                  <a:tc>
                    <a:txBody>
                      <a:bodyPr/>
                      <a:lstStyle/>
                      <a:p>
                        <a:pPr defTabSz="914400">
                          <a:defRPr sz="700">
                            <a:sym typeface="Source Sans Pro Regular"/>
                          </a:defRPr>
                        </a:pPr>
                        <a:endParaRPr dirty="0">
                          <a:noFill/>
                        </a:endParaRPr>
                      </a:p>
                    </a:txBody>
                    <a:tcPr marL="0" marR="0" marT="0" marB="0" anchor="ctr" horzOverflow="overflow"/>
                  </a:tc>
                  <a:tc>
                    <a:txBody>
                      <a:bodyPr/>
                      <a:lstStyle/>
                      <a:p>
                        <a:pPr defTabSz="914400">
                          <a:defRPr sz="700">
                            <a:sym typeface="Source Sans Pro Regular"/>
                          </a:defRPr>
                        </a:pPr>
                        <a:endParaRPr dirty="0">
                          <a:noFill/>
                        </a:endParaRPr>
                      </a:p>
                    </a:txBody>
                    <a:tcPr marL="0" marR="0" marT="0" marB="0" anchor="ctr" horzOverflow="overflow"/>
                  </a:tc>
                  <a:extLst>
                    <a:ext uri="{0D108BD9-81ED-4DB2-BD59-A6C34878D82A}">
                      <a16:rowId xmlns:a16="http://schemas.microsoft.com/office/drawing/2014/main" val="10002"/>
                    </a:ext>
                  </a:extLst>
                </a:tr>
                <a:tr h="83476">
                  <a:tc>
                    <a:txBody>
                      <a:bodyPr/>
                      <a:lstStyle/>
                      <a:p>
                        <a:pPr defTabSz="914400">
                          <a:defRPr sz="700">
                            <a:sym typeface="Source Sans Pro Regular"/>
                          </a:defRPr>
                        </a:pPr>
                        <a:endParaRPr dirty="0">
                          <a:noFill/>
                        </a:endParaRPr>
                      </a:p>
                    </a:txBody>
                    <a:tcPr marL="0" marR="0" marT="0" marB="0" anchor="ctr" horzOverflow="overflow"/>
                  </a:tc>
                  <a:tc>
                    <a:txBody>
                      <a:bodyPr/>
                      <a:lstStyle/>
                      <a:p>
                        <a:pPr defTabSz="914400">
                          <a:defRPr sz="700">
                            <a:sym typeface="Source Sans Pro Regular"/>
                          </a:defRPr>
                        </a:pPr>
                        <a:endParaRPr dirty="0">
                          <a:noFill/>
                        </a:endParaRPr>
                      </a:p>
                    </a:txBody>
                    <a:tcPr marL="0" marR="0" marT="0" marB="0" anchor="ctr" horzOverflow="overflow"/>
                  </a:tc>
                  <a:tc>
                    <a:txBody>
                      <a:bodyPr/>
                      <a:lstStyle/>
                      <a:p>
                        <a:pPr defTabSz="914400">
                          <a:defRPr sz="700">
                            <a:sym typeface="Source Sans Pro Regular"/>
                          </a:defRPr>
                        </a:pPr>
                        <a:endParaRPr dirty="0">
                          <a:noFill/>
                        </a:endParaRPr>
                      </a:p>
                    </a:txBody>
                    <a:tcPr marL="0" marR="0" marT="0" marB="0" anchor="ctr" horzOverflow="overflow"/>
                  </a:tc>
                  <a:extLst>
                    <a:ext uri="{0D108BD9-81ED-4DB2-BD59-A6C34878D82A}">
                      <a16:rowId xmlns:a16="http://schemas.microsoft.com/office/drawing/2014/main" val="10003"/>
                    </a:ext>
                  </a:extLst>
                </a:tr>
                <a:tr h="83476">
                  <a:tc>
                    <a:txBody>
                      <a:bodyPr/>
                      <a:lstStyle/>
                      <a:p>
                        <a:pPr defTabSz="914400">
                          <a:defRPr sz="700">
                            <a:sym typeface="Source Sans Pro Regular"/>
                          </a:defRPr>
                        </a:pPr>
                        <a:endParaRPr dirty="0">
                          <a:noFill/>
                        </a:endParaRPr>
                      </a:p>
                    </a:txBody>
                    <a:tcPr marL="0" marR="0" marT="0" marB="0" anchor="ctr" horzOverflow="overflow"/>
                  </a:tc>
                  <a:tc>
                    <a:txBody>
                      <a:bodyPr/>
                      <a:lstStyle/>
                      <a:p>
                        <a:pPr defTabSz="914400">
                          <a:defRPr sz="700">
                            <a:sym typeface="Source Sans Pro Regular"/>
                          </a:defRPr>
                        </a:pPr>
                        <a:endParaRPr dirty="0">
                          <a:noFill/>
                        </a:endParaRPr>
                      </a:p>
                    </a:txBody>
                    <a:tcPr marL="0" marR="0" marT="0" marB="0" anchor="ctr" horzOverflow="overflow"/>
                  </a:tc>
                  <a:tc>
                    <a:txBody>
                      <a:bodyPr/>
                      <a:lstStyle/>
                      <a:p>
                        <a:pPr defTabSz="914400">
                          <a:defRPr sz="700">
                            <a:sym typeface="Source Sans Pro Regular"/>
                          </a:defRPr>
                        </a:pPr>
                        <a:endParaRPr dirty="0">
                          <a:noFill/>
                        </a:endParaRPr>
                      </a:p>
                    </a:txBody>
                    <a:tcPr marL="0" marR="0" marT="0" marB="0" anchor="ctr" horzOverflow="overflow"/>
                  </a:tc>
                  <a:extLst>
                    <a:ext uri="{0D108BD9-81ED-4DB2-BD59-A6C34878D82A}">
                      <a16:rowId xmlns:a16="http://schemas.microsoft.com/office/drawing/2014/main" val="10004"/>
                    </a:ext>
                  </a:extLst>
                </a:tr>
              </a:tbl>
            </a:graphicData>
          </a:graphic>
        </p:graphicFrame>
        <p:pic>
          <p:nvPicPr>
            <p:cNvPr id="462" name="Graphic 461" descr="Arrow Right outline">
              <a:extLst>
                <a:ext uri="{FF2B5EF4-FFF2-40B4-BE49-F238E27FC236}">
                  <a16:creationId xmlns:a16="http://schemas.microsoft.com/office/drawing/2014/main" id="{B904C7A4-ED1B-5010-CF5B-1369F3381DA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5400000">
              <a:off x="5290804" y="1966119"/>
              <a:ext cx="253692" cy="528271"/>
            </a:xfrm>
            <a:prstGeom prst="rect">
              <a:avLst/>
            </a:prstGeom>
          </p:spPr>
        </p:pic>
        <p:graphicFrame>
          <p:nvGraphicFramePr>
            <p:cNvPr id="463" name="Table">
              <a:extLst>
                <a:ext uri="{FF2B5EF4-FFF2-40B4-BE49-F238E27FC236}">
                  <a16:creationId xmlns:a16="http://schemas.microsoft.com/office/drawing/2014/main" id="{5DBE38FD-112F-2500-6E68-D7EF0AF2A300}"/>
                </a:ext>
              </a:extLst>
            </p:cNvPr>
            <p:cNvGraphicFramePr/>
            <p:nvPr/>
          </p:nvGraphicFramePr>
          <p:xfrm>
            <a:off x="5153513" y="4337091"/>
            <a:ext cx="616263" cy="414784"/>
          </p:xfrm>
          <a:graphic>
            <a:graphicData uri="http://schemas.openxmlformats.org/drawingml/2006/table">
              <a:tbl>
                <a:tblPr firstRow="1">
                  <a:tableStyleId>{073A0DAA-6AF3-43AB-8588-CEC1D06C72B9}</a:tableStyleId>
                </a:tblPr>
                <a:tblGrid>
                  <a:gridCol w="184852">
                    <a:extLst>
                      <a:ext uri="{9D8B030D-6E8A-4147-A177-3AD203B41FA5}">
                        <a16:colId xmlns:a16="http://schemas.microsoft.com/office/drawing/2014/main" val="20000"/>
                      </a:ext>
                    </a:extLst>
                  </a:gridCol>
                  <a:gridCol w="184852">
                    <a:extLst>
                      <a:ext uri="{9D8B030D-6E8A-4147-A177-3AD203B41FA5}">
                        <a16:colId xmlns:a16="http://schemas.microsoft.com/office/drawing/2014/main" val="20001"/>
                      </a:ext>
                    </a:extLst>
                  </a:gridCol>
                  <a:gridCol w="184852">
                    <a:extLst>
                      <a:ext uri="{9D8B030D-6E8A-4147-A177-3AD203B41FA5}">
                        <a16:colId xmlns:a16="http://schemas.microsoft.com/office/drawing/2014/main" val="20002"/>
                      </a:ext>
                    </a:extLst>
                  </a:gridCol>
                </a:tblGrid>
                <a:tr h="124417">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tc>
                  <a:extLst>
                    <a:ext uri="{0D108BD9-81ED-4DB2-BD59-A6C34878D82A}">
                      <a16:rowId xmlns:a16="http://schemas.microsoft.com/office/drawing/2014/main" val="10000"/>
                    </a:ext>
                  </a:extLst>
                </a:tr>
                <a:tr h="124417">
                  <a:tc>
                    <a:txBody>
                      <a:bodyPr/>
                      <a:lstStyle/>
                      <a:p>
                        <a:pPr defTabSz="914400">
                          <a:defRPr sz="700">
                            <a:sym typeface="Source Sans Pro Regular"/>
                          </a:defRPr>
                        </a:pPr>
                        <a:endParaRPr dirty="0">
                          <a:noFill/>
                          <a:highlight>
                            <a:srgbClr val="FFFF00"/>
                          </a:highlight>
                        </a:endParaRPr>
                      </a:p>
                    </a:txBody>
                    <a:tcPr marL="0" marR="0" marT="0" marB="0" anchor="ctr" horzOverflow="overflow"/>
                  </a:tc>
                  <a:tc>
                    <a:txBody>
                      <a:bodyPr/>
                      <a:lstStyle/>
                      <a:p>
                        <a:pPr defTabSz="914400">
                          <a:defRPr sz="700">
                            <a:sym typeface="Source Sans Pro Regular"/>
                          </a:defRPr>
                        </a:pPr>
                        <a:endParaRPr dirty="0">
                          <a:noFill/>
                          <a:highlight>
                            <a:srgbClr val="FFFF00"/>
                          </a:highlight>
                        </a:endParaRPr>
                      </a:p>
                    </a:txBody>
                    <a:tcPr marL="0" marR="0" marT="0" marB="0" anchor="ctr" horzOverflow="overflow"/>
                  </a:tc>
                  <a:tc>
                    <a:txBody>
                      <a:bodyPr/>
                      <a:lstStyle/>
                      <a:p>
                        <a:pPr defTabSz="914400">
                          <a:defRPr sz="700">
                            <a:sym typeface="Source Sans Pro Regular"/>
                          </a:defRPr>
                        </a:pPr>
                        <a:endParaRPr dirty="0">
                          <a:noFill/>
                          <a:highlight>
                            <a:srgbClr val="FFFF00"/>
                          </a:highlight>
                        </a:endParaRPr>
                      </a:p>
                    </a:txBody>
                    <a:tcPr marL="0" marR="0" marT="0" marB="0" anchor="ctr" horzOverflow="overflow"/>
                  </a:tc>
                  <a:extLst>
                    <a:ext uri="{0D108BD9-81ED-4DB2-BD59-A6C34878D82A}">
                      <a16:rowId xmlns:a16="http://schemas.microsoft.com/office/drawing/2014/main" val="10001"/>
                    </a:ext>
                  </a:extLst>
                </a:tr>
                <a:tr h="124417">
                  <a:tc>
                    <a:txBody>
                      <a:bodyPr/>
                      <a:lstStyle/>
                      <a:p>
                        <a:pPr defTabSz="914400">
                          <a:defRPr sz="700">
                            <a:sym typeface="Source Sans Pro Regular"/>
                          </a:defRPr>
                        </a:pPr>
                        <a:endParaRPr dirty="0">
                          <a:noFill/>
                        </a:endParaRPr>
                      </a:p>
                    </a:txBody>
                    <a:tcPr marL="0" marR="0" marT="0" marB="0" anchor="ctr" horzOverflow="overflow"/>
                  </a:tc>
                  <a:tc>
                    <a:txBody>
                      <a:bodyPr/>
                      <a:lstStyle/>
                      <a:p>
                        <a:pPr defTabSz="914400">
                          <a:defRPr sz="700">
                            <a:sym typeface="Source Sans Pro Regular"/>
                          </a:defRPr>
                        </a:pPr>
                        <a:endParaRPr dirty="0">
                          <a:noFill/>
                        </a:endParaRPr>
                      </a:p>
                    </a:txBody>
                    <a:tcPr marL="0" marR="0" marT="0" marB="0" anchor="ctr" horzOverflow="overflow"/>
                  </a:tc>
                  <a:tc>
                    <a:txBody>
                      <a:bodyPr/>
                      <a:lstStyle/>
                      <a:p>
                        <a:pPr defTabSz="914400">
                          <a:defRPr sz="700">
                            <a:sym typeface="Source Sans Pro Regular"/>
                          </a:defRPr>
                        </a:pPr>
                        <a:endParaRPr dirty="0">
                          <a:noFill/>
                        </a:endParaRPr>
                      </a:p>
                    </a:txBody>
                    <a:tcPr marL="0" marR="0" marT="0" marB="0" anchor="ctr" horzOverflow="overflow"/>
                  </a:tc>
                  <a:extLst>
                    <a:ext uri="{0D108BD9-81ED-4DB2-BD59-A6C34878D82A}">
                      <a16:rowId xmlns:a16="http://schemas.microsoft.com/office/drawing/2014/main" val="10002"/>
                    </a:ext>
                  </a:extLst>
                </a:tr>
              </a:tbl>
            </a:graphicData>
          </a:graphic>
        </p:graphicFrame>
        <p:sp>
          <p:nvSpPr>
            <p:cNvPr id="464" name="TextBox 463">
              <a:extLst>
                <a:ext uri="{FF2B5EF4-FFF2-40B4-BE49-F238E27FC236}">
                  <a16:creationId xmlns:a16="http://schemas.microsoft.com/office/drawing/2014/main" id="{37DD7267-31C6-82EA-2282-BBE8A3CF6FA8}"/>
                </a:ext>
              </a:extLst>
            </p:cNvPr>
            <p:cNvSpPr txBox="1"/>
            <p:nvPr/>
          </p:nvSpPr>
          <p:spPr>
            <a:xfrm>
              <a:off x="5230850" y="1681886"/>
              <a:ext cx="471630"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800" dirty="0"/>
                <a:t>.json</a:t>
              </a:r>
              <a:endParaRPr kumimoji="0" lang="en-US" sz="8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pic>
          <p:nvPicPr>
            <p:cNvPr id="467" name="Graphic 466" descr="Paper outline">
              <a:extLst>
                <a:ext uri="{FF2B5EF4-FFF2-40B4-BE49-F238E27FC236}">
                  <a16:creationId xmlns:a16="http://schemas.microsoft.com/office/drawing/2014/main" id="{1B3BD781-5B6C-1BDC-5060-72213D25226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117938" y="1507612"/>
              <a:ext cx="599426" cy="599426"/>
            </a:xfrm>
            <a:prstGeom prst="rect">
              <a:avLst/>
            </a:prstGeom>
          </p:spPr>
        </p:pic>
        <p:pic>
          <p:nvPicPr>
            <p:cNvPr id="469" name="Graphic 468" descr="Arrow Right outline">
              <a:extLst>
                <a:ext uri="{FF2B5EF4-FFF2-40B4-BE49-F238E27FC236}">
                  <a16:creationId xmlns:a16="http://schemas.microsoft.com/office/drawing/2014/main" id="{5C6A06B7-31C2-59A3-7F22-C8BA68AF1F2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5400000">
              <a:off x="5290804" y="2868128"/>
              <a:ext cx="253692" cy="528271"/>
            </a:xfrm>
            <a:prstGeom prst="rect">
              <a:avLst/>
            </a:prstGeom>
          </p:spPr>
        </p:pic>
        <p:sp>
          <p:nvSpPr>
            <p:cNvPr id="474" name="TextBox 473">
              <a:extLst>
                <a:ext uri="{FF2B5EF4-FFF2-40B4-BE49-F238E27FC236}">
                  <a16:creationId xmlns:a16="http://schemas.microsoft.com/office/drawing/2014/main" id="{4943BAA5-8AFD-8766-3427-DE23EE2CFCA0}"/>
                </a:ext>
              </a:extLst>
            </p:cNvPr>
            <p:cNvSpPr txBox="1"/>
            <p:nvPr/>
          </p:nvSpPr>
          <p:spPr>
            <a:xfrm>
              <a:off x="5230850" y="2583895"/>
              <a:ext cx="471630"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800" b="1" i="0" u="none" strike="noStrike" cap="none" spc="0" normalizeH="0" baseline="0" dirty="0">
                  <a:ln>
                    <a:noFill/>
                  </a:ln>
                  <a:solidFill>
                    <a:srgbClr val="4C4C4C"/>
                  </a:solidFill>
                  <a:effectLst/>
                  <a:uFillTx/>
                  <a:latin typeface="Source Sans Pro"/>
                  <a:ea typeface="Source Sans Pro"/>
                  <a:cs typeface="Source Sans Pro"/>
                  <a:sym typeface="Source Sans Pro"/>
                </a:rPr>
                <a:t>jira.R</a:t>
              </a:r>
            </a:p>
          </p:txBody>
        </p:sp>
        <p:pic>
          <p:nvPicPr>
            <p:cNvPr id="475" name="Graphic 474" descr="Paper outline">
              <a:extLst>
                <a:ext uri="{FF2B5EF4-FFF2-40B4-BE49-F238E27FC236}">
                  <a16:creationId xmlns:a16="http://schemas.microsoft.com/office/drawing/2014/main" id="{70B3B2F8-87BB-4A4A-6441-75E9D89E7A8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117938" y="2409621"/>
              <a:ext cx="599426" cy="599426"/>
            </a:xfrm>
            <a:prstGeom prst="rect">
              <a:avLst/>
            </a:prstGeom>
          </p:spPr>
        </p:pic>
        <p:pic>
          <p:nvPicPr>
            <p:cNvPr id="476" name="Graphic 475" descr="Arrow Right outline">
              <a:extLst>
                <a:ext uri="{FF2B5EF4-FFF2-40B4-BE49-F238E27FC236}">
                  <a16:creationId xmlns:a16="http://schemas.microsoft.com/office/drawing/2014/main" id="{B5C56A8D-05A2-556E-037A-B6787D0F331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5400000">
              <a:off x="5281649" y="3906356"/>
              <a:ext cx="253691" cy="528271"/>
            </a:xfrm>
            <a:prstGeom prst="rect">
              <a:avLst/>
            </a:prstGeom>
          </p:spPr>
        </p:pic>
        <p:graphicFrame>
          <p:nvGraphicFramePr>
            <p:cNvPr id="477" name="Table">
              <a:extLst>
                <a:ext uri="{FF2B5EF4-FFF2-40B4-BE49-F238E27FC236}">
                  <a16:creationId xmlns:a16="http://schemas.microsoft.com/office/drawing/2014/main" id="{83D28BA6-D849-0EC3-5E3D-F61400F39B00}"/>
                </a:ext>
              </a:extLst>
            </p:cNvPr>
            <p:cNvGraphicFramePr/>
            <p:nvPr/>
          </p:nvGraphicFramePr>
          <p:xfrm>
            <a:off x="6298015" y="3394596"/>
            <a:ext cx="566709" cy="592753"/>
          </p:xfrm>
          <a:graphic>
            <a:graphicData uri="http://schemas.openxmlformats.org/drawingml/2006/table">
              <a:tbl>
                <a:tblPr firstRow="1">
                  <a:tableStyleId>{3C2FFA5D-87B4-456A-9821-1D502468CF0F}</a:tableStyleId>
                </a:tblPr>
                <a:tblGrid>
                  <a:gridCol w="169988">
                    <a:extLst>
                      <a:ext uri="{9D8B030D-6E8A-4147-A177-3AD203B41FA5}">
                        <a16:colId xmlns:a16="http://schemas.microsoft.com/office/drawing/2014/main" val="20000"/>
                      </a:ext>
                    </a:extLst>
                  </a:gridCol>
                  <a:gridCol w="169988">
                    <a:extLst>
                      <a:ext uri="{9D8B030D-6E8A-4147-A177-3AD203B41FA5}">
                        <a16:colId xmlns:a16="http://schemas.microsoft.com/office/drawing/2014/main" val="20001"/>
                      </a:ext>
                    </a:extLst>
                  </a:gridCol>
                  <a:gridCol w="169988">
                    <a:extLst>
                      <a:ext uri="{9D8B030D-6E8A-4147-A177-3AD203B41FA5}">
                        <a16:colId xmlns:a16="http://schemas.microsoft.com/office/drawing/2014/main" val="20002"/>
                      </a:ext>
                    </a:extLst>
                  </a:gridCol>
                </a:tblGrid>
                <a:tr h="83476">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tc>
                  <a:extLst>
                    <a:ext uri="{0D108BD9-81ED-4DB2-BD59-A6C34878D82A}">
                      <a16:rowId xmlns:a16="http://schemas.microsoft.com/office/drawing/2014/main" val="10000"/>
                    </a:ext>
                  </a:extLst>
                </a:tr>
                <a:tr h="83476">
                  <a:tc>
                    <a:txBody>
                      <a:bodyPr/>
                      <a:lstStyle/>
                      <a:p>
                        <a:pPr defTabSz="914400">
                          <a:defRPr sz="700">
                            <a:sym typeface="Source Sans Pro Regular"/>
                          </a:defRPr>
                        </a:pPr>
                        <a:endParaRPr dirty="0">
                          <a:noFill/>
                        </a:endParaRPr>
                      </a:p>
                    </a:txBody>
                    <a:tcPr marL="0" marR="0" marT="0" marB="0" anchor="ctr" horzOverflow="overflow"/>
                  </a:tc>
                  <a:tc>
                    <a:txBody>
                      <a:bodyPr/>
                      <a:lstStyle/>
                      <a:p>
                        <a:pPr defTabSz="914400">
                          <a:defRPr sz="700">
                            <a:sym typeface="Source Sans Pro Regular"/>
                          </a:defRPr>
                        </a:pPr>
                        <a:endParaRPr dirty="0">
                          <a:noFill/>
                        </a:endParaRPr>
                      </a:p>
                    </a:txBody>
                    <a:tcPr marL="0" marR="0" marT="0" marB="0" anchor="ctr" horzOverflow="overflow"/>
                  </a:tc>
                  <a:tc>
                    <a:txBody>
                      <a:bodyPr/>
                      <a:lstStyle/>
                      <a:p>
                        <a:pPr defTabSz="914400">
                          <a:defRPr sz="700">
                            <a:sym typeface="Source Sans Pro Regular"/>
                          </a:defRPr>
                        </a:pPr>
                        <a:endParaRPr dirty="0">
                          <a:noFill/>
                        </a:endParaRPr>
                      </a:p>
                    </a:txBody>
                    <a:tcPr marL="0" marR="0" marT="0" marB="0" anchor="ctr" horzOverflow="overflow"/>
                  </a:tc>
                  <a:extLst>
                    <a:ext uri="{0D108BD9-81ED-4DB2-BD59-A6C34878D82A}">
                      <a16:rowId xmlns:a16="http://schemas.microsoft.com/office/drawing/2014/main" val="10001"/>
                    </a:ext>
                  </a:extLst>
                </a:tr>
                <a:tr h="83476">
                  <a:tc>
                    <a:txBody>
                      <a:bodyPr/>
                      <a:lstStyle/>
                      <a:p>
                        <a:pPr defTabSz="914400">
                          <a:defRPr sz="700">
                            <a:sym typeface="Source Sans Pro Regular"/>
                          </a:defRPr>
                        </a:pPr>
                        <a:endParaRPr dirty="0">
                          <a:noFill/>
                        </a:endParaRPr>
                      </a:p>
                    </a:txBody>
                    <a:tcPr marL="0" marR="0" marT="0" marB="0" anchor="ctr" horzOverflow="overflow"/>
                  </a:tc>
                  <a:tc>
                    <a:txBody>
                      <a:bodyPr/>
                      <a:lstStyle/>
                      <a:p>
                        <a:pPr defTabSz="914400">
                          <a:defRPr sz="700">
                            <a:sym typeface="Source Sans Pro Regular"/>
                          </a:defRPr>
                        </a:pPr>
                        <a:endParaRPr dirty="0">
                          <a:noFill/>
                        </a:endParaRPr>
                      </a:p>
                    </a:txBody>
                    <a:tcPr marL="0" marR="0" marT="0" marB="0" anchor="ctr" horzOverflow="overflow"/>
                  </a:tc>
                  <a:tc>
                    <a:txBody>
                      <a:bodyPr/>
                      <a:lstStyle/>
                      <a:p>
                        <a:pPr defTabSz="914400">
                          <a:defRPr sz="700">
                            <a:sym typeface="Source Sans Pro Regular"/>
                          </a:defRPr>
                        </a:pPr>
                        <a:endParaRPr dirty="0">
                          <a:noFill/>
                        </a:endParaRPr>
                      </a:p>
                    </a:txBody>
                    <a:tcPr marL="0" marR="0" marT="0" marB="0" anchor="ctr" horzOverflow="overflow"/>
                  </a:tc>
                  <a:extLst>
                    <a:ext uri="{0D108BD9-81ED-4DB2-BD59-A6C34878D82A}">
                      <a16:rowId xmlns:a16="http://schemas.microsoft.com/office/drawing/2014/main" val="10002"/>
                    </a:ext>
                  </a:extLst>
                </a:tr>
                <a:tr h="83476">
                  <a:tc>
                    <a:txBody>
                      <a:bodyPr/>
                      <a:lstStyle/>
                      <a:p>
                        <a:pPr defTabSz="914400">
                          <a:defRPr sz="700">
                            <a:sym typeface="Source Sans Pro Regular"/>
                          </a:defRPr>
                        </a:pPr>
                        <a:endParaRPr dirty="0">
                          <a:noFill/>
                        </a:endParaRPr>
                      </a:p>
                    </a:txBody>
                    <a:tcPr marL="0" marR="0" marT="0" marB="0" anchor="ctr" horzOverflow="overflow"/>
                  </a:tc>
                  <a:tc>
                    <a:txBody>
                      <a:bodyPr/>
                      <a:lstStyle/>
                      <a:p>
                        <a:pPr defTabSz="914400">
                          <a:defRPr sz="700">
                            <a:sym typeface="Source Sans Pro Regular"/>
                          </a:defRPr>
                        </a:pPr>
                        <a:endParaRPr dirty="0">
                          <a:noFill/>
                        </a:endParaRPr>
                      </a:p>
                    </a:txBody>
                    <a:tcPr marL="0" marR="0" marT="0" marB="0" anchor="ctr" horzOverflow="overflow"/>
                  </a:tc>
                  <a:tc>
                    <a:txBody>
                      <a:bodyPr/>
                      <a:lstStyle/>
                      <a:p>
                        <a:pPr defTabSz="914400">
                          <a:defRPr sz="700">
                            <a:sym typeface="Source Sans Pro Regular"/>
                          </a:defRPr>
                        </a:pPr>
                        <a:endParaRPr dirty="0">
                          <a:noFill/>
                        </a:endParaRPr>
                      </a:p>
                    </a:txBody>
                    <a:tcPr marL="0" marR="0" marT="0" marB="0" anchor="ctr" horzOverflow="overflow"/>
                  </a:tc>
                  <a:extLst>
                    <a:ext uri="{0D108BD9-81ED-4DB2-BD59-A6C34878D82A}">
                      <a16:rowId xmlns:a16="http://schemas.microsoft.com/office/drawing/2014/main" val="10003"/>
                    </a:ext>
                  </a:extLst>
                </a:tr>
                <a:tr h="83476">
                  <a:tc>
                    <a:txBody>
                      <a:bodyPr/>
                      <a:lstStyle/>
                      <a:p>
                        <a:pPr defTabSz="914400">
                          <a:defRPr sz="700">
                            <a:sym typeface="Source Sans Pro Regular"/>
                          </a:defRPr>
                        </a:pPr>
                        <a:endParaRPr dirty="0">
                          <a:noFill/>
                        </a:endParaRPr>
                      </a:p>
                    </a:txBody>
                    <a:tcPr marL="0" marR="0" marT="0" marB="0" anchor="ctr" horzOverflow="overflow"/>
                  </a:tc>
                  <a:tc>
                    <a:txBody>
                      <a:bodyPr/>
                      <a:lstStyle/>
                      <a:p>
                        <a:pPr defTabSz="914400">
                          <a:defRPr sz="700">
                            <a:sym typeface="Source Sans Pro Regular"/>
                          </a:defRPr>
                        </a:pPr>
                        <a:endParaRPr dirty="0">
                          <a:noFill/>
                        </a:endParaRPr>
                      </a:p>
                    </a:txBody>
                    <a:tcPr marL="0" marR="0" marT="0" marB="0" anchor="ctr" horzOverflow="overflow"/>
                  </a:tc>
                  <a:tc>
                    <a:txBody>
                      <a:bodyPr/>
                      <a:lstStyle/>
                      <a:p>
                        <a:pPr defTabSz="914400">
                          <a:defRPr sz="700">
                            <a:sym typeface="Source Sans Pro Regular"/>
                          </a:defRPr>
                        </a:pPr>
                        <a:endParaRPr dirty="0">
                          <a:noFill/>
                        </a:endParaRPr>
                      </a:p>
                    </a:txBody>
                    <a:tcPr marL="0" marR="0" marT="0" marB="0" anchor="ctr" horzOverflow="overflow"/>
                  </a:tc>
                  <a:extLst>
                    <a:ext uri="{0D108BD9-81ED-4DB2-BD59-A6C34878D82A}">
                      <a16:rowId xmlns:a16="http://schemas.microsoft.com/office/drawing/2014/main" val="10004"/>
                    </a:ext>
                  </a:extLst>
                </a:tr>
              </a:tbl>
            </a:graphicData>
          </a:graphic>
        </p:graphicFrame>
        <p:pic>
          <p:nvPicPr>
            <p:cNvPr id="480" name="Graphic 479" descr="Arrow Right outline">
              <a:extLst>
                <a:ext uri="{FF2B5EF4-FFF2-40B4-BE49-F238E27FC236}">
                  <a16:creationId xmlns:a16="http://schemas.microsoft.com/office/drawing/2014/main" id="{B6A23FCD-FA74-4BD8-25C8-5D60D05A164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5400000">
              <a:off x="6435305" y="1966119"/>
              <a:ext cx="253692" cy="528271"/>
            </a:xfrm>
            <a:prstGeom prst="rect">
              <a:avLst/>
            </a:prstGeom>
          </p:spPr>
        </p:pic>
        <p:graphicFrame>
          <p:nvGraphicFramePr>
            <p:cNvPr id="482" name="Table">
              <a:extLst>
                <a:ext uri="{FF2B5EF4-FFF2-40B4-BE49-F238E27FC236}">
                  <a16:creationId xmlns:a16="http://schemas.microsoft.com/office/drawing/2014/main" id="{D7C06D08-6C02-62EC-EFD1-5ED035524B95}"/>
                </a:ext>
              </a:extLst>
            </p:cNvPr>
            <p:cNvGraphicFramePr/>
            <p:nvPr/>
          </p:nvGraphicFramePr>
          <p:xfrm>
            <a:off x="6298015" y="4337091"/>
            <a:ext cx="616263" cy="414784"/>
          </p:xfrm>
          <a:graphic>
            <a:graphicData uri="http://schemas.openxmlformats.org/drawingml/2006/table">
              <a:tbl>
                <a:tblPr firstRow="1">
                  <a:tableStyleId>{073A0DAA-6AF3-43AB-8588-CEC1D06C72B9}</a:tableStyleId>
                </a:tblPr>
                <a:tblGrid>
                  <a:gridCol w="184852">
                    <a:extLst>
                      <a:ext uri="{9D8B030D-6E8A-4147-A177-3AD203B41FA5}">
                        <a16:colId xmlns:a16="http://schemas.microsoft.com/office/drawing/2014/main" val="20000"/>
                      </a:ext>
                    </a:extLst>
                  </a:gridCol>
                  <a:gridCol w="184852">
                    <a:extLst>
                      <a:ext uri="{9D8B030D-6E8A-4147-A177-3AD203B41FA5}">
                        <a16:colId xmlns:a16="http://schemas.microsoft.com/office/drawing/2014/main" val="20001"/>
                      </a:ext>
                    </a:extLst>
                  </a:gridCol>
                  <a:gridCol w="184852">
                    <a:extLst>
                      <a:ext uri="{9D8B030D-6E8A-4147-A177-3AD203B41FA5}">
                        <a16:colId xmlns:a16="http://schemas.microsoft.com/office/drawing/2014/main" val="20002"/>
                      </a:ext>
                    </a:extLst>
                  </a:gridCol>
                </a:tblGrid>
                <a:tr h="124417">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tc>
                  <a:extLst>
                    <a:ext uri="{0D108BD9-81ED-4DB2-BD59-A6C34878D82A}">
                      <a16:rowId xmlns:a16="http://schemas.microsoft.com/office/drawing/2014/main" val="10000"/>
                    </a:ext>
                  </a:extLst>
                </a:tr>
                <a:tr h="124417">
                  <a:tc>
                    <a:txBody>
                      <a:bodyPr/>
                      <a:lstStyle/>
                      <a:p>
                        <a:pPr defTabSz="914400">
                          <a:defRPr sz="700">
                            <a:sym typeface="Source Sans Pro Regular"/>
                          </a:defRPr>
                        </a:pPr>
                        <a:endParaRPr dirty="0">
                          <a:noFill/>
                          <a:highlight>
                            <a:srgbClr val="FFFF00"/>
                          </a:highlight>
                        </a:endParaRPr>
                      </a:p>
                    </a:txBody>
                    <a:tcPr marL="0" marR="0" marT="0" marB="0" anchor="ctr" horzOverflow="overflow"/>
                  </a:tc>
                  <a:tc>
                    <a:txBody>
                      <a:bodyPr/>
                      <a:lstStyle/>
                      <a:p>
                        <a:pPr defTabSz="914400">
                          <a:defRPr sz="700">
                            <a:sym typeface="Source Sans Pro Regular"/>
                          </a:defRPr>
                        </a:pPr>
                        <a:endParaRPr dirty="0">
                          <a:noFill/>
                          <a:highlight>
                            <a:srgbClr val="FFFF00"/>
                          </a:highlight>
                        </a:endParaRPr>
                      </a:p>
                    </a:txBody>
                    <a:tcPr marL="0" marR="0" marT="0" marB="0" anchor="ctr" horzOverflow="overflow"/>
                  </a:tc>
                  <a:tc>
                    <a:txBody>
                      <a:bodyPr/>
                      <a:lstStyle/>
                      <a:p>
                        <a:pPr defTabSz="914400">
                          <a:defRPr sz="700">
                            <a:sym typeface="Source Sans Pro Regular"/>
                          </a:defRPr>
                        </a:pPr>
                        <a:endParaRPr dirty="0">
                          <a:noFill/>
                          <a:highlight>
                            <a:srgbClr val="FFFF00"/>
                          </a:highlight>
                        </a:endParaRPr>
                      </a:p>
                    </a:txBody>
                    <a:tcPr marL="0" marR="0" marT="0" marB="0" anchor="ctr" horzOverflow="overflow"/>
                  </a:tc>
                  <a:extLst>
                    <a:ext uri="{0D108BD9-81ED-4DB2-BD59-A6C34878D82A}">
                      <a16:rowId xmlns:a16="http://schemas.microsoft.com/office/drawing/2014/main" val="10001"/>
                    </a:ext>
                  </a:extLst>
                </a:tr>
                <a:tr h="124417">
                  <a:tc>
                    <a:txBody>
                      <a:bodyPr/>
                      <a:lstStyle/>
                      <a:p>
                        <a:pPr defTabSz="914400">
                          <a:defRPr sz="700">
                            <a:sym typeface="Source Sans Pro Regular"/>
                          </a:defRPr>
                        </a:pPr>
                        <a:endParaRPr dirty="0">
                          <a:noFill/>
                        </a:endParaRPr>
                      </a:p>
                    </a:txBody>
                    <a:tcPr marL="0" marR="0" marT="0" marB="0" anchor="ctr" horzOverflow="overflow"/>
                  </a:tc>
                  <a:tc>
                    <a:txBody>
                      <a:bodyPr/>
                      <a:lstStyle/>
                      <a:p>
                        <a:pPr defTabSz="914400">
                          <a:defRPr sz="700">
                            <a:sym typeface="Source Sans Pro Regular"/>
                          </a:defRPr>
                        </a:pPr>
                        <a:endParaRPr dirty="0">
                          <a:noFill/>
                        </a:endParaRPr>
                      </a:p>
                    </a:txBody>
                    <a:tcPr marL="0" marR="0" marT="0" marB="0" anchor="ctr" horzOverflow="overflow"/>
                  </a:tc>
                  <a:tc>
                    <a:txBody>
                      <a:bodyPr/>
                      <a:lstStyle/>
                      <a:p>
                        <a:pPr defTabSz="914400">
                          <a:defRPr sz="700">
                            <a:sym typeface="Source Sans Pro Regular"/>
                          </a:defRPr>
                        </a:pPr>
                        <a:endParaRPr dirty="0">
                          <a:noFill/>
                        </a:endParaRPr>
                      </a:p>
                    </a:txBody>
                    <a:tcPr marL="0" marR="0" marT="0" marB="0" anchor="ctr" horzOverflow="overflow"/>
                  </a:tc>
                  <a:extLst>
                    <a:ext uri="{0D108BD9-81ED-4DB2-BD59-A6C34878D82A}">
                      <a16:rowId xmlns:a16="http://schemas.microsoft.com/office/drawing/2014/main" val="10002"/>
                    </a:ext>
                  </a:extLst>
                </a:tr>
              </a:tbl>
            </a:graphicData>
          </a:graphic>
        </p:graphicFrame>
        <p:sp>
          <p:nvSpPr>
            <p:cNvPr id="483" name="TextBox 482">
              <a:extLst>
                <a:ext uri="{FF2B5EF4-FFF2-40B4-BE49-F238E27FC236}">
                  <a16:creationId xmlns:a16="http://schemas.microsoft.com/office/drawing/2014/main" id="{5BEBB64A-D2D1-78E1-FF1A-461149AEDBDE}"/>
                </a:ext>
              </a:extLst>
            </p:cNvPr>
            <p:cNvSpPr txBox="1"/>
            <p:nvPr/>
          </p:nvSpPr>
          <p:spPr>
            <a:xfrm>
              <a:off x="6375351" y="1681887"/>
              <a:ext cx="471630"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800" dirty="0"/>
                <a:t>.mbox</a:t>
              </a:r>
              <a:endParaRPr kumimoji="0" lang="en-US" sz="8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pic>
          <p:nvPicPr>
            <p:cNvPr id="489" name="Graphic 488" descr="Paper outline">
              <a:extLst>
                <a:ext uri="{FF2B5EF4-FFF2-40B4-BE49-F238E27FC236}">
                  <a16:creationId xmlns:a16="http://schemas.microsoft.com/office/drawing/2014/main" id="{3DDF8A34-CFE0-54DA-78FD-40E038EFA10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262439" y="1507612"/>
              <a:ext cx="599426" cy="599426"/>
            </a:xfrm>
            <a:prstGeom prst="rect">
              <a:avLst/>
            </a:prstGeom>
          </p:spPr>
        </p:pic>
        <p:pic>
          <p:nvPicPr>
            <p:cNvPr id="490" name="Graphic 489" descr="Arrow Right outline">
              <a:extLst>
                <a:ext uri="{FF2B5EF4-FFF2-40B4-BE49-F238E27FC236}">
                  <a16:creationId xmlns:a16="http://schemas.microsoft.com/office/drawing/2014/main" id="{71EDEEFB-5933-E27C-8D05-D8B2E531E98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5400000">
              <a:off x="6435305" y="2868128"/>
              <a:ext cx="253692" cy="528271"/>
            </a:xfrm>
            <a:prstGeom prst="rect">
              <a:avLst/>
            </a:prstGeom>
          </p:spPr>
        </p:pic>
        <p:sp>
          <p:nvSpPr>
            <p:cNvPr id="494" name="TextBox 493">
              <a:extLst>
                <a:ext uri="{FF2B5EF4-FFF2-40B4-BE49-F238E27FC236}">
                  <a16:creationId xmlns:a16="http://schemas.microsoft.com/office/drawing/2014/main" id="{AB1AAF6C-90C5-21D8-76C5-6739F0F028A0}"/>
                </a:ext>
              </a:extLst>
            </p:cNvPr>
            <p:cNvSpPr txBox="1"/>
            <p:nvPr/>
          </p:nvSpPr>
          <p:spPr>
            <a:xfrm>
              <a:off x="6375351" y="2583896"/>
              <a:ext cx="471630"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800" dirty="0"/>
                <a:t>mail.R</a:t>
              </a:r>
              <a:endParaRPr kumimoji="0" lang="en-US" sz="8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pic>
          <p:nvPicPr>
            <p:cNvPr id="495" name="Graphic 494" descr="Paper outline">
              <a:extLst>
                <a:ext uri="{FF2B5EF4-FFF2-40B4-BE49-F238E27FC236}">
                  <a16:creationId xmlns:a16="http://schemas.microsoft.com/office/drawing/2014/main" id="{00743A33-6901-E048-A516-F986E200894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262439" y="2409621"/>
              <a:ext cx="599426" cy="599426"/>
            </a:xfrm>
            <a:prstGeom prst="rect">
              <a:avLst/>
            </a:prstGeom>
          </p:spPr>
        </p:pic>
        <p:pic>
          <p:nvPicPr>
            <p:cNvPr id="496" name="Graphic 495" descr="Arrow Right outline">
              <a:extLst>
                <a:ext uri="{FF2B5EF4-FFF2-40B4-BE49-F238E27FC236}">
                  <a16:creationId xmlns:a16="http://schemas.microsoft.com/office/drawing/2014/main" id="{2BA6CC67-C023-4C90-F64D-A1C72BAEB06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5400000">
              <a:off x="6489059" y="3906356"/>
              <a:ext cx="253691" cy="528271"/>
            </a:xfrm>
            <a:prstGeom prst="rect">
              <a:avLst/>
            </a:prstGeom>
          </p:spPr>
        </p:pic>
        <p:sp>
          <p:nvSpPr>
            <p:cNvPr id="502" name="TextBox 501">
              <a:extLst>
                <a:ext uri="{FF2B5EF4-FFF2-40B4-BE49-F238E27FC236}">
                  <a16:creationId xmlns:a16="http://schemas.microsoft.com/office/drawing/2014/main" id="{E9711F8B-B2AE-B394-5EA9-B29EA52DD301}"/>
                </a:ext>
              </a:extLst>
            </p:cNvPr>
            <p:cNvSpPr txBox="1"/>
            <p:nvPr/>
          </p:nvSpPr>
          <p:spPr>
            <a:xfrm>
              <a:off x="6861866" y="3035622"/>
              <a:ext cx="819492"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b="0" dirty="0"/>
                <a:t>p</a:t>
              </a:r>
              <a:r>
                <a:rPr kumimoji="0" lang="en-US" sz="1200" b="0" i="0" u="none" strike="noStrike" cap="none" spc="0" normalizeH="0" baseline="0" dirty="0">
                  <a:ln>
                    <a:noFill/>
                  </a:ln>
                  <a:solidFill>
                    <a:srgbClr val="4C4C4C"/>
                  </a:solidFill>
                  <a:effectLst/>
                  <a:uFillTx/>
                  <a:latin typeface="Source Sans Pro"/>
                  <a:ea typeface="Source Sans Pro"/>
                  <a:cs typeface="Source Sans Pro"/>
                  <a:sym typeface="Source Sans Pro"/>
                </a:rPr>
                <a:t>arse_*()</a:t>
              </a:r>
            </a:p>
          </p:txBody>
        </p:sp>
        <p:sp>
          <p:nvSpPr>
            <p:cNvPr id="505" name="TextBox 504">
              <a:extLst>
                <a:ext uri="{FF2B5EF4-FFF2-40B4-BE49-F238E27FC236}">
                  <a16:creationId xmlns:a16="http://schemas.microsoft.com/office/drawing/2014/main" id="{234B1202-DA9D-65BA-2FA7-A543F289A986}"/>
                </a:ext>
              </a:extLst>
            </p:cNvPr>
            <p:cNvSpPr txBox="1"/>
            <p:nvPr/>
          </p:nvSpPr>
          <p:spPr>
            <a:xfrm>
              <a:off x="6861865" y="3960047"/>
              <a:ext cx="2065634" cy="35618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1200" b="0" i="0" u="none" strike="noStrike" cap="none" spc="0" normalizeH="0" baseline="0" dirty="0">
                  <a:ln>
                    <a:noFill/>
                  </a:ln>
                  <a:solidFill>
                    <a:srgbClr val="4C4C4C"/>
                  </a:solidFill>
                  <a:effectLst/>
                  <a:uFillTx/>
                  <a:latin typeface="Source Sans Pro"/>
                  <a:ea typeface="Source Sans Pro"/>
                  <a:cs typeface="Source Sans Pro"/>
                  <a:sym typeface="Source Sans Pro"/>
                </a:rPr>
                <a:t>transform_*_to_network()</a:t>
              </a:r>
            </a:p>
          </p:txBody>
        </p:sp>
        <p:pic>
          <p:nvPicPr>
            <p:cNvPr id="507" name="Graphic 506" descr="Arrow Right outline">
              <a:extLst>
                <a:ext uri="{FF2B5EF4-FFF2-40B4-BE49-F238E27FC236}">
                  <a16:creationId xmlns:a16="http://schemas.microsoft.com/office/drawing/2014/main" id="{44162FAF-E36E-9DE1-3B34-F61AF4FDCB3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2700000">
              <a:off x="4188304" y="4912640"/>
              <a:ext cx="966623" cy="528271"/>
            </a:xfrm>
            <a:prstGeom prst="rect">
              <a:avLst/>
            </a:prstGeom>
          </p:spPr>
        </p:pic>
        <p:pic>
          <p:nvPicPr>
            <p:cNvPr id="260" name="Graphic 259" descr="Arrow Right outline">
              <a:extLst>
                <a:ext uri="{FF2B5EF4-FFF2-40B4-BE49-F238E27FC236}">
                  <a16:creationId xmlns:a16="http://schemas.microsoft.com/office/drawing/2014/main" id="{6E2695F3-9268-F6F8-1353-A790A245F76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8100000">
              <a:off x="5729369" y="4940299"/>
              <a:ext cx="1044851" cy="528271"/>
            </a:xfrm>
            <a:prstGeom prst="rect">
              <a:avLst/>
            </a:prstGeom>
          </p:spPr>
        </p:pic>
        <p:pic>
          <p:nvPicPr>
            <p:cNvPr id="261" name="Graphic 260" descr="Arrow Right outline">
              <a:extLst>
                <a:ext uri="{FF2B5EF4-FFF2-40B4-BE49-F238E27FC236}">
                  <a16:creationId xmlns:a16="http://schemas.microsoft.com/office/drawing/2014/main" id="{F6DD209D-0B86-7BEB-9058-45E039239F4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5400000">
              <a:off x="5175885" y="4741840"/>
              <a:ext cx="483529" cy="528271"/>
            </a:xfrm>
            <a:prstGeom prst="rect">
              <a:avLst/>
            </a:prstGeom>
          </p:spPr>
        </p:pic>
        <p:sp>
          <p:nvSpPr>
            <p:cNvPr id="262" name="TextBox 261">
              <a:extLst>
                <a:ext uri="{FF2B5EF4-FFF2-40B4-BE49-F238E27FC236}">
                  <a16:creationId xmlns:a16="http://schemas.microsoft.com/office/drawing/2014/main" id="{A47D47B4-808C-7D4B-8006-D70564AE27D8}"/>
                </a:ext>
              </a:extLst>
            </p:cNvPr>
            <p:cNvSpPr txBox="1"/>
            <p:nvPr/>
          </p:nvSpPr>
          <p:spPr>
            <a:xfrm>
              <a:off x="5214872" y="5537976"/>
              <a:ext cx="612732" cy="29052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defTabSz="584200" rtl="0" fontAlgn="auto" latinLnBrk="0" hangingPunct="0">
                <a:lnSpc>
                  <a:spcPct val="100000"/>
                </a:lnSpc>
                <a:spcBef>
                  <a:spcPts val="200"/>
                </a:spcBef>
                <a:spcAft>
                  <a:spcPts val="0"/>
                </a:spcAft>
                <a:buClrTx/>
                <a:buSzTx/>
                <a:buFontTx/>
                <a:buNone/>
                <a:tabLst/>
              </a:pPr>
              <a:r>
                <a:rPr lang="en-US" sz="800" dirty="0"/>
                <a:t>graph.R</a:t>
              </a:r>
              <a:endParaRPr kumimoji="0" lang="en-US" sz="8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pic>
          <p:nvPicPr>
            <p:cNvPr id="263" name="Graphic 262" descr="Paper outline">
              <a:extLst>
                <a:ext uri="{FF2B5EF4-FFF2-40B4-BE49-F238E27FC236}">
                  <a16:creationId xmlns:a16="http://schemas.microsoft.com/office/drawing/2014/main" id="{1FBA13DD-7564-30CD-07D5-73C41968669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989606" y="5363702"/>
              <a:ext cx="971856" cy="599426"/>
            </a:xfrm>
            <a:prstGeom prst="rect">
              <a:avLst/>
            </a:prstGeom>
          </p:spPr>
        </p:pic>
        <p:sp>
          <p:nvSpPr>
            <p:cNvPr id="264" name="TextBox 263">
              <a:extLst>
                <a:ext uri="{FF2B5EF4-FFF2-40B4-BE49-F238E27FC236}">
                  <a16:creationId xmlns:a16="http://schemas.microsoft.com/office/drawing/2014/main" id="{9BDAFC11-3BED-1089-9937-0DF5E77ADD11}"/>
                </a:ext>
              </a:extLst>
            </p:cNvPr>
            <p:cNvSpPr txBox="1"/>
            <p:nvPr/>
          </p:nvSpPr>
          <p:spPr>
            <a:xfrm>
              <a:off x="6861864" y="4895561"/>
              <a:ext cx="1507488" cy="35618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b="0" dirty="0"/>
                <a:t>model</a:t>
              </a:r>
              <a:r>
                <a:rPr kumimoji="0" lang="en-US" sz="1200" b="0" i="0" u="none" strike="noStrike" cap="none" spc="0" normalizeH="0" baseline="0" dirty="0">
                  <a:ln>
                    <a:noFill/>
                  </a:ln>
                  <a:solidFill>
                    <a:srgbClr val="4C4C4C"/>
                  </a:solidFill>
                  <a:effectLst/>
                  <a:uFillTx/>
                  <a:latin typeface="Source Sans Pro"/>
                  <a:ea typeface="Source Sans Pro"/>
                  <a:cs typeface="Source Sans Pro"/>
                  <a:sym typeface="Source Sans Pro"/>
                </a:rPr>
                <a:t>_*_graph()</a:t>
              </a:r>
            </a:p>
          </p:txBody>
        </p:sp>
        <p:pic>
          <p:nvPicPr>
            <p:cNvPr id="266" name="Graphic 265" descr="Arrow Right outline">
              <a:extLst>
                <a:ext uri="{FF2B5EF4-FFF2-40B4-BE49-F238E27FC236}">
                  <a16:creationId xmlns:a16="http://schemas.microsoft.com/office/drawing/2014/main" id="{9EB6859C-6E7E-8DD4-00D0-BF14766D0FB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5400000">
              <a:off x="5200429" y="5970169"/>
              <a:ext cx="483529" cy="528271"/>
            </a:xfrm>
            <a:prstGeom prst="rect">
              <a:avLst/>
            </a:prstGeom>
          </p:spPr>
        </p:pic>
        <p:grpSp>
          <p:nvGrpSpPr>
            <p:cNvPr id="267" name="Google Shape;156;p1">
              <a:extLst>
                <a:ext uri="{FF2B5EF4-FFF2-40B4-BE49-F238E27FC236}">
                  <a16:creationId xmlns:a16="http://schemas.microsoft.com/office/drawing/2014/main" id="{6CA39B4B-9383-3D33-24B7-E99C720E1AC9}"/>
                </a:ext>
              </a:extLst>
            </p:cNvPr>
            <p:cNvGrpSpPr/>
            <p:nvPr/>
          </p:nvGrpSpPr>
          <p:grpSpPr>
            <a:xfrm>
              <a:off x="4038375" y="6326586"/>
              <a:ext cx="2991075" cy="1657065"/>
              <a:chOff x="10592773" y="5229745"/>
              <a:chExt cx="3298954" cy="1741391"/>
            </a:xfrm>
            <a:solidFill>
              <a:schemeClr val="tx1"/>
            </a:solidFill>
          </p:grpSpPr>
          <p:sp>
            <p:nvSpPr>
              <p:cNvPr id="268" name="Google Shape;157;p1">
                <a:extLst>
                  <a:ext uri="{FF2B5EF4-FFF2-40B4-BE49-F238E27FC236}">
                    <a16:creationId xmlns:a16="http://schemas.microsoft.com/office/drawing/2014/main" id="{BF8B3E75-37A3-C194-9E88-1B6EE1E484C2}"/>
                  </a:ext>
                </a:extLst>
              </p:cNvPr>
              <p:cNvSpPr/>
              <p:nvPr/>
            </p:nvSpPr>
            <p:spPr>
              <a:xfrm>
                <a:off x="12237743" y="5550161"/>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69" name="Google Shape;158;p1">
                <a:extLst>
                  <a:ext uri="{FF2B5EF4-FFF2-40B4-BE49-F238E27FC236}">
                    <a16:creationId xmlns:a16="http://schemas.microsoft.com/office/drawing/2014/main" id="{64D1587B-A127-88BD-D84E-059A278D1C78}"/>
                  </a:ext>
                </a:extLst>
              </p:cNvPr>
              <p:cNvSpPr/>
              <p:nvPr/>
            </p:nvSpPr>
            <p:spPr>
              <a:xfrm>
                <a:off x="12990609" y="5398089"/>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0" name="Google Shape;159;p1">
                <a:extLst>
                  <a:ext uri="{FF2B5EF4-FFF2-40B4-BE49-F238E27FC236}">
                    <a16:creationId xmlns:a16="http://schemas.microsoft.com/office/drawing/2014/main" id="{7CF6C976-991D-EB09-5F15-E79F02BB8EE8}"/>
                  </a:ext>
                </a:extLst>
              </p:cNvPr>
              <p:cNvSpPr/>
              <p:nvPr/>
            </p:nvSpPr>
            <p:spPr>
              <a:xfrm>
                <a:off x="13329043" y="5229745"/>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1" name="Google Shape;160;p1">
                <a:extLst>
                  <a:ext uri="{FF2B5EF4-FFF2-40B4-BE49-F238E27FC236}">
                    <a16:creationId xmlns:a16="http://schemas.microsoft.com/office/drawing/2014/main" id="{5121608A-21CE-A74F-CE77-8BCC71A823B2}"/>
                  </a:ext>
                </a:extLst>
              </p:cNvPr>
              <p:cNvSpPr/>
              <p:nvPr/>
            </p:nvSpPr>
            <p:spPr>
              <a:xfrm>
                <a:off x="13317282" y="5522084"/>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2" name="Google Shape;161;p1">
                <a:extLst>
                  <a:ext uri="{FF2B5EF4-FFF2-40B4-BE49-F238E27FC236}">
                    <a16:creationId xmlns:a16="http://schemas.microsoft.com/office/drawing/2014/main" id="{0760EA5F-26A5-11D2-1CDE-17550875441E}"/>
                  </a:ext>
                </a:extLst>
              </p:cNvPr>
              <p:cNvSpPr/>
              <p:nvPr/>
            </p:nvSpPr>
            <p:spPr>
              <a:xfrm>
                <a:off x="13699427" y="5306906"/>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3" name="Google Shape;162;p1">
                <a:extLst>
                  <a:ext uri="{FF2B5EF4-FFF2-40B4-BE49-F238E27FC236}">
                    <a16:creationId xmlns:a16="http://schemas.microsoft.com/office/drawing/2014/main" id="{2F66F0F9-6425-D38F-7255-0E54B16A250B}"/>
                  </a:ext>
                </a:extLst>
              </p:cNvPr>
              <p:cNvSpPr/>
              <p:nvPr/>
            </p:nvSpPr>
            <p:spPr>
              <a:xfrm>
                <a:off x="12990598" y="5644267"/>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4" name="Google Shape;163;p1">
                <a:extLst>
                  <a:ext uri="{FF2B5EF4-FFF2-40B4-BE49-F238E27FC236}">
                    <a16:creationId xmlns:a16="http://schemas.microsoft.com/office/drawing/2014/main" id="{04E29EE4-AB23-2419-D591-940D4146F930}"/>
                  </a:ext>
                </a:extLst>
              </p:cNvPr>
              <p:cNvSpPr/>
              <p:nvPr/>
            </p:nvSpPr>
            <p:spPr>
              <a:xfrm>
                <a:off x="13261106" y="6564434"/>
                <a:ext cx="328200" cy="3369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5" name="Google Shape;164;p1">
                <a:extLst>
                  <a:ext uri="{FF2B5EF4-FFF2-40B4-BE49-F238E27FC236}">
                    <a16:creationId xmlns:a16="http://schemas.microsoft.com/office/drawing/2014/main" id="{224775B1-A4E0-0060-17EC-8D33A7A58101}"/>
                  </a:ext>
                </a:extLst>
              </p:cNvPr>
              <p:cNvSpPr/>
              <p:nvPr/>
            </p:nvSpPr>
            <p:spPr>
              <a:xfrm>
                <a:off x="12889483" y="6773136"/>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6" name="Google Shape;165;p1">
                <a:extLst>
                  <a:ext uri="{FF2B5EF4-FFF2-40B4-BE49-F238E27FC236}">
                    <a16:creationId xmlns:a16="http://schemas.microsoft.com/office/drawing/2014/main" id="{E0A7D8B5-C606-6FEF-A86D-E23C56A2AD64}"/>
                  </a:ext>
                </a:extLst>
              </p:cNvPr>
              <p:cNvSpPr/>
              <p:nvPr/>
            </p:nvSpPr>
            <p:spPr>
              <a:xfrm>
                <a:off x="13324166" y="6099152"/>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7" name="Google Shape;166;p1">
                <a:extLst>
                  <a:ext uri="{FF2B5EF4-FFF2-40B4-BE49-F238E27FC236}">
                    <a16:creationId xmlns:a16="http://schemas.microsoft.com/office/drawing/2014/main" id="{9FD79615-3A53-971A-DAB6-A1CED9B637EE}"/>
                  </a:ext>
                </a:extLst>
              </p:cNvPr>
              <p:cNvSpPr/>
              <p:nvPr/>
            </p:nvSpPr>
            <p:spPr>
              <a:xfrm>
                <a:off x="11468140" y="5576165"/>
                <a:ext cx="305700" cy="308400"/>
              </a:xfrm>
              <a:prstGeom prst="ellipse">
                <a:avLst/>
              </a:prstGeom>
              <a:grpFill/>
              <a:ln w="179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8" name="Google Shape;167;p1">
                <a:extLst>
                  <a:ext uri="{FF2B5EF4-FFF2-40B4-BE49-F238E27FC236}">
                    <a16:creationId xmlns:a16="http://schemas.microsoft.com/office/drawing/2014/main" id="{436FE1DF-3C52-220C-678E-D28EAC13FE77}"/>
                  </a:ext>
                </a:extLst>
              </p:cNvPr>
              <p:cNvSpPr/>
              <p:nvPr/>
            </p:nvSpPr>
            <p:spPr>
              <a:xfrm>
                <a:off x="10719482" y="5925385"/>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9" name="Google Shape;168;p1">
                <a:extLst>
                  <a:ext uri="{FF2B5EF4-FFF2-40B4-BE49-F238E27FC236}">
                    <a16:creationId xmlns:a16="http://schemas.microsoft.com/office/drawing/2014/main" id="{4377DCF6-4F56-417A-D5B7-066D00A55B6E}"/>
                  </a:ext>
                </a:extLst>
              </p:cNvPr>
              <p:cNvSpPr/>
              <p:nvPr/>
            </p:nvSpPr>
            <p:spPr>
              <a:xfrm>
                <a:off x="11061232" y="5405652"/>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80" name="Google Shape;169;p1">
                <a:extLst>
                  <a:ext uri="{FF2B5EF4-FFF2-40B4-BE49-F238E27FC236}">
                    <a16:creationId xmlns:a16="http://schemas.microsoft.com/office/drawing/2014/main" id="{6A706353-C6E6-34A3-4A6A-188C8811BB4D}"/>
                  </a:ext>
                </a:extLst>
              </p:cNvPr>
              <p:cNvSpPr/>
              <p:nvPr/>
            </p:nvSpPr>
            <p:spPr>
              <a:xfrm>
                <a:off x="10592773" y="6139937"/>
                <a:ext cx="274500" cy="2763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81" name="Google Shape;170;p1">
                <a:extLst>
                  <a:ext uri="{FF2B5EF4-FFF2-40B4-BE49-F238E27FC236}">
                    <a16:creationId xmlns:a16="http://schemas.microsoft.com/office/drawing/2014/main" id="{CB52CC33-E8D2-3C89-1FCA-7F24EC5006FA}"/>
                  </a:ext>
                </a:extLst>
              </p:cNvPr>
              <p:cNvSpPr/>
              <p:nvPr/>
            </p:nvSpPr>
            <p:spPr>
              <a:xfrm>
                <a:off x="11037864" y="6333062"/>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82" name="Google Shape;171;p1">
                <a:extLst>
                  <a:ext uri="{FF2B5EF4-FFF2-40B4-BE49-F238E27FC236}">
                    <a16:creationId xmlns:a16="http://schemas.microsoft.com/office/drawing/2014/main" id="{9C3205B9-8F83-B4F7-654F-9CB547320C75}"/>
                  </a:ext>
                </a:extLst>
              </p:cNvPr>
              <p:cNvSpPr/>
              <p:nvPr/>
            </p:nvSpPr>
            <p:spPr>
              <a:xfrm>
                <a:off x="11449106" y="6300040"/>
                <a:ext cx="553500" cy="567900"/>
              </a:xfrm>
              <a:prstGeom prst="ellipse">
                <a:avLst/>
              </a:prstGeom>
              <a:grpFill/>
              <a:ln w="26900"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283" name="Google Shape;172;p1">
                <a:extLst>
                  <a:ext uri="{FF2B5EF4-FFF2-40B4-BE49-F238E27FC236}">
                    <a16:creationId xmlns:a16="http://schemas.microsoft.com/office/drawing/2014/main" id="{8A401AF5-ED4B-998A-EF98-205B3B990A0D}"/>
                  </a:ext>
                </a:extLst>
              </p:cNvPr>
              <p:cNvCxnSpPr>
                <a:stCxn id="268" idx="2"/>
                <a:endCxn id="277" idx="6"/>
              </p:cNvCxnSpPr>
              <p:nvPr/>
            </p:nvCxnSpPr>
            <p:spPr>
              <a:xfrm flipH="1">
                <a:off x="11773943" y="5649161"/>
                <a:ext cx="463800" cy="813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84" name="Google Shape;173;p1">
                <a:extLst>
                  <a:ext uri="{FF2B5EF4-FFF2-40B4-BE49-F238E27FC236}">
                    <a16:creationId xmlns:a16="http://schemas.microsoft.com/office/drawing/2014/main" id="{B6E6A031-E3A1-8405-70CB-FB79209B40E3}"/>
                  </a:ext>
                </a:extLst>
              </p:cNvPr>
              <p:cNvCxnSpPr>
                <a:stCxn id="277" idx="2"/>
                <a:endCxn id="296" idx="6"/>
              </p:cNvCxnSpPr>
              <p:nvPr/>
            </p:nvCxnSpPr>
            <p:spPr>
              <a:xfrm flipH="1">
                <a:off x="11113540" y="5730365"/>
                <a:ext cx="354600" cy="306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85" name="Google Shape;175;p1">
                <a:extLst>
                  <a:ext uri="{FF2B5EF4-FFF2-40B4-BE49-F238E27FC236}">
                    <a16:creationId xmlns:a16="http://schemas.microsoft.com/office/drawing/2014/main" id="{3E61DBC3-30FD-E6C6-A0C1-26E54CA2C96E}"/>
                  </a:ext>
                </a:extLst>
              </p:cNvPr>
              <p:cNvCxnSpPr>
                <a:stCxn id="282" idx="1"/>
                <a:endCxn id="293" idx="5"/>
              </p:cNvCxnSpPr>
              <p:nvPr/>
            </p:nvCxnSpPr>
            <p:spPr>
              <a:xfrm rot="10800000">
                <a:off x="11390064" y="6170507"/>
                <a:ext cx="140100" cy="2127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86" name="Google Shape;177;p1">
                <a:extLst>
                  <a:ext uri="{FF2B5EF4-FFF2-40B4-BE49-F238E27FC236}">
                    <a16:creationId xmlns:a16="http://schemas.microsoft.com/office/drawing/2014/main" id="{2ECC1130-7BE0-159D-E240-54D61D8EE3F5}"/>
                  </a:ext>
                </a:extLst>
              </p:cNvPr>
              <p:cNvCxnSpPr>
                <a:stCxn id="282" idx="2"/>
                <a:endCxn id="281" idx="5"/>
              </p:cNvCxnSpPr>
              <p:nvPr/>
            </p:nvCxnSpPr>
            <p:spPr>
              <a:xfrm rot="10800000">
                <a:off x="11201906" y="6502090"/>
                <a:ext cx="247200" cy="819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87" name="Google Shape;178;p1">
                <a:extLst>
                  <a:ext uri="{FF2B5EF4-FFF2-40B4-BE49-F238E27FC236}">
                    <a16:creationId xmlns:a16="http://schemas.microsoft.com/office/drawing/2014/main" id="{8B4EBA48-1041-972C-2FC9-1725A8087BA4}"/>
                  </a:ext>
                </a:extLst>
              </p:cNvPr>
              <p:cNvCxnSpPr>
                <a:stCxn id="281" idx="2"/>
                <a:endCxn id="280" idx="6"/>
              </p:cNvCxnSpPr>
              <p:nvPr/>
            </p:nvCxnSpPr>
            <p:spPr>
              <a:xfrm rot="10800000">
                <a:off x="10867164" y="6278162"/>
                <a:ext cx="170700" cy="1539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88" name="Google Shape;179;p1">
                <a:extLst>
                  <a:ext uri="{FF2B5EF4-FFF2-40B4-BE49-F238E27FC236}">
                    <a16:creationId xmlns:a16="http://schemas.microsoft.com/office/drawing/2014/main" id="{BEE28485-437A-2581-4865-EDD6C2B61ECE}"/>
                  </a:ext>
                </a:extLst>
              </p:cNvPr>
              <p:cNvCxnSpPr>
                <a:stCxn id="293" idx="2"/>
                <a:endCxn id="278" idx="5"/>
              </p:cNvCxnSpPr>
              <p:nvPr/>
            </p:nvCxnSpPr>
            <p:spPr>
              <a:xfrm rot="10800000">
                <a:off x="10883737" y="6094319"/>
                <a:ext cx="342300" cy="63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89" name="Google Shape;180;p1">
                <a:extLst>
                  <a:ext uri="{FF2B5EF4-FFF2-40B4-BE49-F238E27FC236}">
                    <a16:creationId xmlns:a16="http://schemas.microsoft.com/office/drawing/2014/main" id="{2B22BB25-5DCA-E432-5881-2075DFF9A175}"/>
                  </a:ext>
                </a:extLst>
              </p:cNvPr>
              <p:cNvCxnSpPr>
                <a:stCxn id="277" idx="1"/>
                <a:endCxn id="279" idx="5"/>
              </p:cNvCxnSpPr>
              <p:nvPr/>
            </p:nvCxnSpPr>
            <p:spPr>
              <a:xfrm rot="10800000">
                <a:off x="11225509" y="5574529"/>
                <a:ext cx="287400" cy="468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90" name="Google Shape;181;p1">
                <a:extLst>
                  <a:ext uri="{FF2B5EF4-FFF2-40B4-BE49-F238E27FC236}">
                    <a16:creationId xmlns:a16="http://schemas.microsoft.com/office/drawing/2014/main" id="{02B5D67C-348F-2D14-CBED-296E1D6AA476}"/>
                  </a:ext>
                </a:extLst>
              </p:cNvPr>
              <p:cNvCxnSpPr>
                <a:stCxn id="304" idx="2"/>
                <a:endCxn id="293" idx="6"/>
              </p:cNvCxnSpPr>
              <p:nvPr/>
            </p:nvCxnSpPr>
            <p:spPr>
              <a:xfrm flipH="1">
                <a:off x="11418366" y="5897435"/>
                <a:ext cx="710100" cy="2031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91" name="Google Shape;183;p1">
                <a:extLst>
                  <a:ext uri="{FF2B5EF4-FFF2-40B4-BE49-F238E27FC236}">
                    <a16:creationId xmlns:a16="http://schemas.microsoft.com/office/drawing/2014/main" id="{4B71ABDA-8CAB-70EE-E03F-D65B5E19BB0C}"/>
                  </a:ext>
                </a:extLst>
              </p:cNvPr>
              <p:cNvCxnSpPr>
                <a:stCxn id="304" idx="2"/>
                <a:endCxn id="278" idx="6"/>
              </p:cNvCxnSpPr>
              <p:nvPr/>
            </p:nvCxnSpPr>
            <p:spPr>
              <a:xfrm flipH="1">
                <a:off x="10911666" y="5897435"/>
                <a:ext cx="1216800" cy="1269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sp>
            <p:nvSpPr>
              <p:cNvPr id="293" name="Google Shape;176;p1">
                <a:extLst>
                  <a:ext uri="{FF2B5EF4-FFF2-40B4-BE49-F238E27FC236}">
                    <a16:creationId xmlns:a16="http://schemas.microsoft.com/office/drawing/2014/main" id="{037360E7-3D64-B7DF-1F07-81D92E91C4F0}"/>
                  </a:ext>
                </a:extLst>
              </p:cNvPr>
              <p:cNvSpPr/>
              <p:nvPr/>
            </p:nvSpPr>
            <p:spPr>
              <a:xfrm>
                <a:off x="11226037" y="6001619"/>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294" name="Google Shape;184;p1">
                <a:extLst>
                  <a:ext uri="{FF2B5EF4-FFF2-40B4-BE49-F238E27FC236}">
                    <a16:creationId xmlns:a16="http://schemas.microsoft.com/office/drawing/2014/main" id="{07B2B372-A27C-FBE9-7CC2-2B746F2B9D32}"/>
                  </a:ext>
                </a:extLst>
              </p:cNvPr>
              <p:cNvCxnSpPr>
                <a:stCxn id="268" idx="2"/>
                <a:endCxn id="281" idx="7"/>
              </p:cNvCxnSpPr>
              <p:nvPr/>
            </p:nvCxnSpPr>
            <p:spPr>
              <a:xfrm flipH="1">
                <a:off x="11202143" y="5649161"/>
                <a:ext cx="1035600" cy="7128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95" name="Google Shape;185;p1">
                <a:extLst>
                  <a:ext uri="{FF2B5EF4-FFF2-40B4-BE49-F238E27FC236}">
                    <a16:creationId xmlns:a16="http://schemas.microsoft.com/office/drawing/2014/main" id="{33A7F40F-04B4-77FF-FCD9-E3B5CE53904D}"/>
                  </a:ext>
                </a:extLst>
              </p:cNvPr>
              <p:cNvCxnSpPr>
                <a:stCxn id="268" idx="5"/>
                <a:endCxn id="274" idx="1"/>
              </p:cNvCxnSpPr>
              <p:nvPr/>
            </p:nvCxnSpPr>
            <p:spPr>
              <a:xfrm>
                <a:off x="12401881" y="5719165"/>
                <a:ext cx="907200" cy="8946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sp>
            <p:nvSpPr>
              <p:cNvPr id="296" name="Google Shape;174;p1">
                <a:extLst>
                  <a:ext uri="{FF2B5EF4-FFF2-40B4-BE49-F238E27FC236}">
                    <a16:creationId xmlns:a16="http://schemas.microsoft.com/office/drawing/2014/main" id="{78676B10-8BF6-4DAC-F72A-795CE89A4430}"/>
                  </a:ext>
                </a:extLst>
              </p:cNvPr>
              <p:cNvSpPr/>
              <p:nvPr/>
            </p:nvSpPr>
            <p:spPr>
              <a:xfrm>
                <a:off x="10921235" y="5662025"/>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297" name="Google Shape;186;p1">
                <a:extLst>
                  <a:ext uri="{FF2B5EF4-FFF2-40B4-BE49-F238E27FC236}">
                    <a16:creationId xmlns:a16="http://schemas.microsoft.com/office/drawing/2014/main" id="{345F6319-85E7-4E24-843A-7BBC2BA87117}"/>
                  </a:ext>
                </a:extLst>
              </p:cNvPr>
              <p:cNvCxnSpPr>
                <a:stCxn id="304" idx="2"/>
                <a:endCxn id="281" idx="6"/>
              </p:cNvCxnSpPr>
              <p:nvPr/>
            </p:nvCxnSpPr>
            <p:spPr>
              <a:xfrm flipH="1">
                <a:off x="11230266" y="5897435"/>
                <a:ext cx="898200" cy="5346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98" name="Google Shape;187;p1">
                <a:extLst>
                  <a:ext uri="{FF2B5EF4-FFF2-40B4-BE49-F238E27FC236}">
                    <a16:creationId xmlns:a16="http://schemas.microsoft.com/office/drawing/2014/main" id="{734737AB-AFCF-044D-A57E-0D0D3FC14808}"/>
                  </a:ext>
                </a:extLst>
              </p:cNvPr>
              <p:cNvCxnSpPr>
                <a:stCxn id="302" idx="6"/>
                <a:endCxn id="273" idx="2"/>
              </p:cNvCxnSpPr>
              <p:nvPr/>
            </p:nvCxnSpPr>
            <p:spPr>
              <a:xfrm rot="10800000" flipH="1">
                <a:off x="12553633" y="5743151"/>
                <a:ext cx="437100" cy="199800"/>
              </a:xfrm>
              <a:prstGeom prst="straightConnector1">
                <a:avLst/>
              </a:prstGeom>
              <a:grpFill/>
              <a:ln w="9525" cap="flat" cmpd="sng">
                <a:solidFill>
                  <a:schemeClr val="bg2">
                    <a:lumMod val="10000"/>
                  </a:schemeClr>
                </a:solidFill>
                <a:prstDash val="solid"/>
                <a:round/>
                <a:headEnd type="none" w="sm" len="sm"/>
                <a:tailEnd type="stealth" w="med" len="med"/>
              </a:ln>
            </p:spPr>
          </p:cxnSp>
          <p:cxnSp>
            <p:nvCxnSpPr>
              <p:cNvPr id="299" name="Google Shape;189;p1">
                <a:extLst>
                  <a:ext uri="{FF2B5EF4-FFF2-40B4-BE49-F238E27FC236}">
                    <a16:creationId xmlns:a16="http://schemas.microsoft.com/office/drawing/2014/main" id="{855E11CB-C940-A74E-BCA1-D5D97DA237E8}"/>
                  </a:ext>
                </a:extLst>
              </p:cNvPr>
              <p:cNvCxnSpPr>
                <a:stCxn id="273" idx="7"/>
                <a:endCxn id="271" idx="2"/>
              </p:cNvCxnSpPr>
              <p:nvPr/>
            </p:nvCxnSpPr>
            <p:spPr>
              <a:xfrm rot="10800000" flipH="1">
                <a:off x="13154736" y="5621063"/>
                <a:ext cx="162600" cy="522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300" name="Google Shape;190;p1">
                <a:extLst>
                  <a:ext uri="{FF2B5EF4-FFF2-40B4-BE49-F238E27FC236}">
                    <a16:creationId xmlns:a16="http://schemas.microsoft.com/office/drawing/2014/main" id="{190BDA39-BD94-70B9-6618-263D3F3EFC37}"/>
                  </a:ext>
                </a:extLst>
              </p:cNvPr>
              <p:cNvCxnSpPr>
                <a:stCxn id="271" idx="6"/>
                <a:endCxn id="272" idx="2"/>
              </p:cNvCxnSpPr>
              <p:nvPr/>
            </p:nvCxnSpPr>
            <p:spPr>
              <a:xfrm rot="10800000" flipH="1">
                <a:off x="13509582" y="5405984"/>
                <a:ext cx="189900" cy="2151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301" name="Google Shape;191;p1">
                <a:extLst>
                  <a:ext uri="{FF2B5EF4-FFF2-40B4-BE49-F238E27FC236}">
                    <a16:creationId xmlns:a16="http://schemas.microsoft.com/office/drawing/2014/main" id="{1FE25ECB-D36B-DE0F-DACB-2CAF1CC4BBD9}"/>
                  </a:ext>
                </a:extLst>
              </p:cNvPr>
              <p:cNvCxnSpPr>
                <a:stCxn id="268" idx="6"/>
                <a:endCxn id="269" idx="2"/>
              </p:cNvCxnSpPr>
              <p:nvPr/>
            </p:nvCxnSpPr>
            <p:spPr>
              <a:xfrm rot="10800000" flipH="1">
                <a:off x="12430043" y="5497061"/>
                <a:ext cx="560700" cy="1521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sp>
            <p:nvSpPr>
              <p:cNvPr id="302" name="Google Shape;188;p1">
                <a:extLst>
                  <a:ext uri="{FF2B5EF4-FFF2-40B4-BE49-F238E27FC236}">
                    <a16:creationId xmlns:a16="http://schemas.microsoft.com/office/drawing/2014/main" id="{B30FE46F-CD11-97B1-87FB-C3824B21EA87}"/>
                  </a:ext>
                </a:extLst>
              </p:cNvPr>
              <p:cNvSpPr/>
              <p:nvPr/>
            </p:nvSpPr>
            <p:spPr>
              <a:xfrm>
                <a:off x="12361333" y="5843951"/>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303" name="Google Shape;192;p1">
                <a:extLst>
                  <a:ext uri="{FF2B5EF4-FFF2-40B4-BE49-F238E27FC236}">
                    <a16:creationId xmlns:a16="http://schemas.microsoft.com/office/drawing/2014/main" id="{8349AE54-A4F7-79E1-B435-0BC9AC489418}"/>
                  </a:ext>
                </a:extLst>
              </p:cNvPr>
              <p:cNvCxnSpPr>
                <a:stCxn id="269" idx="7"/>
                <a:endCxn id="270" idx="2"/>
              </p:cNvCxnSpPr>
              <p:nvPr/>
            </p:nvCxnSpPr>
            <p:spPr>
              <a:xfrm rot="10800000" flipH="1">
                <a:off x="13154747" y="5328685"/>
                <a:ext cx="174300" cy="984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sp>
            <p:nvSpPr>
              <p:cNvPr id="304" name="Google Shape;182;p1">
                <a:extLst>
                  <a:ext uri="{FF2B5EF4-FFF2-40B4-BE49-F238E27FC236}">
                    <a16:creationId xmlns:a16="http://schemas.microsoft.com/office/drawing/2014/main" id="{80610CD9-B064-BFBB-1DF4-CCE6A9485AEF}"/>
                  </a:ext>
                </a:extLst>
              </p:cNvPr>
              <p:cNvSpPr/>
              <p:nvPr/>
            </p:nvSpPr>
            <p:spPr>
              <a:xfrm>
                <a:off x="12128466" y="5798435"/>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305" name="Google Shape;193;p1">
                <a:extLst>
                  <a:ext uri="{FF2B5EF4-FFF2-40B4-BE49-F238E27FC236}">
                    <a16:creationId xmlns:a16="http://schemas.microsoft.com/office/drawing/2014/main" id="{69A801EF-EAF5-E3F3-01FB-06C0EF96856E}"/>
                  </a:ext>
                </a:extLst>
              </p:cNvPr>
              <p:cNvCxnSpPr>
                <a:stCxn id="282" idx="6"/>
                <a:endCxn id="274" idx="2"/>
              </p:cNvCxnSpPr>
              <p:nvPr/>
            </p:nvCxnSpPr>
            <p:spPr>
              <a:xfrm>
                <a:off x="12002606" y="6583990"/>
                <a:ext cx="1258500" cy="148800"/>
              </a:xfrm>
              <a:prstGeom prst="straightConnector1">
                <a:avLst/>
              </a:prstGeom>
              <a:grpFill/>
              <a:ln>
                <a:solidFill>
                  <a:schemeClr val="bg2">
                    <a:lumMod val="10000"/>
                  </a:schemeClr>
                </a:solidFill>
                <a:headEnd type="stealth" w="med" len="med"/>
                <a:tailEnd type="none" w="sm" len="sm"/>
              </a:ln>
            </p:spPr>
            <p:style>
              <a:lnRef idx="1">
                <a:schemeClr val="dk1"/>
              </a:lnRef>
              <a:fillRef idx="0">
                <a:schemeClr val="dk1"/>
              </a:fillRef>
              <a:effectRef idx="0">
                <a:schemeClr val="dk1"/>
              </a:effectRef>
              <a:fontRef idx="minor">
                <a:schemeClr val="tx1"/>
              </a:fontRef>
            </p:style>
          </p:cxnSp>
          <p:cxnSp>
            <p:nvCxnSpPr>
              <p:cNvPr id="306" name="Google Shape;194;p1">
                <a:extLst>
                  <a:ext uri="{FF2B5EF4-FFF2-40B4-BE49-F238E27FC236}">
                    <a16:creationId xmlns:a16="http://schemas.microsoft.com/office/drawing/2014/main" id="{DCCEA9D5-8B71-35E6-035A-EF42D69F1069}"/>
                  </a:ext>
                </a:extLst>
              </p:cNvPr>
              <p:cNvCxnSpPr>
                <a:stCxn id="275" idx="1"/>
                <a:endCxn id="277" idx="5"/>
              </p:cNvCxnSpPr>
              <p:nvPr/>
            </p:nvCxnSpPr>
            <p:spPr>
              <a:xfrm rot="10800000">
                <a:off x="11729045" y="5839432"/>
                <a:ext cx="1188600" cy="9627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307" name="Google Shape;195;p1">
                <a:extLst>
                  <a:ext uri="{FF2B5EF4-FFF2-40B4-BE49-F238E27FC236}">
                    <a16:creationId xmlns:a16="http://schemas.microsoft.com/office/drawing/2014/main" id="{2D79DC38-9674-A632-E317-17D120D1CAF9}"/>
                  </a:ext>
                </a:extLst>
              </p:cNvPr>
              <p:cNvCxnSpPr>
                <a:stCxn id="304" idx="3"/>
                <a:endCxn id="282" idx="7"/>
              </p:cNvCxnSpPr>
              <p:nvPr/>
            </p:nvCxnSpPr>
            <p:spPr>
              <a:xfrm flipH="1">
                <a:off x="11921428" y="5967439"/>
                <a:ext cx="235200" cy="4158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308" name="Google Shape;196;p1">
                <a:extLst>
                  <a:ext uri="{FF2B5EF4-FFF2-40B4-BE49-F238E27FC236}">
                    <a16:creationId xmlns:a16="http://schemas.microsoft.com/office/drawing/2014/main" id="{1F2E7275-A482-2FD4-2F50-1E678464A386}"/>
                  </a:ext>
                </a:extLst>
              </p:cNvPr>
              <p:cNvCxnSpPr>
                <a:stCxn id="302" idx="5"/>
                <a:endCxn id="275" idx="1"/>
              </p:cNvCxnSpPr>
              <p:nvPr/>
            </p:nvCxnSpPr>
            <p:spPr>
              <a:xfrm>
                <a:off x="12525471" y="6012955"/>
                <a:ext cx="392100" cy="789300"/>
              </a:xfrm>
              <a:prstGeom prst="straightConnector1">
                <a:avLst/>
              </a:prstGeom>
              <a:grpFill/>
              <a:ln w="9525" cap="flat" cmpd="sng">
                <a:solidFill>
                  <a:schemeClr val="bg2">
                    <a:lumMod val="10000"/>
                  </a:schemeClr>
                </a:solidFill>
                <a:prstDash val="solid"/>
                <a:round/>
                <a:headEnd type="none" w="sm" len="sm"/>
                <a:tailEnd type="stealth" w="med" len="med"/>
              </a:ln>
            </p:spPr>
          </p:cxnSp>
          <p:cxnSp>
            <p:nvCxnSpPr>
              <p:cNvPr id="309" name="Google Shape;197;p1">
                <a:extLst>
                  <a:ext uri="{FF2B5EF4-FFF2-40B4-BE49-F238E27FC236}">
                    <a16:creationId xmlns:a16="http://schemas.microsoft.com/office/drawing/2014/main" id="{5D2C0409-F2D6-C610-DBE0-57138D007658}"/>
                  </a:ext>
                </a:extLst>
              </p:cNvPr>
              <p:cNvCxnSpPr>
                <a:stCxn id="268" idx="6"/>
                <a:endCxn id="273" idx="2"/>
              </p:cNvCxnSpPr>
              <p:nvPr/>
            </p:nvCxnSpPr>
            <p:spPr>
              <a:xfrm>
                <a:off x="12430043" y="5649161"/>
                <a:ext cx="560700" cy="942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310" name="Google Shape;198;p1">
                <a:extLst>
                  <a:ext uri="{FF2B5EF4-FFF2-40B4-BE49-F238E27FC236}">
                    <a16:creationId xmlns:a16="http://schemas.microsoft.com/office/drawing/2014/main" id="{06BDB26B-608A-DAFE-70E3-82FD038EAE79}"/>
                  </a:ext>
                </a:extLst>
              </p:cNvPr>
              <p:cNvCxnSpPr>
                <a:stCxn id="302" idx="6"/>
                <a:endCxn id="276" idx="2"/>
              </p:cNvCxnSpPr>
              <p:nvPr/>
            </p:nvCxnSpPr>
            <p:spPr>
              <a:xfrm>
                <a:off x="12553633" y="5942951"/>
                <a:ext cx="770400" cy="255300"/>
              </a:xfrm>
              <a:prstGeom prst="straightConnector1">
                <a:avLst/>
              </a:prstGeom>
              <a:grpFill/>
              <a:ln w="9525" cap="flat" cmpd="sng">
                <a:solidFill>
                  <a:schemeClr val="bg2">
                    <a:lumMod val="10000"/>
                  </a:schemeClr>
                </a:solidFill>
                <a:prstDash val="solid"/>
                <a:round/>
                <a:headEnd type="none" w="sm" len="sm"/>
                <a:tailEnd type="stealth" w="med" len="med"/>
              </a:ln>
            </p:spPr>
          </p:cxnSp>
          <p:cxnSp>
            <p:nvCxnSpPr>
              <p:cNvPr id="311" name="Google Shape;199;p1">
                <a:extLst>
                  <a:ext uri="{FF2B5EF4-FFF2-40B4-BE49-F238E27FC236}">
                    <a16:creationId xmlns:a16="http://schemas.microsoft.com/office/drawing/2014/main" id="{2FC706D2-B693-C0C1-DBFB-1EEAA58C5455}"/>
                  </a:ext>
                </a:extLst>
              </p:cNvPr>
              <p:cNvCxnSpPr>
                <a:stCxn id="302" idx="3"/>
                <a:endCxn id="282" idx="7"/>
              </p:cNvCxnSpPr>
              <p:nvPr/>
            </p:nvCxnSpPr>
            <p:spPr>
              <a:xfrm flipH="1">
                <a:off x="11921495" y="6012955"/>
                <a:ext cx="468000" cy="370200"/>
              </a:xfrm>
              <a:prstGeom prst="straightConnector1">
                <a:avLst/>
              </a:prstGeom>
              <a:grpFill/>
              <a:ln w="9525" cap="flat" cmpd="sng">
                <a:solidFill>
                  <a:schemeClr val="bg2">
                    <a:lumMod val="10000"/>
                  </a:schemeClr>
                </a:solidFill>
                <a:prstDash val="solid"/>
                <a:round/>
                <a:headEnd type="none" w="sm" len="sm"/>
                <a:tailEnd type="stealth" w="med" len="med"/>
              </a:ln>
            </p:spPr>
          </p:cxnSp>
          <p:cxnSp>
            <p:nvCxnSpPr>
              <p:cNvPr id="315" name="Google Shape;200;p1">
                <a:extLst>
                  <a:ext uri="{FF2B5EF4-FFF2-40B4-BE49-F238E27FC236}">
                    <a16:creationId xmlns:a16="http://schemas.microsoft.com/office/drawing/2014/main" id="{78352D6F-140D-3551-7F0B-F745A6E07430}"/>
                  </a:ext>
                </a:extLst>
              </p:cNvPr>
              <p:cNvCxnSpPr>
                <a:stCxn id="302" idx="6"/>
                <a:endCxn id="274" idx="1"/>
              </p:cNvCxnSpPr>
              <p:nvPr/>
            </p:nvCxnSpPr>
            <p:spPr>
              <a:xfrm>
                <a:off x="12553633" y="5942951"/>
                <a:ext cx="755400" cy="670800"/>
              </a:xfrm>
              <a:prstGeom prst="straightConnector1">
                <a:avLst/>
              </a:prstGeom>
              <a:grpFill/>
              <a:ln w="17925" cap="flat" cmpd="sng">
                <a:solidFill>
                  <a:schemeClr val="bg2">
                    <a:lumMod val="10000"/>
                  </a:schemeClr>
                </a:solidFill>
                <a:prstDash val="solid"/>
                <a:round/>
                <a:headEnd type="none" w="sm" len="sm"/>
                <a:tailEnd type="stealth" w="med" len="med"/>
              </a:ln>
            </p:spPr>
          </p:cxnSp>
        </p:grpSp>
        <p:grpSp>
          <p:nvGrpSpPr>
            <p:cNvPr id="317" name="Google Shape;156;p1">
              <a:extLst>
                <a:ext uri="{FF2B5EF4-FFF2-40B4-BE49-F238E27FC236}">
                  <a16:creationId xmlns:a16="http://schemas.microsoft.com/office/drawing/2014/main" id="{61A1F44F-DE0D-407A-7B6D-49732C390637}"/>
                </a:ext>
              </a:extLst>
            </p:cNvPr>
            <p:cNvGrpSpPr/>
            <p:nvPr/>
          </p:nvGrpSpPr>
          <p:grpSpPr>
            <a:xfrm>
              <a:off x="4128848" y="8530519"/>
              <a:ext cx="2549294" cy="1505575"/>
              <a:chOff x="10592773" y="5229745"/>
              <a:chExt cx="3298954" cy="1741391"/>
            </a:xfrm>
          </p:grpSpPr>
          <p:sp>
            <p:nvSpPr>
              <p:cNvPr id="318" name="Google Shape;157;p1">
                <a:extLst>
                  <a:ext uri="{FF2B5EF4-FFF2-40B4-BE49-F238E27FC236}">
                    <a16:creationId xmlns:a16="http://schemas.microsoft.com/office/drawing/2014/main" id="{E50EDEAC-63BE-6B01-E693-03339087DBFA}"/>
                  </a:ext>
                </a:extLst>
              </p:cNvPr>
              <p:cNvSpPr/>
              <p:nvPr/>
            </p:nvSpPr>
            <p:spPr>
              <a:xfrm>
                <a:off x="12237743" y="5550161"/>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20" name="Google Shape;158;p1">
                <a:extLst>
                  <a:ext uri="{FF2B5EF4-FFF2-40B4-BE49-F238E27FC236}">
                    <a16:creationId xmlns:a16="http://schemas.microsoft.com/office/drawing/2014/main" id="{46AD3766-26A7-1477-78EB-795A03024FF2}"/>
                  </a:ext>
                </a:extLst>
              </p:cNvPr>
              <p:cNvSpPr/>
              <p:nvPr/>
            </p:nvSpPr>
            <p:spPr>
              <a:xfrm>
                <a:off x="12990609" y="5398089"/>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21" name="Google Shape;159;p1">
                <a:extLst>
                  <a:ext uri="{FF2B5EF4-FFF2-40B4-BE49-F238E27FC236}">
                    <a16:creationId xmlns:a16="http://schemas.microsoft.com/office/drawing/2014/main" id="{F54EEE11-974E-F3EA-F402-4FC74A7F68ED}"/>
                  </a:ext>
                </a:extLst>
              </p:cNvPr>
              <p:cNvSpPr/>
              <p:nvPr/>
            </p:nvSpPr>
            <p:spPr>
              <a:xfrm>
                <a:off x="13329043" y="522974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22" name="Google Shape;160;p1">
                <a:extLst>
                  <a:ext uri="{FF2B5EF4-FFF2-40B4-BE49-F238E27FC236}">
                    <a16:creationId xmlns:a16="http://schemas.microsoft.com/office/drawing/2014/main" id="{FB33E8A5-AF01-A692-061D-936BCBF6D9A6}"/>
                  </a:ext>
                </a:extLst>
              </p:cNvPr>
              <p:cNvSpPr/>
              <p:nvPr/>
            </p:nvSpPr>
            <p:spPr>
              <a:xfrm>
                <a:off x="13317282" y="5522084"/>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25" name="Google Shape;161;p1">
                <a:extLst>
                  <a:ext uri="{FF2B5EF4-FFF2-40B4-BE49-F238E27FC236}">
                    <a16:creationId xmlns:a16="http://schemas.microsoft.com/office/drawing/2014/main" id="{CF331207-B7BF-8D21-F75E-E3E447EFD500}"/>
                  </a:ext>
                </a:extLst>
              </p:cNvPr>
              <p:cNvSpPr/>
              <p:nvPr/>
            </p:nvSpPr>
            <p:spPr>
              <a:xfrm>
                <a:off x="13699427" y="5306906"/>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27" name="Google Shape;162;p1">
                <a:extLst>
                  <a:ext uri="{FF2B5EF4-FFF2-40B4-BE49-F238E27FC236}">
                    <a16:creationId xmlns:a16="http://schemas.microsoft.com/office/drawing/2014/main" id="{E6C2E748-4E36-E6CF-E25A-5D8FD56D5D1C}"/>
                  </a:ext>
                </a:extLst>
              </p:cNvPr>
              <p:cNvSpPr/>
              <p:nvPr/>
            </p:nvSpPr>
            <p:spPr>
              <a:xfrm>
                <a:off x="12990598" y="5644267"/>
                <a:ext cx="192300" cy="198000"/>
              </a:xfrm>
              <a:prstGeom prst="ellipse">
                <a:avLst/>
              </a:prstGeom>
              <a:solidFill>
                <a:schemeClr val="tx1"/>
              </a:solidFill>
              <a:ln w="9525" cap="flat" cmpd="sng">
                <a:solidFill>
                  <a:srgbClr val="262626"/>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28" name="Google Shape;163;p1">
                <a:extLst>
                  <a:ext uri="{FF2B5EF4-FFF2-40B4-BE49-F238E27FC236}">
                    <a16:creationId xmlns:a16="http://schemas.microsoft.com/office/drawing/2014/main" id="{44C0ABEA-48D4-929E-E4F6-F5F2833C48B7}"/>
                  </a:ext>
                </a:extLst>
              </p:cNvPr>
              <p:cNvSpPr/>
              <p:nvPr/>
            </p:nvSpPr>
            <p:spPr>
              <a:xfrm>
                <a:off x="13261106" y="6564434"/>
                <a:ext cx="328200" cy="336900"/>
              </a:xfrm>
              <a:prstGeom prst="ellipse">
                <a:avLst/>
              </a:prstGeom>
              <a:solidFill>
                <a:schemeClr val="tx1"/>
              </a:solidFill>
              <a:ln w="9525" cap="flat" cmpd="sng">
                <a:solidFill>
                  <a:srgbClr val="000000"/>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29" name="Google Shape;164;p1">
                <a:extLst>
                  <a:ext uri="{FF2B5EF4-FFF2-40B4-BE49-F238E27FC236}">
                    <a16:creationId xmlns:a16="http://schemas.microsoft.com/office/drawing/2014/main" id="{38FF6152-E82B-0534-1B9C-99933F2F887A}"/>
                  </a:ext>
                </a:extLst>
              </p:cNvPr>
              <p:cNvSpPr/>
              <p:nvPr/>
            </p:nvSpPr>
            <p:spPr>
              <a:xfrm>
                <a:off x="12889483" y="6773136"/>
                <a:ext cx="192300" cy="198000"/>
              </a:xfrm>
              <a:prstGeom prst="ellipse">
                <a:avLst/>
              </a:prstGeom>
              <a:solidFill>
                <a:schemeClr val="tx1"/>
              </a:solidFill>
              <a:ln w="9525" cap="flat" cmpd="sng">
                <a:solidFill>
                  <a:srgbClr val="000000"/>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31" name="Google Shape;165;p1">
                <a:extLst>
                  <a:ext uri="{FF2B5EF4-FFF2-40B4-BE49-F238E27FC236}">
                    <a16:creationId xmlns:a16="http://schemas.microsoft.com/office/drawing/2014/main" id="{D5D861E5-3E42-81F8-4FFA-16D295C2292E}"/>
                  </a:ext>
                </a:extLst>
              </p:cNvPr>
              <p:cNvSpPr/>
              <p:nvPr/>
            </p:nvSpPr>
            <p:spPr>
              <a:xfrm>
                <a:off x="13324166" y="6099152"/>
                <a:ext cx="192300" cy="198000"/>
              </a:xfrm>
              <a:prstGeom prst="ellipse">
                <a:avLst/>
              </a:prstGeom>
              <a:solidFill>
                <a:schemeClr val="tx1"/>
              </a:solidFill>
              <a:ln w="9525" cap="flat" cmpd="sng">
                <a:solidFill>
                  <a:srgbClr val="000000"/>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32" name="Google Shape;166;p1">
                <a:extLst>
                  <a:ext uri="{FF2B5EF4-FFF2-40B4-BE49-F238E27FC236}">
                    <a16:creationId xmlns:a16="http://schemas.microsoft.com/office/drawing/2014/main" id="{1D55947E-D66F-662F-3F2C-D3F7F1E775B2}"/>
                  </a:ext>
                </a:extLst>
              </p:cNvPr>
              <p:cNvSpPr/>
              <p:nvPr/>
            </p:nvSpPr>
            <p:spPr>
              <a:xfrm>
                <a:off x="11468140" y="5576165"/>
                <a:ext cx="305700" cy="308400"/>
              </a:xfrm>
              <a:prstGeom prst="ellipse">
                <a:avLst/>
              </a:prstGeom>
              <a:solidFill>
                <a:srgbClr val="E4E4E3"/>
              </a:solidFill>
              <a:ln w="179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33" name="Google Shape;167;p1">
                <a:extLst>
                  <a:ext uri="{FF2B5EF4-FFF2-40B4-BE49-F238E27FC236}">
                    <a16:creationId xmlns:a16="http://schemas.microsoft.com/office/drawing/2014/main" id="{D8C9CC09-6EF0-B3CC-80DB-50F3A9679A7B}"/>
                  </a:ext>
                </a:extLst>
              </p:cNvPr>
              <p:cNvSpPr/>
              <p:nvPr/>
            </p:nvSpPr>
            <p:spPr>
              <a:xfrm>
                <a:off x="10719482" y="592538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35" name="Google Shape;168;p1">
                <a:extLst>
                  <a:ext uri="{FF2B5EF4-FFF2-40B4-BE49-F238E27FC236}">
                    <a16:creationId xmlns:a16="http://schemas.microsoft.com/office/drawing/2014/main" id="{67A629C2-53F3-8E00-2D06-FE11561F21FD}"/>
                  </a:ext>
                </a:extLst>
              </p:cNvPr>
              <p:cNvSpPr/>
              <p:nvPr/>
            </p:nvSpPr>
            <p:spPr>
              <a:xfrm>
                <a:off x="11061232" y="5405652"/>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36" name="Google Shape;169;p1">
                <a:extLst>
                  <a:ext uri="{FF2B5EF4-FFF2-40B4-BE49-F238E27FC236}">
                    <a16:creationId xmlns:a16="http://schemas.microsoft.com/office/drawing/2014/main" id="{E0DEEF17-C92D-B03B-D1FD-86FFFF2C1C9D}"/>
                  </a:ext>
                </a:extLst>
              </p:cNvPr>
              <p:cNvSpPr/>
              <p:nvPr/>
            </p:nvSpPr>
            <p:spPr>
              <a:xfrm>
                <a:off x="10592773" y="6139937"/>
                <a:ext cx="274500" cy="2763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37" name="Google Shape;170;p1">
                <a:extLst>
                  <a:ext uri="{FF2B5EF4-FFF2-40B4-BE49-F238E27FC236}">
                    <a16:creationId xmlns:a16="http://schemas.microsoft.com/office/drawing/2014/main" id="{B5A1229E-1E35-81B2-AD6A-5E771A7352B9}"/>
                  </a:ext>
                </a:extLst>
              </p:cNvPr>
              <p:cNvSpPr/>
              <p:nvPr/>
            </p:nvSpPr>
            <p:spPr>
              <a:xfrm>
                <a:off x="11037864" y="6333062"/>
                <a:ext cx="192300" cy="198000"/>
              </a:xfrm>
              <a:prstGeom prst="ellipse">
                <a:avLst/>
              </a:prstGeom>
              <a:solidFill>
                <a:srgbClr val="D9D9D9"/>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38" name="Google Shape;171;p1">
                <a:extLst>
                  <a:ext uri="{FF2B5EF4-FFF2-40B4-BE49-F238E27FC236}">
                    <a16:creationId xmlns:a16="http://schemas.microsoft.com/office/drawing/2014/main" id="{5440311C-BC8D-ADF0-DB5A-DEB538CFE867}"/>
                  </a:ext>
                </a:extLst>
              </p:cNvPr>
              <p:cNvSpPr/>
              <p:nvPr/>
            </p:nvSpPr>
            <p:spPr>
              <a:xfrm>
                <a:off x="11449106" y="6300040"/>
                <a:ext cx="553500" cy="567900"/>
              </a:xfrm>
              <a:prstGeom prst="ellipse">
                <a:avLst/>
              </a:prstGeom>
              <a:solidFill>
                <a:schemeClr val="tx1"/>
              </a:solidFill>
              <a:ln w="26900" cap="flat" cmpd="sng">
                <a:solidFill>
                  <a:schemeClr val="dk2"/>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339" name="Google Shape;172;p1">
                <a:extLst>
                  <a:ext uri="{FF2B5EF4-FFF2-40B4-BE49-F238E27FC236}">
                    <a16:creationId xmlns:a16="http://schemas.microsoft.com/office/drawing/2014/main" id="{7009A6FE-E72B-46E8-8CE3-98D6323313A8}"/>
                  </a:ext>
                </a:extLst>
              </p:cNvPr>
              <p:cNvCxnSpPr>
                <a:stCxn id="318" idx="2"/>
                <a:endCxn id="332" idx="6"/>
              </p:cNvCxnSpPr>
              <p:nvPr/>
            </p:nvCxnSpPr>
            <p:spPr>
              <a:xfrm flipH="1">
                <a:off x="11773943" y="5649161"/>
                <a:ext cx="463800" cy="81300"/>
              </a:xfrm>
              <a:prstGeom prst="straightConnector1">
                <a:avLst/>
              </a:prstGeom>
              <a:noFill/>
              <a:ln w="9525" cap="flat" cmpd="sng">
                <a:solidFill>
                  <a:srgbClr val="CCCCCC"/>
                </a:solidFill>
                <a:prstDash val="solid"/>
                <a:round/>
                <a:headEnd type="none" w="sm" len="sm"/>
                <a:tailEnd type="stealth" w="med" len="med"/>
              </a:ln>
            </p:spPr>
          </p:cxnSp>
          <p:cxnSp>
            <p:nvCxnSpPr>
              <p:cNvPr id="340" name="Google Shape;173;p1">
                <a:extLst>
                  <a:ext uri="{FF2B5EF4-FFF2-40B4-BE49-F238E27FC236}">
                    <a16:creationId xmlns:a16="http://schemas.microsoft.com/office/drawing/2014/main" id="{55A1894E-8D13-7524-7E77-376AAB6541A5}"/>
                  </a:ext>
                </a:extLst>
              </p:cNvPr>
              <p:cNvCxnSpPr>
                <a:stCxn id="332" idx="2"/>
                <a:endCxn id="353" idx="6"/>
              </p:cNvCxnSpPr>
              <p:nvPr/>
            </p:nvCxnSpPr>
            <p:spPr>
              <a:xfrm flipH="1">
                <a:off x="11113540" y="5730365"/>
                <a:ext cx="354600" cy="30600"/>
              </a:xfrm>
              <a:prstGeom prst="straightConnector1">
                <a:avLst/>
              </a:prstGeom>
              <a:noFill/>
              <a:ln w="9525" cap="flat" cmpd="sng">
                <a:solidFill>
                  <a:srgbClr val="CCCCCC"/>
                </a:solidFill>
                <a:prstDash val="solid"/>
                <a:round/>
                <a:headEnd type="none" w="sm" len="sm"/>
                <a:tailEnd type="stealth" w="med" len="med"/>
              </a:ln>
            </p:spPr>
          </p:cxnSp>
          <p:cxnSp>
            <p:nvCxnSpPr>
              <p:cNvPr id="343" name="Google Shape;175;p1">
                <a:extLst>
                  <a:ext uri="{FF2B5EF4-FFF2-40B4-BE49-F238E27FC236}">
                    <a16:creationId xmlns:a16="http://schemas.microsoft.com/office/drawing/2014/main" id="{F2B0113D-E36E-5DA0-16C1-FE26D59A7E95}"/>
                  </a:ext>
                </a:extLst>
              </p:cNvPr>
              <p:cNvCxnSpPr>
                <a:stCxn id="338" idx="1"/>
                <a:endCxn id="350" idx="5"/>
              </p:cNvCxnSpPr>
              <p:nvPr/>
            </p:nvCxnSpPr>
            <p:spPr>
              <a:xfrm rot="10800000">
                <a:off x="11390064" y="6170507"/>
                <a:ext cx="140100" cy="212700"/>
              </a:xfrm>
              <a:prstGeom prst="straightConnector1">
                <a:avLst/>
              </a:prstGeom>
              <a:noFill/>
              <a:ln w="9525" cap="flat" cmpd="sng">
                <a:solidFill>
                  <a:srgbClr val="CCCCCC"/>
                </a:solidFill>
                <a:prstDash val="solid"/>
                <a:round/>
                <a:headEnd type="none" w="sm" len="sm"/>
                <a:tailEnd type="stealth" w="med" len="med"/>
              </a:ln>
            </p:spPr>
          </p:cxnSp>
          <p:cxnSp>
            <p:nvCxnSpPr>
              <p:cNvPr id="344" name="Google Shape;177;p1">
                <a:extLst>
                  <a:ext uri="{FF2B5EF4-FFF2-40B4-BE49-F238E27FC236}">
                    <a16:creationId xmlns:a16="http://schemas.microsoft.com/office/drawing/2014/main" id="{E4A5A379-06E3-FD85-20DA-68E9BD95AFBA}"/>
                  </a:ext>
                </a:extLst>
              </p:cNvPr>
              <p:cNvCxnSpPr>
                <a:stCxn id="338" idx="2"/>
                <a:endCxn id="337" idx="5"/>
              </p:cNvCxnSpPr>
              <p:nvPr/>
            </p:nvCxnSpPr>
            <p:spPr>
              <a:xfrm rot="10800000">
                <a:off x="11201906" y="6502090"/>
                <a:ext cx="247200" cy="81900"/>
              </a:xfrm>
              <a:prstGeom prst="straightConnector1">
                <a:avLst/>
              </a:prstGeom>
              <a:noFill/>
              <a:ln w="9525" cap="flat" cmpd="sng">
                <a:solidFill>
                  <a:srgbClr val="CCCCCC"/>
                </a:solidFill>
                <a:prstDash val="solid"/>
                <a:round/>
                <a:headEnd type="none" w="sm" len="sm"/>
                <a:tailEnd type="stealth" w="med" len="med"/>
              </a:ln>
            </p:spPr>
          </p:cxnSp>
          <p:cxnSp>
            <p:nvCxnSpPr>
              <p:cNvPr id="345" name="Google Shape;178;p1">
                <a:extLst>
                  <a:ext uri="{FF2B5EF4-FFF2-40B4-BE49-F238E27FC236}">
                    <a16:creationId xmlns:a16="http://schemas.microsoft.com/office/drawing/2014/main" id="{6276DA4F-8C01-2167-7172-62933609420A}"/>
                  </a:ext>
                </a:extLst>
              </p:cNvPr>
              <p:cNvCxnSpPr>
                <a:stCxn id="337" idx="2"/>
                <a:endCxn id="336" idx="6"/>
              </p:cNvCxnSpPr>
              <p:nvPr/>
            </p:nvCxnSpPr>
            <p:spPr>
              <a:xfrm rot="10800000">
                <a:off x="10867164" y="6278162"/>
                <a:ext cx="170700" cy="153900"/>
              </a:xfrm>
              <a:prstGeom prst="straightConnector1">
                <a:avLst/>
              </a:prstGeom>
              <a:noFill/>
              <a:ln w="9525" cap="flat" cmpd="sng">
                <a:solidFill>
                  <a:srgbClr val="B7B7B7"/>
                </a:solidFill>
                <a:prstDash val="solid"/>
                <a:round/>
                <a:headEnd type="none" w="sm" len="sm"/>
                <a:tailEnd type="stealth" w="med" len="med"/>
              </a:ln>
            </p:spPr>
          </p:cxnSp>
          <p:cxnSp>
            <p:nvCxnSpPr>
              <p:cNvPr id="346" name="Google Shape;179;p1">
                <a:extLst>
                  <a:ext uri="{FF2B5EF4-FFF2-40B4-BE49-F238E27FC236}">
                    <a16:creationId xmlns:a16="http://schemas.microsoft.com/office/drawing/2014/main" id="{D95B442C-BCB3-277F-ED3E-E71EF25F9B1B}"/>
                  </a:ext>
                </a:extLst>
              </p:cNvPr>
              <p:cNvCxnSpPr>
                <a:stCxn id="350" idx="2"/>
                <a:endCxn id="333" idx="5"/>
              </p:cNvCxnSpPr>
              <p:nvPr/>
            </p:nvCxnSpPr>
            <p:spPr>
              <a:xfrm rot="10800000">
                <a:off x="10883737" y="6094319"/>
                <a:ext cx="342300" cy="6300"/>
              </a:xfrm>
              <a:prstGeom prst="straightConnector1">
                <a:avLst/>
              </a:prstGeom>
              <a:noFill/>
              <a:ln w="9525" cap="flat" cmpd="sng">
                <a:solidFill>
                  <a:srgbClr val="CCCCCC"/>
                </a:solidFill>
                <a:prstDash val="solid"/>
                <a:round/>
                <a:headEnd type="none" w="sm" len="sm"/>
                <a:tailEnd type="stealth" w="med" len="med"/>
              </a:ln>
            </p:spPr>
          </p:cxnSp>
          <p:cxnSp>
            <p:nvCxnSpPr>
              <p:cNvPr id="347" name="Google Shape;180;p1">
                <a:extLst>
                  <a:ext uri="{FF2B5EF4-FFF2-40B4-BE49-F238E27FC236}">
                    <a16:creationId xmlns:a16="http://schemas.microsoft.com/office/drawing/2014/main" id="{55F5375F-E959-44F0-DD83-6EA2076D0229}"/>
                  </a:ext>
                </a:extLst>
              </p:cNvPr>
              <p:cNvCxnSpPr>
                <a:stCxn id="332" idx="1"/>
                <a:endCxn id="335" idx="5"/>
              </p:cNvCxnSpPr>
              <p:nvPr/>
            </p:nvCxnSpPr>
            <p:spPr>
              <a:xfrm rot="10800000">
                <a:off x="11225509" y="5574529"/>
                <a:ext cx="287400" cy="46800"/>
              </a:xfrm>
              <a:prstGeom prst="straightConnector1">
                <a:avLst/>
              </a:prstGeom>
              <a:noFill/>
              <a:ln w="9525" cap="flat" cmpd="sng">
                <a:solidFill>
                  <a:srgbClr val="CCCCCC"/>
                </a:solidFill>
                <a:prstDash val="solid"/>
                <a:round/>
                <a:headEnd type="none" w="sm" len="sm"/>
                <a:tailEnd type="stealth" w="med" len="med"/>
              </a:ln>
            </p:spPr>
          </p:cxnSp>
          <p:cxnSp>
            <p:nvCxnSpPr>
              <p:cNvPr id="348" name="Google Shape;181;p1">
                <a:extLst>
                  <a:ext uri="{FF2B5EF4-FFF2-40B4-BE49-F238E27FC236}">
                    <a16:creationId xmlns:a16="http://schemas.microsoft.com/office/drawing/2014/main" id="{AFDB6B29-D260-9544-4610-46E76C0BF7BB}"/>
                  </a:ext>
                </a:extLst>
              </p:cNvPr>
              <p:cNvCxnSpPr>
                <a:stCxn id="361" idx="2"/>
                <a:endCxn id="350" idx="6"/>
              </p:cNvCxnSpPr>
              <p:nvPr/>
            </p:nvCxnSpPr>
            <p:spPr>
              <a:xfrm flipH="1">
                <a:off x="11418366" y="5897435"/>
                <a:ext cx="710100" cy="203100"/>
              </a:xfrm>
              <a:prstGeom prst="straightConnector1">
                <a:avLst/>
              </a:prstGeom>
              <a:noFill/>
              <a:ln w="9525" cap="flat" cmpd="sng">
                <a:solidFill>
                  <a:srgbClr val="CCCCCC"/>
                </a:solidFill>
                <a:prstDash val="solid"/>
                <a:round/>
                <a:headEnd type="none" w="sm" len="sm"/>
                <a:tailEnd type="stealth" w="med" len="med"/>
              </a:ln>
            </p:spPr>
          </p:cxnSp>
          <p:cxnSp>
            <p:nvCxnSpPr>
              <p:cNvPr id="349" name="Google Shape;183;p1">
                <a:extLst>
                  <a:ext uri="{FF2B5EF4-FFF2-40B4-BE49-F238E27FC236}">
                    <a16:creationId xmlns:a16="http://schemas.microsoft.com/office/drawing/2014/main" id="{6C2BC84A-0682-238F-9DD0-D25665075707}"/>
                  </a:ext>
                </a:extLst>
              </p:cNvPr>
              <p:cNvCxnSpPr>
                <a:stCxn id="361" idx="2"/>
                <a:endCxn id="333" idx="6"/>
              </p:cNvCxnSpPr>
              <p:nvPr/>
            </p:nvCxnSpPr>
            <p:spPr>
              <a:xfrm flipH="1">
                <a:off x="10911666" y="5897435"/>
                <a:ext cx="1216800" cy="126900"/>
              </a:xfrm>
              <a:prstGeom prst="straightConnector1">
                <a:avLst/>
              </a:prstGeom>
              <a:noFill/>
              <a:ln w="9525" cap="flat" cmpd="sng">
                <a:solidFill>
                  <a:srgbClr val="CCCCCC"/>
                </a:solidFill>
                <a:prstDash val="solid"/>
                <a:round/>
                <a:headEnd type="none" w="sm" len="sm"/>
                <a:tailEnd type="stealth" w="med" len="med"/>
              </a:ln>
            </p:spPr>
          </p:cxnSp>
          <p:sp>
            <p:nvSpPr>
              <p:cNvPr id="350" name="Google Shape;176;p1">
                <a:extLst>
                  <a:ext uri="{FF2B5EF4-FFF2-40B4-BE49-F238E27FC236}">
                    <a16:creationId xmlns:a16="http://schemas.microsoft.com/office/drawing/2014/main" id="{E6B13026-7365-CBC8-755B-1B42B24B6336}"/>
                  </a:ext>
                </a:extLst>
              </p:cNvPr>
              <p:cNvSpPr/>
              <p:nvPr/>
            </p:nvSpPr>
            <p:spPr>
              <a:xfrm>
                <a:off x="11226037" y="6001619"/>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351" name="Google Shape;184;p1">
                <a:extLst>
                  <a:ext uri="{FF2B5EF4-FFF2-40B4-BE49-F238E27FC236}">
                    <a16:creationId xmlns:a16="http://schemas.microsoft.com/office/drawing/2014/main" id="{1929F80A-C0C6-D844-974C-B8CE8A177BCC}"/>
                  </a:ext>
                </a:extLst>
              </p:cNvPr>
              <p:cNvCxnSpPr>
                <a:stCxn id="318" idx="2"/>
                <a:endCxn id="337" idx="7"/>
              </p:cNvCxnSpPr>
              <p:nvPr/>
            </p:nvCxnSpPr>
            <p:spPr>
              <a:xfrm flipH="1">
                <a:off x="11202143" y="5649161"/>
                <a:ext cx="1035600" cy="712800"/>
              </a:xfrm>
              <a:prstGeom prst="straightConnector1">
                <a:avLst/>
              </a:prstGeom>
              <a:noFill/>
              <a:ln w="9525" cap="flat" cmpd="sng">
                <a:solidFill>
                  <a:srgbClr val="CCCCCC"/>
                </a:solidFill>
                <a:prstDash val="solid"/>
                <a:round/>
                <a:headEnd type="none" w="sm" len="sm"/>
                <a:tailEnd type="stealth" w="med" len="med"/>
              </a:ln>
            </p:spPr>
          </p:cxnSp>
          <p:cxnSp>
            <p:nvCxnSpPr>
              <p:cNvPr id="352" name="Google Shape;185;p1">
                <a:extLst>
                  <a:ext uri="{FF2B5EF4-FFF2-40B4-BE49-F238E27FC236}">
                    <a16:creationId xmlns:a16="http://schemas.microsoft.com/office/drawing/2014/main" id="{E9370D6B-6357-3138-972F-BFED69D59155}"/>
                  </a:ext>
                </a:extLst>
              </p:cNvPr>
              <p:cNvCxnSpPr>
                <a:stCxn id="318" idx="5"/>
                <a:endCxn id="328" idx="1"/>
              </p:cNvCxnSpPr>
              <p:nvPr/>
            </p:nvCxnSpPr>
            <p:spPr>
              <a:xfrm>
                <a:off x="12401881" y="5719165"/>
                <a:ext cx="907200" cy="894600"/>
              </a:xfrm>
              <a:prstGeom prst="straightConnector1">
                <a:avLst/>
              </a:prstGeom>
              <a:noFill/>
              <a:ln w="17925" cap="flat" cmpd="sng">
                <a:solidFill>
                  <a:srgbClr val="D9D9D9"/>
                </a:solidFill>
                <a:prstDash val="solid"/>
                <a:round/>
                <a:headEnd type="none" w="sm" len="sm"/>
                <a:tailEnd type="stealth" w="med" len="med"/>
              </a:ln>
            </p:spPr>
          </p:cxnSp>
          <p:sp>
            <p:nvSpPr>
              <p:cNvPr id="353" name="Google Shape;174;p1">
                <a:extLst>
                  <a:ext uri="{FF2B5EF4-FFF2-40B4-BE49-F238E27FC236}">
                    <a16:creationId xmlns:a16="http://schemas.microsoft.com/office/drawing/2014/main" id="{3458CFDC-6B29-7C7C-54B3-F6C92EA3DE52}"/>
                  </a:ext>
                </a:extLst>
              </p:cNvPr>
              <p:cNvSpPr/>
              <p:nvPr/>
            </p:nvSpPr>
            <p:spPr>
              <a:xfrm>
                <a:off x="10921235" y="566202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354" name="Google Shape;186;p1">
                <a:extLst>
                  <a:ext uri="{FF2B5EF4-FFF2-40B4-BE49-F238E27FC236}">
                    <a16:creationId xmlns:a16="http://schemas.microsoft.com/office/drawing/2014/main" id="{9F5F9874-8F42-C3D3-5CD0-2C7EAF51659A}"/>
                  </a:ext>
                </a:extLst>
              </p:cNvPr>
              <p:cNvCxnSpPr>
                <a:stCxn id="361" idx="2"/>
                <a:endCxn id="337" idx="6"/>
              </p:cNvCxnSpPr>
              <p:nvPr/>
            </p:nvCxnSpPr>
            <p:spPr>
              <a:xfrm flipH="1">
                <a:off x="11230266" y="5897435"/>
                <a:ext cx="898200" cy="534600"/>
              </a:xfrm>
              <a:prstGeom prst="straightConnector1">
                <a:avLst/>
              </a:prstGeom>
              <a:noFill/>
              <a:ln w="9525" cap="flat" cmpd="sng">
                <a:solidFill>
                  <a:srgbClr val="CCCCCC"/>
                </a:solidFill>
                <a:prstDash val="solid"/>
                <a:round/>
                <a:headEnd type="none" w="sm" len="sm"/>
                <a:tailEnd type="stealth" w="med" len="med"/>
              </a:ln>
            </p:spPr>
          </p:cxnSp>
          <p:cxnSp>
            <p:nvCxnSpPr>
              <p:cNvPr id="355" name="Google Shape;187;p1">
                <a:extLst>
                  <a:ext uri="{FF2B5EF4-FFF2-40B4-BE49-F238E27FC236}">
                    <a16:creationId xmlns:a16="http://schemas.microsoft.com/office/drawing/2014/main" id="{49E5E860-F8C5-C937-0357-F41DDD03ABBD}"/>
                  </a:ext>
                </a:extLst>
              </p:cNvPr>
              <p:cNvCxnSpPr>
                <a:stCxn id="359" idx="6"/>
                <a:endCxn id="327" idx="2"/>
              </p:cNvCxnSpPr>
              <p:nvPr/>
            </p:nvCxnSpPr>
            <p:spPr>
              <a:xfrm rot="10800000" flipH="1">
                <a:off x="12553633" y="5743151"/>
                <a:ext cx="437100" cy="199800"/>
              </a:xfrm>
              <a:prstGeom prst="straightConnector1">
                <a:avLst/>
              </a:prstGeom>
              <a:noFill/>
              <a:ln w="9525" cap="flat" cmpd="sng">
                <a:solidFill>
                  <a:schemeClr val="dk2"/>
                </a:solidFill>
                <a:prstDash val="solid"/>
                <a:round/>
                <a:headEnd type="none" w="sm" len="sm"/>
                <a:tailEnd type="stealth" w="med" len="med"/>
              </a:ln>
            </p:spPr>
          </p:cxnSp>
          <p:cxnSp>
            <p:nvCxnSpPr>
              <p:cNvPr id="356" name="Google Shape;189;p1">
                <a:extLst>
                  <a:ext uri="{FF2B5EF4-FFF2-40B4-BE49-F238E27FC236}">
                    <a16:creationId xmlns:a16="http://schemas.microsoft.com/office/drawing/2014/main" id="{0376C5C1-19DA-4475-C70D-971F90F315CB}"/>
                  </a:ext>
                </a:extLst>
              </p:cNvPr>
              <p:cNvCxnSpPr>
                <a:stCxn id="327" idx="7"/>
                <a:endCxn id="322" idx="2"/>
              </p:cNvCxnSpPr>
              <p:nvPr/>
            </p:nvCxnSpPr>
            <p:spPr>
              <a:xfrm rot="10800000" flipH="1">
                <a:off x="13154736" y="5621063"/>
                <a:ext cx="162600" cy="52200"/>
              </a:xfrm>
              <a:prstGeom prst="straightConnector1">
                <a:avLst/>
              </a:prstGeom>
              <a:noFill/>
              <a:ln w="9525" cap="flat" cmpd="sng">
                <a:solidFill>
                  <a:srgbClr val="E4E4E3"/>
                </a:solidFill>
                <a:prstDash val="solid"/>
                <a:round/>
                <a:headEnd type="none" w="sm" len="sm"/>
                <a:tailEnd type="stealth" w="med" len="med"/>
              </a:ln>
            </p:spPr>
          </p:cxnSp>
          <p:cxnSp>
            <p:nvCxnSpPr>
              <p:cNvPr id="357" name="Google Shape;190;p1">
                <a:extLst>
                  <a:ext uri="{FF2B5EF4-FFF2-40B4-BE49-F238E27FC236}">
                    <a16:creationId xmlns:a16="http://schemas.microsoft.com/office/drawing/2014/main" id="{44419764-DBB1-4C48-8486-0C03599FF396}"/>
                  </a:ext>
                </a:extLst>
              </p:cNvPr>
              <p:cNvCxnSpPr>
                <a:stCxn id="322" idx="6"/>
                <a:endCxn id="325" idx="2"/>
              </p:cNvCxnSpPr>
              <p:nvPr/>
            </p:nvCxnSpPr>
            <p:spPr>
              <a:xfrm rot="10800000" flipH="1">
                <a:off x="13509582" y="5405984"/>
                <a:ext cx="189900" cy="215100"/>
              </a:xfrm>
              <a:prstGeom prst="straightConnector1">
                <a:avLst/>
              </a:prstGeom>
              <a:noFill/>
              <a:ln w="9525" cap="flat" cmpd="sng">
                <a:solidFill>
                  <a:srgbClr val="E4E4E3"/>
                </a:solidFill>
                <a:prstDash val="solid"/>
                <a:round/>
                <a:headEnd type="none" w="sm" len="sm"/>
                <a:tailEnd type="stealth" w="med" len="med"/>
              </a:ln>
            </p:spPr>
          </p:cxnSp>
          <p:cxnSp>
            <p:nvCxnSpPr>
              <p:cNvPr id="358" name="Google Shape;191;p1">
                <a:extLst>
                  <a:ext uri="{FF2B5EF4-FFF2-40B4-BE49-F238E27FC236}">
                    <a16:creationId xmlns:a16="http://schemas.microsoft.com/office/drawing/2014/main" id="{BB85BAC5-D354-AB02-A140-78C8F1CE7253}"/>
                  </a:ext>
                </a:extLst>
              </p:cNvPr>
              <p:cNvCxnSpPr>
                <a:stCxn id="318" idx="6"/>
                <a:endCxn id="320" idx="2"/>
              </p:cNvCxnSpPr>
              <p:nvPr/>
            </p:nvCxnSpPr>
            <p:spPr>
              <a:xfrm rot="10800000" flipH="1">
                <a:off x="12430043" y="5497061"/>
                <a:ext cx="560700" cy="152100"/>
              </a:xfrm>
              <a:prstGeom prst="straightConnector1">
                <a:avLst/>
              </a:prstGeom>
              <a:noFill/>
              <a:ln w="9525" cap="flat" cmpd="sng">
                <a:solidFill>
                  <a:srgbClr val="E4E4E3"/>
                </a:solidFill>
                <a:prstDash val="solid"/>
                <a:round/>
                <a:headEnd type="none" w="sm" len="sm"/>
                <a:tailEnd type="stealth" w="med" len="med"/>
              </a:ln>
            </p:spPr>
          </p:cxnSp>
          <p:sp>
            <p:nvSpPr>
              <p:cNvPr id="359" name="Google Shape;188;p1">
                <a:extLst>
                  <a:ext uri="{FF2B5EF4-FFF2-40B4-BE49-F238E27FC236}">
                    <a16:creationId xmlns:a16="http://schemas.microsoft.com/office/drawing/2014/main" id="{521EE02E-A3E2-CE52-F02E-2CA44A850F97}"/>
                  </a:ext>
                </a:extLst>
              </p:cNvPr>
              <p:cNvSpPr/>
              <p:nvPr/>
            </p:nvSpPr>
            <p:spPr>
              <a:xfrm>
                <a:off x="12361333" y="5843951"/>
                <a:ext cx="192300" cy="198000"/>
              </a:xfrm>
              <a:prstGeom prst="ellipse">
                <a:avLst/>
              </a:prstGeom>
              <a:solidFill>
                <a:schemeClr val="tx1"/>
              </a:solidFill>
              <a:ln w="9525" cap="flat" cmpd="sng">
                <a:solidFill>
                  <a:schemeClr val="dk2"/>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360" name="Google Shape;192;p1">
                <a:extLst>
                  <a:ext uri="{FF2B5EF4-FFF2-40B4-BE49-F238E27FC236}">
                    <a16:creationId xmlns:a16="http://schemas.microsoft.com/office/drawing/2014/main" id="{87C4AA58-B963-1EAC-83D6-9AF75DE5ECEE}"/>
                  </a:ext>
                </a:extLst>
              </p:cNvPr>
              <p:cNvCxnSpPr>
                <a:stCxn id="320" idx="7"/>
                <a:endCxn id="321" idx="2"/>
              </p:cNvCxnSpPr>
              <p:nvPr/>
            </p:nvCxnSpPr>
            <p:spPr>
              <a:xfrm rot="10800000" flipH="1">
                <a:off x="13154747" y="5328685"/>
                <a:ext cx="174300" cy="98400"/>
              </a:xfrm>
              <a:prstGeom prst="straightConnector1">
                <a:avLst/>
              </a:prstGeom>
              <a:noFill/>
              <a:ln w="9525" cap="flat" cmpd="sng">
                <a:solidFill>
                  <a:srgbClr val="E4E4E3"/>
                </a:solidFill>
                <a:prstDash val="solid"/>
                <a:round/>
                <a:headEnd type="none" w="sm" len="sm"/>
                <a:tailEnd type="stealth" w="med" len="med"/>
              </a:ln>
            </p:spPr>
          </p:cxnSp>
          <p:sp>
            <p:nvSpPr>
              <p:cNvPr id="361" name="Google Shape;182;p1">
                <a:extLst>
                  <a:ext uri="{FF2B5EF4-FFF2-40B4-BE49-F238E27FC236}">
                    <a16:creationId xmlns:a16="http://schemas.microsoft.com/office/drawing/2014/main" id="{25524506-77CF-7087-CC32-D772D666861D}"/>
                  </a:ext>
                </a:extLst>
              </p:cNvPr>
              <p:cNvSpPr/>
              <p:nvPr/>
            </p:nvSpPr>
            <p:spPr>
              <a:xfrm>
                <a:off x="12128466" y="579843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362" name="Google Shape;193;p1">
                <a:extLst>
                  <a:ext uri="{FF2B5EF4-FFF2-40B4-BE49-F238E27FC236}">
                    <a16:creationId xmlns:a16="http://schemas.microsoft.com/office/drawing/2014/main" id="{30F2B287-7527-136C-7A4A-86694EFC7D19}"/>
                  </a:ext>
                </a:extLst>
              </p:cNvPr>
              <p:cNvCxnSpPr>
                <a:stCxn id="338" idx="6"/>
                <a:endCxn id="328" idx="2"/>
              </p:cNvCxnSpPr>
              <p:nvPr/>
            </p:nvCxnSpPr>
            <p:spPr>
              <a:xfrm>
                <a:off x="12002606" y="6583990"/>
                <a:ext cx="1258500" cy="148800"/>
              </a:xfrm>
              <a:prstGeom prst="straightConnector1">
                <a:avLst/>
              </a:prstGeom>
              <a:noFill/>
              <a:ln w="35850" cap="flat" cmpd="sng">
                <a:solidFill>
                  <a:srgbClr val="E4E4E3"/>
                </a:solidFill>
                <a:prstDash val="solid"/>
                <a:round/>
                <a:headEnd type="stealth" w="med" len="med"/>
                <a:tailEnd type="none" w="sm" len="sm"/>
              </a:ln>
            </p:spPr>
          </p:cxnSp>
          <p:cxnSp>
            <p:nvCxnSpPr>
              <p:cNvPr id="363" name="Google Shape;194;p1">
                <a:extLst>
                  <a:ext uri="{FF2B5EF4-FFF2-40B4-BE49-F238E27FC236}">
                    <a16:creationId xmlns:a16="http://schemas.microsoft.com/office/drawing/2014/main" id="{12FCCAF9-1910-F89F-1599-041FF9D53510}"/>
                  </a:ext>
                </a:extLst>
              </p:cNvPr>
              <p:cNvCxnSpPr>
                <a:stCxn id="329" idx="1"/>
                <a:endCxn id="332" idx="5"/>
              </p:cNvCxnSpPr>
              <p:nvPr/>
            </p:nvCxnSpPr>
            <p:spPr>
              <a:xfrm rot="10800000">
                <a:off x="11729045" y="5839432"/>
                <a:ext cx="1188600" cy="962700"/>
              </a:xfrm>
              <a:prstGeom prst="straightConnector1">
                <a:avLst/>
              </a:prstGeom>
              <a:noFill/>
              <a:ln w="9525" cap="flat" cmpd="sng">
                <a:solidFill>
                  <a:srgbClr val="CCCCCC"/>
                </a:solidFill>
                <a:prstDash val="solid"/>
                <a:round/>
                <a:headEnd type="none" w="sm" len="sm"/>
                <a:tailEnd type="stealth" w="med" len="med"/>
              </a:ln>
            </p:spPr>
          </p:cxnSp>
          <p:cxnSp>
            <p:nvCxnSpPr>
              <p:cNvPr id="364" name="Google Shape;195;p1">
                <a:extLst>
                  <a:ext uri="{FF2B5EF4-FFF2-40B4-BE49-F238E27FC236}">
                    <a16:creationId xmlns:a16="http://schemas.microsoft.com/office/drawing/2014/main" id="{5BB04AA7-77E4-E190-BEAA-35145C3D72F5}"/>
                  </a:ext>
                </a:extLst>
              </p:cNvPr>
              <p:cNvCxnSpPr>
                <a:stCxn id="361" idx="3"/>
                <a:endCxn id="338" idx="7"/>
              </p:cNvCxnSpPr>
              <p:nvPr/>
            </p:nvCxnSpPr>
            <p:spPr>
              <a:xfrm flipH="1">
                <a:off x="11921428" y="5967439"/>
                <a:ext cx="235200" cy="415800"/>
              </a:xfrm>
              <a:prstGeom prst="straightConnector1">
                <a:avLst/>
              </a:prstGeom>
              <a:noFill/>
              <a:ln w="35850" cap="flat" cmpd="sng">
                <a:solidFill>
                  <a:srgbClr val="E4E4E3"/>
                </a:solidFill>
                <a:prstDash val="solid"/>
                <a:round/>
                <a:headEnd type="none" w="sm" len="sm"/>
                <a:tailEnd type="stealth" w="med" len="med"/>
              </a:ln>
            </p:spPr>
          </p:cxnSp>
          <p:cxnSp>
            <p:nvCxnSpPr>
              <p:cNvPr id="365" name="Google Shape;196;p1">
                <a:extLst>
                  <a:ext uri="{FF2B5EF4-FFF2-40B4-BE49-F238E27FC236}">
                    <a16:creationId xmlns:a16="http://schemas.microsoft.com/office/drawing/2014/main" id="{5FF005D1-FDD9-6FFD-5783-3C1BAABDC427}"/>
                  </a:ext>
                </a:extLst>
              </p:cNvPr>
              <p:cNvCxnSpPr>
                <a:stCxn id="359" idx="5"/>
                <a:endCxn id="329" idx="1"/>
              </p:cNvCxnSpPr>
              <p:nvPr/>
            </p:nvCxnSpPr>
            <p:spPr>
              <a:xfrm>
                <a:off x="12525471" y="6012955"/>
                <a:ext cx="392100" cy="789300"/>
              </a:xfrm>
              <a:prstGeom prst="straightConnector1">
                <a:avLst/>
              </a:prstGeom>
              <a:noFill/>
              <a:ln w="9525" cap="flat" cmpd="sng">
                <a:solidFill>
                  <a:schemeClr val="dk2"/>
                </a:solidFill>
                <a:prstDash val="solid"/>
                <a:round/>
                <a:headEnd type="none" w="sm" len="sm"/>
                <a:tailEnd type="stealth" w="med" len="med"/>
              </a:ln>
            </p:spPr>
          </p:cxnSp>
          <p:cxnSp>
            <p:nvCxnSpPr>
              <p:cNvPr id="366" name="Google Shape;197;p1">
                <a:extLst>
                  <a:ext uri="{FF2B5EF4-FFF2-40B4-BE49-F238E27FC236}">
                    <a16:creationId xmlns:a16="http://schemas.microsoft.com/office/drawing/2014/main" id="{3682BCF9-B4B4-A373-4CB0-6D5A183710C2}"/>
                  </a:ext>
                </a:extLst>
              </p:cNvPr>
              <p:cNvCxnSpPr>
                <a:stCxn id="318" idx="6"/>
                <a:endCxn id="327" idx="2"/>
              </p:cNvCxnSpPr>
              <p:nvPr/>
            </p:nvCxnSpPr>
            <p:spPr>
              <a:xfrm>
                <a:off x="12430043" y="5649161"/>
                <a:ext cx="560700" cy="94200"/>
              </a:xfrm>
              <a:prstGeom prst="straightConnector1">
                <a:avLst/>
              </a:prstGeom>
              <a:noFill/>
              <a:ln w="9525" cap="flat" cmpd="sng">
                <a:solidFill>
                  <a:srgbClr val="E4E4E3"/>
                </a:solidFill>
                <a:prstDash val="solid"/>
                <a:round/>
                <a:headEnd type="none" w="sm" len="sm"/>
                <a:tailEnd type="stealth" w="med" len="med"/>
              </a:ln>
            </p:spPr>
          </p:cxnSp>
          <p:cxnSp>
            <p:nvCxnSpPr>
              <p:cNvPr id="367" name="Google Shape;198;p1">
                <a:extLst>
                  <a:ext uri="{FF2B5EF4-FFF2-40B4-BE49-F238E27FC236}">
                    <a16:creationId xmlns:a16="http://schemas.microsoft.com/office/drawing/2014/main" id="{9D9CA011-EE32-49ED-B5C1-E4EC1B676A42}"/>
                  </a:ext>
                </a:extLst>
              </p:cNvPr>
              <p:cNvCxnSpPr>
                <a:stCxn id="359" idx="6"/>
                <a:endCxn id="331" idx="2"/>
              </p:cNvCxnSpPr>
              <p:nvPr/>
            </p:nvCxnSpPr>
            <p:spPr>
              <a:xfrm>
                <a:off x="12553633" y="5942951"/>
                <a:ext cx="770400" cy="255300"/>
              </a:xfrm>
              <a:prstGeom prst="straightConnector1">
                <a:avLst/>
              </a:prstGeom>
              <a:noFill/>
              <a:ln w="9525" cap="flat" cmpd="sng">
                <a:solidFill>
                  <a:schemeClr val="dk2"/>
                </a:solidFill>
                <a:prstDash val="solid"/>
                <a:round/>
                <a:headEnd type="none" w="sm" len="sm"/>
                <a:tailEnd type="stealth" w="med" len="med"/>
              </a:ln>
            </p:spPr>
          </p:cxnSp>
          <p:cxnSp>
            <p:nvCxnSpPr>
              <p:cNvPr id="368" name="Google Shape;199;p1">
                <a:extLst>
                  <a:ext uri="{FF2B5EF4-FFF2-40B4-BE49-F238E27FC236}">
                    <a16:creationId xmlns:a16="http://schemas.microsoft.com/office/drawing/2014/main" id="{E114C936-E2F7-79EF-D809-8976FCFD8C31}"/>
                  </a:ext>
                </a:extLst>
              </p:cNvPr>
              <p:cNvCxnSpPr>
                <a:stCxn id="359" idx="3"/>
                <a:endCxn id="338" idx="7"/>
              </p:cNvCxnSpPr>
              <p:nvPr/>
            </p:nvCxnSpPr>
            <p:spPr>
              <a:xfrm flipH="1">
                <a:off x="11921495" y="6012955"/>
                <a:ext cx="468000" cy="370200"/>
              </a:xfrm>
              <a:prstGeom prst="straightConnector1">
                <a:avLst/>
              </a:prstGeom>
              <a:noFill/>
              <a:ln w="9525" cap="flat" cmpd="sng">
                <a:solidFill>
                  <a:schemeClr val="dk2"/>
                </a:solidFill>
                <a:prstDash val="solid"/>
                <a:round/>
                <a:headEnd type="none" w="sm" len="sm"/>
                <a:tailEnd type="stealth" w="med" len="med"/>
              </a:ln>
            </p:spPr>
          </p:cxnSp>
          <p:cxnSp>
            <p:nvCxnSpPr>
              <p:cNvPr id="369" name="Google Shape;200;p1">
                <a:extLst>
                  <a:ext uri="{FF2B5EF4-FFF2-40B4-BE49-F238E27FC236}">
                    <a16:creationId xmlns:a16="http://schemas.microsoft.com/office/drawing/2014/main" id="{5C816F93-8155-48E8-E693-F4A5EB300A48}"/>
                  </a:ext>
                </a:extLst>
              </p:cNvPr>
              <p:cNvCxnSpPr>
                <a:stCxn id="359" idx="6"/>
                <a:endCxn id="328" idx="1"/>
              </p:cNvCxnSpPr>
              <p:nvPr/>
            </p:nvCxnSpPr>
            <p:spPr>
              <a:xfrm>
                <a:off x="12553633" y="5942951"/>
                <a:ext cx="755400" cy="670800"/>
              </a:xfrm>
              <a:prstGeom prst="straightConnector1">
                <a:avLst/>
              </a:prstGeom>
              <a:noFill/>
              <a:ln w="17925" cap="flat" cmpd="sng">
                <a:solidFill>
                  <a:schemeClr val="dk2"/>
                </a:solidFill>
                <a:prstDash val="solid"/>
                <a:round/>
                <a:headEnd type="none" w="sm" len="sm"/>
                <a:tailEnd type="stealth" w="med" len="med"/>
              </a:ln>
            </p:spPr>
          </p:cxnSp>
        </p:grpSp>
        <p:pic>
          <p:nvPicPr>
            <p:cNvPr id="371" name="Graphic 370" descr="Arrow Right outline">
              <a:extLst>
                <a:ext uri="{FF2B5EF4-FFF2-40B4-BE49-F238E27FC236}">
                  <a16:creationId xmlns:a16="http://schemas.microsoft.com/office/drawing/2014/main" id="{9DD27A46-A467-AA7C-851A-E1873724173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5400000">
              <a:off x="5243959" y="8078036"/>
              <a:ext cx="483529" cy="528271"/>
            </a:xfrm>
            <a:prstGeom prst="rect">
              <a:avLst/>
            </a:prstGeom>
          </p:spPr>
        </p:pic>
        <p:sp>
          <p:nvSpPr>
            <p:cNvPr id="372" name="TextBox 371">
              <a:extLst>
                <a:ext uri="{FF2B5EF4-FFF2-40B4-BE49-F238E27FC236}">
                  <a16:creationId xmlns:a16="http://schemas.microsoft.com/office/drawing/2014/main" id="{34056CEE-6BA1-1867-B36D-3CEE2E118740}"/>
                </a:ext>
              </a:extLst>
            </p:cNvPr>
            <p:cNvSpPr txBox="1"/>
            <p:nvPr/>
          </p:nvSpPr>
          <p:spPr>
            <a:xfrm>
              <a:off x="6914008" y="8100407"/>
              <a:ext cx="1112367"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b="0" dirty="0"/>
                <a:t>*_projection()</a:t>
              </a:r>
              <a:endParaRPr kumimoji="0" lang="en-US" sz="1200" b="0"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422" name="TextBox 421">
              <a:extLst>
                <a:ext uri="{FF2B5EF4-FFF2-40B4-BE49-F238E27FC236}">
                  <a16:creationId xmlns:a16="http://schemas.microsoft.com/office/drawing/2014/main" id="{EA9207F3-81D2-A0D2-732F-A79225141CB0}"/>
                </a:ext>
              </a:extLst>
            </p:cNvPr>
            <p:cNvSpPr txBox="1"/>
            <p:nvPr/>
          </p:nvSpPr>
          <p:spPr>
            <a:xfrm>
              <a:off x="6944746" y="6811349"/>
              <a:ext cx="1216655"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b="0" dirty="0"/>
                <a:t>S3 Graph Class</a:t>
              </a:r>
              <a:endParaRPr kumimoji="0" lang="en-US" sz="1200" b="0"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grpSp>
      <p:sp>
        <p:nvSpPr>
          <p:cNvPr id="424" name="Layout Suggestions">
            <a:extLst>
              <a:ext uri="{FF2B5EF4-FFF2-40B4-BE49-F238E27FC236}">
                <a16:creationId xmlns:a16="http://schemas.microsoft.com/office/drawing/2014/main" id="{4FA5B60C-A2BC-ADF9-ACD8-C412C1304255}"/>
              </a:ext>
            </a:extLst>
          </p:cNvPr>
          <p:cNvSpPr txBox="1"/>
          <p:nvPr/>
        </p:nvSpPr>
        <p:spPr>
          <a:xfrm>
            <a:off x="4043438" y="1519236"/>
            <a:ext cx="3892248"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t>Network Transform Pipeline</a:t>
            </a:r>
            <a:endParaRPr dirty="0"/>
          </a:p>
        </p:txBody>
      </p:sp>
      <p:pic>
        <p:nvPicPr>
          <p:cNvPr id="425" name="Graphic 424" descr="Arrow Right outline">
            <a:extLst>
              <a:ext uri="{FF2B5EF4-FFF2-40B4-BE49-F238E27FC236}">
                <a16:creationId xmlns:a16="http://schemas.microsoft.com/office/drawing/2014/main" id="{971ECE33-B268-F3E6-11B5-C27BEC5C887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720516">
            <a:off x="7727578" y="7634724"/>
            <a:ext cx="1787323" cy="475374"/>
          </a:xfrm>
          <a:prstGeom prst="rect">
            <a:avLst/>
          </a:prstGeom>
        </p:spPr>
      </p:pic>
      <p:sp>
        <p:nvSpPr>
          <p:cNvPr id="426" name="TextBox 425">
            <a:extLst>
              <a:ext uri="{FF2B5EF4-FFF2-40B4-BE49-F238E27FC236}">
                <a16:creationId xmlns:a16="http://schemas.microsoft.com/office/drawing/2014/main" id="{F885E812-3E17-DC1A-60CD-DA130176BD53}"/>
              </a:ext>
            </a:extLst>
          </p:cNvPr>
          <p:cNvSpPr txBox="1"/>
          <p:nvPr/>
        </p:nvSpPr>
        <p:spPr>
          <a:xfrm>
            <a:off x="9519350" y="6321451"/>
            <a:ext cx="4138222" cy="110535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sz="1050" b="0" dirty="0"/>
              <a:t>The standardized S3 class system makes it straightforward to extend Kaiaulu's analysis capabilities by adding new functions that operate on the graph model without touching the transform layer. For example, sentiment metrics can be introduced as a new weight scheme function that receives a typed graph object and is automatically compatible with any network produced by the existing transforms.</a:t>
            </a:r>
            <a:endParaRPr kumimoji="0" lang="en-US" sz="1050" b="0"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Tree>
    <p:extLst>
      <p:ext uri="{BB962C8B-B14F-4D97-AF65-F5344CB8AC3E}">
        <p14:creationId xmlns:p14="http://schemas.microsoft.com/office/powerpoint/2010/main" val="2138312052"/>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2" name="Image" descr="Image"/>
          <p:cNvPicPr>
            <a:picLocks noChangeAspect="1"/>
          </p:cNvPicPr>
          <p:nvPr/>
        </p:nvPicPr>
        <p:blipFill>
          <a:blip r:embed="rId3"/>
          <a:stretch>
            <a:fillRect/>
          </a:stretch>
        </p:blipFill>
        <p:spPr>
          <a:xfrm>
            <a:off x="8867009" y="-681823"/>
            <a:ext cx="5121226" cy="2990088"/>
          </a:xfrm>
          <a:prstGeom prst="rect">
            <a:avLst/>
          </a:prstGeom>
          <a:ln w="12700">
            <a:miter lim="400000"/>
          </a:ln>
        </p:spPr>
      </p:pic>
      <p:sp>
        <p:nvSpPr>
          <p:cNvPr id="312" name="Line"/>
          <p:cNvSpPr/>
          <p:nvPr/>
        </p:nvSpPr>
        <p:spPr>
          <a:xfrm flipV="1">
            <a:off x="213255" y="10296246"/>
            <a:ext cx="13462982" cy="39499"/>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313" name="YOUR LOGO…"/>
          <p:cNvSpPr/>
          <p:nvPr/>
        </p:nvSpPr>
        <p:spPr>
          <a:xfrm>
            <a:off x="170343" y="10207710"/>
            <a:ext cx="1757945" cy="528270"/>
          </a:xfrm>
          <a:prstGeom prst="roundRect">
            <a:avLst>
              <a:gd name="adj" fmla="val 36061"/>
            </a:avLst>
          </a:prstGeom>
          <a:solidFill>
            <a:srgbClr val="FFFFFF"/>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lstStyle/>
          <a:p>
            <a:pPr algn="ctr">
              <a:lnSpc>
                <a:spcPct val="90000"/>
              </a:lnSpc>
              <a:spcBef>
                <a:spcPts val="0"/>
              </a:spcBef>
              <a:defRPr>
                <a:solidFill>
                  <a:srgbClr val="407AAA"/>
                </a:solidFill>
                <a:latin typeface="Helvetica Neue"/>
                <a:ea typeface="Helvetica Neue"/>
                <a:cs typeface="Helvetica Neue"/>
                <a:sym typeface="Helvetica Neue"/>
              </a:defRPr>
            </a:pPr>
            <a:r>
              <a:rPr lang="en-US" sz="2400" dirty="0"/>
              <a:t>Kaiāulu</a:t>
            </a:r>
            <a:endParaRPr sz="2400" dirty="0"/>
          </a:p>
        </p:txBody>
      </p:sp>
      <p:sp>
        <p:nvSpPr>
          <p:cNvPr id="314" name="Group"/>
          <p:cNvSpPr/>
          <p:nvPr/>
        </p:nvSpPr>
        <p:spPr>
          <a:xfrm>
            <a:off x="275721" y="3887686"/>
            <a:ext cx="3334485" cy="6236761"/>
          </a:xfrm>
          <a:prstGeom prst="rect">
            <a:avLst/>
          </a:prstGeom>
          <a:solidFill>
            <a:srgbClr val="79B0DC">
              <a:alpha val="23776"/>
            </a:srgbClr>
          </a:solidFill>
          <a:ln w="12700">
            <a:miter lim="400000"/>
          </a:ln>
        </p:spPr>
        <p:txBody>
          <a:bodyPr lIns="54570" tIns="54570" rIns="54570" bIns="54570" anchor="ctr"/>
          <a:lstStyle/>
          <a:p>
            <a:pPr>
              <a:lnSpc>
                <a:spcPct val="80000"/>
              </a:lnSpc>
              <a:spcBef>
                <a:spcPts val="0"/>
              </a:spcBef>
              <a:defRPr sz="1000" b="0">
                <a:solidFill>
                  <a:srgbClr val="000000"/>
                </a:solidFill>
              </a:defRPr>
            </a:pPr>
            <a:endParaRPr dirty="0"/>
          </a:p>
        </p:txBody>
      </p:sp>
      <p:sp>
        <p:nvSpPr>
          <p:cNvPr id="319" name="Basics"/>
          <p:cNvSpPr txBox="1"/>
          <p:nvPr/>
        </p:nvSpPr>
        <p:spPr>
          <a:xfrm>
            <a:off x="417290" y="3947481"/>
            <a:ext cx="2766783"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Project Config Setup</a:t>
            </a:r>
            <a:endParaRPr dirty="0"/>
          </a:p>
        </p:txBody>
      </p:sp>
      <p:sp>
        <p:nvSpPr>
          <p:cNvPr id="324" name="Cheatsheets make it easy for R users…"/>
          <p:cNvSpPr txBox="1"/>
          <p:nvPr/>
        </p:nvSpPr>
        <p:spPr>
          <a:xfrm>
            <a:off x="734342" y="4813019"/>
            <a:ext cx="2449731" cy="3773026"/>
          </a:xfrm>
          <a:prstGeom prst="rect">
            <a:avLst/>
          </a:prstGeom>
          <a:solidFill>
            <a:schemeClr val="bg1"/>
          </a:solidFill>
          <a:ln w="12700">
            <a:solidFill>
              <a:schemeClr val="bg2"/>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12700" tIns="12700" rIns="12700" bIns="12700"/>
          <a:lstStyle/>
          <a:p>
            <a:pPr algn="ctr">
              <a:lnSpc>
                <a:spcPct val="90000"/>
              </a:lnSpc>
              <a:spcBef>
                <a:spcPts val="0"/>
              </a:spcBef>
              <a:defRPr>
                <a:solidFill>
                  <a:srgbClr val="000000"/>
                </a:solidFill>
              </a:defRPr>
            </a:pPr>
            <a:r>
              <a:rPr lang="en-US" sz="1400" dirty="0"/>
              <a:t>Required Fields</a:t>
            </a:r>
          </a:p>
          <a:p>
            <a:pPr algn="ctr">
              <a:lnSpc>
                <a:spcPct val="90000"/>
              </a:lnSpc>
              <a:spcBef>
                <a:spcPts val="0"/>
              </a:spcBef>
              <a:defRPr>
                <a:solidFill>
                  <a:srgbClr val="000000"/>
                </a:solidFill>
              </a:defRPr>
            </a:pPr>
            <a:endParaRPr lang="en-US" sz="1000" dirty="0"/>
          </a:p>
          <a:p>
            <a:pPr>
              <a:lnSpc>
                <a:spcPct val="90000"/>
              </a:lnSpc>
              <a:spcBef>
                <a:spcPts val="0"/>
              </a:spcBef>
              <a:defRPr>
                <a:solidFill>
                  <a:srgbClr val="000000"/>
                </a:solidFill>
              </a:defRPr>
            </a:pPr>
            <a:endParaRPr lang="en-US" dirty="0"/>
          </a:p>
          <a:p>
            <a:pPr>
              <a:lnSpc>
                <a:spcPct val="90000"/>
              </a:lnSpc>
              <a:spcBef>
                <a:spcPts val="0"/>
              </a:spcBef>
              <a:defRPr>
                <a:solidFill>
                  <a:srgbClr val="000000"/>
                </a:solidFill>
              </a:defRPr>
            </a:pPr>
            <a:r>
              <a:rPr lang="en-US" dirty="0"/>
              <a:t>          </a:t>
            </a:r>
          </a:p>
          <a:p>
            <a:pPr>
              <a:lnSpc>
                <a:spcPct val="90000"/>
              </a:lnSpc>
              <a:spcBef>
                <a:spcPts val="0"/>
              </a:spcBef>
              <a:defRPr>
                <a:solidFill>
                  <a:srgbClr val="000000"/>
                </a:solidFill>
              </a:defRPr>
            </a:pPr>
            <a:r>
              <a:rPr lang="en-US" dirty="0"/>
              <a:t>            </a:t>
            </a:r>
          </a:p>
          <a:p>
            <a:pPr>
              <a:lnSpc>
                <a:spcPct val="90000"/>
              </a:lnSpc>
              <a:spcBef>
                <a:spcPts val="0"/>
              </a:spcBef>
              <a:defRPr>
                <a:solidFill>
                  <a:srgbClr val="000000"/>
                </a:solidFill>
              </a:defRPr>
            </a:pPr>
            <a:endParaRPr lang="en-US" dirty="0"/>
          </a:p>
          <a:p>
            <a:pPr marL="171450" lvl="1" indent="-171450">
              <a:lnSpc>
                <a:spcPct val="90000"/>
              </a:lnSpc>
              <a:spcBef>
                <a:spcPts val="0"/>
              </a:spcBef>
              <a:buFont typeface="Arial" panose="020B0604020202020204" pitchFamily="34" charset="0"/>
              <a:buChar char="•"/>
              <a:defRPr>
                <a:solidFill>
                  <a:srgbClr val="000000"/>
                </a:solidFill>
              </a:defRPr>
            </a:pPr>
            <a:endParaRPr dirty="0"/>
          </a:p>
        </p:txBody>
      </p:sp>
      <p:sp>
        <p:nvSpPr>
          <p:cNvPr id="326" name="Manipulate Variables"/>
          <p:cNvSpPr txBox="1"/>
          <p:nvPr/>
        </p:nvSpPr>
        <p:spPr>
          <a:xfrm>
            <a:off x="9601285" y="3333352"/>
            <a:ext cx="3568285"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transform_*_to_network()</a:t>
            </a:r>
            <a:endParaRPr dirty="0"/>
          </a:p>
        </p:txBody>
      </p:sp>
      <p:sp>
        <p:nvSpPr>
          <p:cNvPr id="330" name="Line"/>
          <p:cNvSpPr/>
          <p:nvPr/>
        </p:nvSpPr>
        <p:spPr>
          <a:xfrm>
            <a:off x="323329" y="3801250"/>
            <a:ext cx="3286878" cy="14819"/>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334" name="Three Column Layout: : CHEAT SHEET"/>
          <p:cNvSpPr txBox="1">
            <a:spLocks noGrp="1"/>
          </p:cNvSpPr>
          <p:nvPr>
            <p:ph type="title"/>
          </p:nvPr>
        </p:nvSpPr>
        <p:spPr>
          <a:xfrm>
            <a:off x="275721" y="361177"/>
            <a:ext cx="10898129" cy="803346"/>
          </a:xfrm>
          <a:prstGeom prst="rect">
            <a:avLst/>
          </a:prstGeom>
        </p:spPr>
        <p:txBody>
          <a:bodyPr lIns="0" tIns="0" rIns="0" bIns="0" anchor="t"/>
          <a:lstStyle/>
          <a:p>
            <a:r>
              <a:rPr lang="en-US" dirty="0"/>
              <a:t>Network Transform</a:t>
            </a:r>
            <a:r>
              <a:rPr dirty="0"/>
              <a:t>: : </a:t>
            </a:r>
            <a:r>
              <a:rPr sz="3300" dirty="0">
                <a:latin typeface="Source Sans Pro Semibold"/>
                <a:ea typeface="Source Sans Pro Semibold"/>
                <a:cs typeface="Source Sans Pro Semibold"/>
                <a:sym typeface="Source Sans Pro Semibold"/>
              </a:rPr>
              <a:t>CHEAT SHEET</a:t>
            </a:r>
            <a:r>
              <a:rPr dirty="0"/>
              <a:t> </a:t>
            </a:r>
          </a:p>
        </p:txBody>
      </p:sp>
      <p:sp>
        <p:nvSpPr>
          <p:cNvPr id="342" name="Create a visual hierarchy. Help users navigate the page with titles, subtitles, and subsubtitles"/>
          <p:cNvSpPr txBox="1"/>
          <p:nvPr/>
        </p:nvSpPr>
        <p:spPr>
          <a:xfrm>
            <a:off x="9568000" y="3625066"/>
            <a:ext cx="4001355" cy="110740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dirty="0">
                <a:latin typeface="Source Sans Pro" panose="020B0503030403020204" pitchFamily="34" charset="0"/>
                <a:ea typeface="Source Sans Pro" panose="020B0503030403020204" pitchFamily="34" charset="0"/>
              </a:rPr>
              <a:t>Transform functions take parsed data tables and construct graph representations by defining the nodes, edges, and relationships relevant to a specific analysis, such as author-file modifications or temporal developer connections. Each transform returns a standardized S3 graph object ready for downstream analysis.</a:t>
            </a:r>
            <a:endParaRPr dirty="0">
              <a:latin typeface="Source Sans Pro" panose="020B0503030403020204" pitchFamily="34" charset="0"/>
              <a:ea typeface="Source Sans Pro" panose="020B0503030403020204" pitchFamily="34" charset="0"/>
              <a:sym typeface="Source Sans Pro"/>
            </a:endParaRPr>
          </a:p>
        </p:txBody>
      </p:sp>
      <p:sp>
        <p:nvSpPr>
          <p:cNvPr id="384" name="Layout Suggestions"/>
          <p:cNvSpPr txBox="1"/>
          <p:nvPr/>
        </p:nvSpPr>
        <p:spPr>
          <a:xfrm>
            <a:off x="275721" y="1459299"/>
            <a:ext cx="1349729"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t>About</a:t>
            </a:r>
            <a:endParaRPr dirty="0"/>
          </a:p>
        </p:txBody>
      </p:sp>
      <p:sp>
        <p:nvSpPr>
          <p:cNvPr id="3" name="Thank you for making a new cheatsheet for R! These cheatsheets have an important job:">
            <a:extLst>
              <a:ext uri="{FF2B5EF4-FFF2-40B4-BE49-F238E27FC236}">
                <a16:creationId xmlns:a16="http://schemas.microsoft.com/office/drawing/2014/main" id="{C15028FC-57F7-3D04-9093-5A3F5F89C9B4}"/>
              </a:ext>
            </a:extLst>
          </p:cNvPr>
          <p:cNvSpPr txBox="1"/>
          <p:nvPr/>
        </p:nvSpPr>
        <p:spPr>
          <a:xfrm>
            <a:off x="444733" y="8789157"/>
            <a:ext cx="2906890" cy="38704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ormAutofit fontScale="92500" lnSpcReduction="20000"/>
          </a:bodyPr>
          <a:lstStyle/>
          <a:p>
            <a:pPr>
              <a:lnSpc>
                <a:spcPct val="90000"/>
              </a:lnSpc>
              <a:spcBef>
                <a:spcPts val="0"/>
              </a:spcBef>
              <a:buClr>
                <a:schemeClr val="accent4">
                  <a:hueOff val="384618"/>
                  <a:satOff val="3869"/>
                  <a:lumOff val="5802"/>
                </a:schemeClr>
              </a:buClr>
              <a:defRPr b="0">
                <a:solidFill>
                  <a:srgbClr val="000000"/>
                </a:solidFill>
              </a:defRPr>
            </a:pPr>
            <a:r>
              <a:rPr lang="en-US" b="1" dirty="0"/>
              <a:t>The file ”tools.yml” must also be configured. See README.md for more information on 3rd party software dependencies.</a:t>
            </a:r>
            <a:r>
              <a:rPr dirty="0"/>
              <a:t> </a:t>
            </a:r>
          </a:p>
        </p:txBody>
      </p:sp>
      <p:sp>
        <p:nvSpPr>
          <p:cNvPr id="4" name="Cheatsheets make it easy for R users…">
            <a:extLst>
              <a:ext uri="{FF2B5EF4-FFF2-40B4-BE49-F238E27FC236}">
                <a16:creationId xmlns:a16="http://schemas.microsoft.com/office/drawing/2014/main" id="{85C060D4-0BEF-D7A5-B8E0-BE862D79950B}"/>
              </a:ext>
            </a:extLst>
          </p:cNvPr>
          <p:cNvSpPr txBox="1"/>
          <p:nvPr/>
        </p:nvSpPr>
        <p:spPr>
          <a:xfrm>
            <a:off x="444734" y="9247823"/>
            <a:ext cx="2906889" cy="728159"/>
          </a:xfrm>
          <a:prstGeom prst="rect">
            <a:avLst/>
          </a:prstGeom>
          <a:solidFill>
            <a:schemeClr val="accent3"/>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12700" tIns="12700" rIns="12700" bIns="12700"/>
          <a:lstStyle/>
          <a:p>
            <a:pPr algn="ctr">
              <a:lnSpc>
                <a:spcPct val="90000"/>
              </a:lnSpc>
              <a:spcBef>
                <a:spcPts val="0"/>
              </a:spcBef>
              <a:defRPr>
                <a:solidFill>
                  <a:srgbClr val="000000"/>
                </a:solidFill>
              </a:defRPr>
            </a:pPr>
            <a:r>
              <a:rPr lang="en-US" dirty="0"/>
              <a:t>Required Fields:</a:t>
            </a:r>
          </a:p>
        </p:txBody>
      </p:sp>
      <p:pic>
        <p:nvPicPr>
          <p:cNvPr id="8" name="Picture 7" descr="A picture containing text&#10;&#10;Description automatically generated">
            <a:extLst>
              <a:ext uri="{FF2B5EF4-FFF2-40B4-BE49-F238E27FC236}">
                <a16:creationId xmlns:a16="http://schemas.microsoft.com/office/drawing/2014/main" id="{1C9AB6D2-F69D-1DEC-41BE-05335D7DBE4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214310" y="122459"/>
            <a:ext cx="1443262" cy="1676046"/>
          </a:xfrm>
          <a:prstGeom prst="rect">
            <a:avLst/>
          </a:prstGeom>
        </p:spPr>
      </p:pic>
      <p:sp>
        <p:nvSpPr>
          <p:cNvPr id="501" name="TextBox 500">
            <a:extLst>
              <a:ext uri="{FF2B5EF4-FFF2-40B4-BE49-F238E27FC236}">
                <a16:creationId xmlns:a16="http://schemas.microsoft.com/office/drawing/2014/main" id="{80C914D6-5813-8108-FCAC-EE8CD33923E2}"/>
              </a:ext>
            </a:extLst>
          </p:cNvPr>
          <p:cNvSpPr txBox="1"/>
          <p:nvPr/>
        </p:nvSpPr>
        <p:spPr>
          <a:xfrm>
            <a:off x="213256" y="1698336"/>
            <a:ext cx="3396950" cy="2167179"/>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t>Kaiaulu converts raw data sources into graphs for downstream analysis. This work introduces a standardized S3 class system for Kaiaulu's graph model, replacing inconsistent graph construction with two well-defined constructors that encode properties such as directionality, weight, and bipartiteness in the object's class. Consumer functions dispatch on these classes, so new analyses can be implemented as S3 methods that automatically work with any graph the existing transforms produce.</a:t>
            </a:r>
            <a:endParaRPr kumimoji="0" lang="en-US" b="0"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265" name="Thank you for making a new cheatsheet for R! These cheatsheets have an important job:">
            <a:extLst>
              <a:ext uri="{FF2B5EF4-FFF2-40B4-BE49-F238E27FC236}">
                <a16:creationId xmlns:a16="http://schemas.microsoft.com/office/drawing/2014/main" id="{FB0076AA-42EC-6AAA-64FC-B59CB4E44CFD}"/>
              </a:ext>
            </a:extLst>
          </p:cNvPr>
          <p:cNvSpPr txBox="1"/>
          <p:nvPr/>
        </p:nvSpPr>
        <p:spPr>
          <a:xfrm>
            <a:off x="522110" y="4370773"/>
            <a:ext cx="2906890" cy="38704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rmAutofit fontScale="92500" lnSpcReduction="20000"/>
          </a:bodyPr>
          <a:lstStyle/>
          <a:p>
            <a:pPr>
              <a:lnSpc>
                <a:spcPct val="90000"/>
              </a:lnSpc>
              <a:spcBef>
                <a:spcPts val="0"/>
              </a:spcBef>
              <a:buClr>
                <a:schemeClr val="accent4">
                  <a:hueOff val="384618"/>
                  <a:satOff val="3869"/>
                  <a:lumOff val="5802"/>
                </a:schemeClr>
              </a:buClr>
              <a:defRPr b="0">
                <a:solidFill>
                  <a:srgbClr val="000000"/>
                </a:solidFill>
              </a:defRPr>
            </a:pPr>
            <a:r>
              <a:rPr lang="en-US" b="1" dirty="0"/>
              <a:t>The first part of running any vignette is setting up your project configuration file (examples in kaiaulu/conf).</a:t>
            </a:r>
            <a:r>
              <a:rPr dirty="0"/>
              <a:t> </a:t>
            </a:r>
          </a:p>
        </p:txBody>
      </p:sp>
      <p:grpSp>
        <p:nvGrpSpPr>
          <p:cNvPr id="373" name="Google Shape;156;p1">
            <a:extLst>
              <a:ext uri="{FF2B5EF4-FFF2-40B4-BE49-F238E27FC236}">
                <a16:creationId xmlns:a16="http://schemas.microsoft.com/office/drawing/2014/main" id="{3E17D3D2-4C24-A056-0CE5-331400E4E2C6}"/>
              </a:ext>
            </a:extLst>
          </p:cNvPr>
          <p:cNvGrpSpPr/>
          <p:nvPr/>
        </p:nvGrpSpPr>
        <p:grpSpPr>
          <a:xfrm>
            <a:off x="5263376" y="8146248"/>
            <a:ext cx="2243197" cy="1663744"/>
            <a:chOff x="10592773" y="4524354"/>
            <a:chExt cx="3298954" cy="2446782"/>
          </a:xfrm>
        </p:grpSpPr>
        <p:sp>
          <p:nvSpPr>
            <p:cNvPr id="374" name="Google Shape;157;p1">
              <a:extLst>
                <a:ext uri="{FF2B5EF4-FFF2-40B4-BE49-F238E27FC236}">
                  <a16:creationId xmlns:a16="http://schemas.microsoft.com/office/drawing/2014/main" id="{00F58375-22AF-3CA9-5DBC-DD8574347B69}"/>
                </a:ext>
              </a:extLst>
            </p:cNvPr>
            <p:cNvSpPr/>
            <p:nvPr/>
          </p:nvSpPr>
          <p:spPr>
            <a:xfrm>
              <a:off x="12237743" y="5550161"/>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75" name="Google Shape;158;p1">
              <a:extLst>
                <a:ext uri="{FF2B5EF4-FFF2-40B4-BE49-F238E27FC236}">
                  <a16:creationId xmlns:a16="http://schemas.microsoft.com/office/drawing/2014/main" id="{65D397E6-CBD7-AEC7-5FD8-BEF1585ADFE9}"/>
                </a:ext>
              </a:extLst>
            </p:cNvPr>
            <p:cNvSpPr/>
            <p:nvPr/>
          </p:nvSpPr>
          <p:spPr>
            <a:xfrm>
              <a:off x="12990609" y="5398089"/>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76" name="Google Shape;159;p1">
              <a:extLst>
                <a:ext uri="{FF2B5EF4-FFF2-40B4-BE49-F238E27FC236}">
                  <a16:creationId xmlns:a16="http://schemas.microsoft.com/office/drawing/2014/main" id="{458E5289-4B62-BCE0-4959-34D8F515589C}"/>
                </a:ext>
              </a:extLst>
            </p:cNvPr>
            <p:cNvSpPr/>
            <p:nvPr/>
          </p:nvSpPr>
          <p:spPr>
            <a:xfrm>
              <a:off x="13329043" y="522974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77" name="Google Shape;160;p1">
              <a:extLst>
                <a:ext uri="{FF2B5EF4-FFF2-40B4-BE49-F238E27FC236}">
                  <a16:creationId xmlns:a16="http://schemas.microsoft.com/office/drawing/2014/main" id="{C6ABAD29-37A2-9981-6BE8-BEE9183E1DE1}"/>
                </a:ext>
              </a:extLst>
            </p:cNvPr>
            <p:cNvSpPr/>
            <p:nvPr/>
          </p:nvSpPr>
          <p:spPr>
            <a:xfrm>
              <a:off x="13317282" y="5522084"/>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78" name="Google Shape;161;p1">
              <a:extLst>
                <a:ext uri="{FF2B5EF4-FFF2-40B4-BE49-F238E27FC236}">
                  <a16:creationId xmlns:a16="http://schemas.microsoft.com/office/drawing/2014/main" id="{37623350-6865-9AFE-AAB8-4FE002ACE2E7}"/>
                </a:ext>
              </a:extLst>
            </p:cNvPr>
            <p:cNvSpPr/>
            <p:nvPr/>
          </p:nvSpPr>
          <p:spPr>
            <a:xfrm>
              <a:off x="13699427" y="5306906"/>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79" name="Google Shape;162;p1">
              <a:extLst>
                <a:ext uri="{FF2B5EF4-FFF2-40B4-BE49-F238E27FC236}">
                  <a16:creationId xmlns:a16="http://schemas.microsoft.com/office/drawing/2014/main" id="{A8AFC705-A257-D505-1BAA-B46C25F6BDF6}"/>
                </a:ext>
              </a:extLst>
            </p:cNvPr>
            <p:cNvSpPr/>
            <p:nvPr/>
          </p:nvSpPr>
          <p:spPr>
            <a:xfrm>
              <a:off x="12990598" y="5644267"/>
              <a:ext cx="192300" cy="198000"/>
            </a:xfrm>
            <a:prstGeom prst="ellipse">
              <a:avLst/>
            </a:prstGeom>
            <a:solidFill>
              <a:schemeClr val="accent3"/>
            </a:solidFill>
            <a:ln w="9525" cap="flat" cmpd="sng">
              <a:solidFill>
                <a:srgbClr val="262626"/>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80" name="Google Shape;163;p1">
              <a:extLst>
                <a:ext uri="{FF2B5EF4-FFF2-40B4-BE49-F238E27FC236}">
                  <a16:creationId xmlns:a16="http://schemas.microsoft.com/office/drawing/2014/main" id="{83F8E3BF-94C9-1E46-76E0-FDF735C56028}"/>
                </a:ext>
              </a:extLst>
            </p:cNvPr>
            <p:cNvSpPr/>
            <p:nvPr/>
          </p:nvSpPr>
          <p:spPr>
            <a:xfrm>
              <a:off x="13261106" y="6564434"/>
              <a:ext cx="328200" cy="336900"/>
            </a:xfrm>
            <a:prstGeom prst="ellipse">
              <a:avLst/>
            </a:prstGeom>
            <a:solidFill>
              <a:schemeClr val="tx1"/>
            </a:solidFill>
            <a:ln w="9525" cap="flat" cmpd="sng">
              <a:solidFill>
                <a:srgbClr val="000000"/>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81" name="Google Shape;164;p1">
              <a:extLst>
                <a:ext uri="{FF2B5EF4-FFF2-40B4-BE49-F238E27FC236}">
                  <a16:creationId xmlns:a16="http://schemas.microsoft.com/office/drawing/2014/main" id="{DB7EDE91-9711-A554-29B3-C384B55BCF5E}"/>
                </a:ext>
              </a:extLst>
            </p:cNvPr>
            <p:cNvSpPr/>
            <p:nvPr/>
          </p:nvSpPr>
          <p:spPr>
            <a:xfrm>
              <a:off x="12889483" y="6773136"/>
              <a:ext cx="192300" cy="198000"/>
            </a:xfrm>
            <a:prstGeom prst="ellipse">
              <a:avLst/>
            </a:prstGeom>
            <a:solidFill>
              <a:schemeClr val="tx1"/>
            </a:solidFill>
            <a:ln w="9525" cap="flat" cmpd="sng">
              <a:solidFill>
                <a:srgbClr val="000000"/>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83" name="Google Shape;165;p1">
              <a:extLst>
                <a:ext uri="{FF2B5EF4-FFF2-40B4-BE49-F238E27FC236}">
                  <a16:creationId xmlns:a16="http://schemas.microsoft.com/office/drawing/2014/main" id="{869A39A2-74F5-C7D1-7209-5A7C08770EE2}"/>
                </a:ext>
              </a:extLst>
            </p:cNvPr>
            <p:cNvSpPr/>
            <p:nvPr/>
          </p:nvSpPr>
          <p:spPr>
            <a:xfrm>
              <a:off x="13324166" y="6099152"/>
              <a:ext cx="192300" cy="198000"/>
            </a:xfrm>
            <a:prstGeom prst="ellipse">
              <a:avLst/>
            </a:prstGeom>
            <a:solidFill>
              <a:schemeClr val="accent3"/>
            </a:solidFill>
            <a:ln w="9525" cap="flat" cmpd="sng">
              <a:solidFill>
                <a:srgbClr val="000000"/>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85" name="Google Shape;166;p1">
              <a:extLst>
                <a:ext uri="{FF2B5EF4-FFF2-40B4-BE49-F238E27FC236}">
                  <a16:creationId xmlns:a16="http://schemas.microsoft.com/office/drawing/2014/main" id="{29BD66CC-EA45-1E14-A8F5-F342879ABAE9}"/>
                </a:ext>
              </a:extLst>
            </p:cNvPr>
            <p:cNvSpPr/>
            <p:nvPr/>
          </p:nvSpPr>
          <p:spPr>
            <a:xfrm>
              <a:off x="11468140" y="5576165"/>
              <a:ext cx="305700" cy="308400"/>
            </a:xfrm>
            <a:prstGeom prst="ellipse">
              <a:avLst/>
            </a:prstGeom>
            <a:solidFill>
              <a:srgbClr val="E4E4E3"/>
            </a:solidFill>
            <a:ln w="179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86" name="Google Shape;167;p1">
              <a:extLst>
                <a:ext uri="{FF2B5EF4-FFF2-40B4-BE49-F238E27FC236}">
                  <a16:creationId xmlns:a16="http://schemas.microsoft.com/office/drawing/2014/main" id="{8404B8AD-26B6-1EDA-7DD4-7BAC58393F5B}"/>
                </a:ext>
              </a:extLst>
            </p:cNvPr>
            <p:cNvSpPr/>
            <p:nvPr/>
          </p:nvSpPr>
          <p:spPr>
            <a:xfrm>
              <a:off x="10719482" y="592538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87" name="Google Shape;168;p1">
              <a:extLst>
                <a:ext uri="{FF2B5EF4-FFF2-40B4-BE49-F238E27FC236}">
                  <a16:creationId xmlns:a16="http://schemas.microsoft.com/office/drawing/2014/main" id="{9DD5781D-531F-5922-497D-0DFE5D68AC08}"/>
                </a:ext>
              </a:extLst>
            </p:cNvPr>
            <p:cNvSpPr/>
            <p:nvPr/>
          </p:nvSpPr>
          <p:spPr>
            <a:xfrm>
              <a:off x="11061232" y="5405652"/>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88" name="Google Shape;169;p1">
              <a:extLst>
                <a:ext uri="{FF2B5EF4-FFF2-40B4-BE49-F238E27FC236}">
                  <a16:creationId xmlns:a16="http://schemas.microsoft.com/office/drawing/2014/main" id="{2FFDAD46-A8D6-B6C9-2A5B-9FF4F369A968}"/>
                </a:ext>
              </a:extLst>
            </p:cNvPr>
            <p:cNvSpPr/>
            <p:nvPr/>
          </p:nvSpPr>
          <p:spPr>
            <a:xfrm>
              <a:off x="10592773" y="6139937"/>
              <a:ext cx="274500" cy="2763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89" name="Google Shape;170;p1">
              <a:extLst>
                <a:ext uri="{FF2B5EF4-FFF2-40B4-BE49-F238E27FC236}">
                  <a16:creationId xmlns:a16="http://schemas.microsoft.com/office/drawing/2014/main" id="{15CF1E4E-202B-C95D-0363-61534C83D727}"/>
                </a:ext>
              </a:extLst>
            </p:cNvPr>
            <p:cNvSpPr/>
            <p:nvPr/>
          </p:nvSpPr>
          <p:spPr>
            <a:xfrm>
              <a:off x="11037864" y="6333062"/>
              <a:ext cx="192300" cy="198000"/>
            </a:xfrm>
            <a:prstGeom prst="ellipse">
              <a:avLst/>
            </a:prstGeom>
            <a:solidFill>
              <a:srgbClr val="D9D9D9"/>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90" name="Google Shape;171;p1">
              <a:extLst>
                <a:ext uri="{FF2B5EF4-FFF2-40B4-BE49-F238E27FC236}">
                  <a16:creationId xmlns:a16="http://schemas.microsoft.com/office/drawing/2014/main" id="{5D88DE1A-6DCF-6DB6-18E5-FDFAF8E3BA2D}"/>
                </a:ext>
              </a:extLst>
            </p:cNvPr>
            <p:cNvSpPr/>
            <p:nvPr/>
          </p:nvSpPr>
          <p:spPr>
            <a:xfrm>
              <a:off x="11449106" y="6300040"/>
              <a:ext cx="553500" cy="567900"/>
            </a:xfrm>
            <a:prstGeom prst="ellipse">
              <a:avLst/>
            </a:prstGeom>
            <a:solidFill>
              <a:srgbClr val="FFE599"/>
            </a:solidFill>
            <a:ln w="26900" cap="flat" cmpd="sng">
              <a:solidFill>
                <a:schemeClr val="dk2"/>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391" name="Google Shape;172;p1">
              <a:extLst>
                <a:ext uri="{FF2B5EF4-FFF2-40B4-BE49-F238E27FC236}">
                  <a16:creationId xmlns:a16="http://schemas.microsoft.com/office/drawing/2014/main" id="{01F69380-6B37-BDFB-8CD4-5713AA40EC46}"/>
                </a:ext>
              </a:extLst>
            </p:cNvPr>
            <p:cNvCxnSpPr>
              <a:stCxn id="374" idx="2"/>
              <a:endCxn id="385" idx="6"/>
            </p:cNvCxnSpPr>
            <p:nvPr/>
          </p:nvCxnSpPr>
          <p:spPr>
            <a:xfrm flipH="1">
              <a:off x="11773943" y="5649161"/>
              <a:ext cx="463800" cy="81300"/>
            </a:xfrm>
            <a:prstGeom prst="straightConnector1">
              <a:avLst/>
            </a:prstGeom>
            <a:noFill/>
            <a:ln w="9525" cap="flat" cmpd="sng">
              <a:solidFill>
                <a:srgbClr val="CCCCCC"/>
              </a:solidFill>
              <a:prstDash val="solid"/>
              <a:round/>
              <a:headEnd type="none" w="sm" len="sm"/>
              <a:tailEnd type="stealth" w="med" len="med"/>
            </a:ln>
          </p:spPr>
        </p:cxnSp>
        <p:cxnSp>
          <p:nvCxnSpPr>
            <p:cNvPr id="392" name="Google Shape;173;p1">
              <a:extLst>
                <a:ext uri="{FF2B5EF4-FFF2-40B4-BE49-F238E27FC236}">
                  <a16:creationId xmlns:a16="http://schemas.microsoft.com/office/drawing/2014/main" id="{200EB2B4-1334-37F0-17F6-B517BA6075F3}"/>
                </a:ext>
              </a:extLst>
            </p:cNvPr>
            <p:cNvCxnSpPr>
              <a:stCxn id="385" idx="2"/>
              <a:endCxn id="403" idx="6"/>
            </p:cNvCxnSpPr>
            <p:nvPr/>
          </p:nvCxnSpPr>
          <p:spPr>
            <a:xfrm flipH="1">
              <a:off x="11113540" y="5730365"/>
              <a:ext cx="354600" cy="30600"/>
            </a:xfrm>
            <a:prstGeom prst="straightConnector1">
              <a:avLst/>
            </a:prstGeom>
            <a:noFill/>
            <a:ln w="9525" cap="flat" cmpd="sng">
              <a:solidFill>
                <a:srgbClr val="CCCCCC"/>
              </a:solidFill>
              <a:prstDash val="solid"/>
              <a:round/>
              <a:headEnd type="none" w="sm" len="sm"/>
              <a:tailEnd type="stealth" w="med" len="med"/>
            </a:ln>
          </p:spPr>
        </p:cxnSp>
        <p:cxnSp>
          <p:nvCxnSpPr>
            <p:cNvPr id="393" name="Google Shape;175;p1">
              <a:extLst>
                <a:ext uri="{FF2B5EF4-FFF2-40B4-BE49-F238E27FC236}">
                  <a16:creationId xmlns:a16="http://schemas.microsoft.com/office/drawing/2014/main" id="{D8789DDF-41F5-F1CF-F94A-40FAC6E03C95}"/>
                </a:ext>
              </a:extLst>
            </p:cNvPr>
            <p:cNvCxnSpPr>
              <a:stCxn id="390" idx="1"/>
              <a:endCxn id="400" idx="5"/>
            </p:cNvCxnSpPr>
            <p:nvPr/>
          </p:nvCxnSpPr>
          <p:spPr>
            <a:xfrm rot="10800000">
              <a:off x="11390064" y="6170507"/>
              <a:ext cx="140100" cy="212700"/>
            </a:xfrm>
            <a:prstGeom prst="straightConnector1">
              <a:avLst/>
            </a:prstGeom>
            <a:noFill/>
            <a:ln w="9525" cap="flat" cmpd="sng">
              <a:solidFill>
                <a:srgbClr val="CCCCCC"/>
              </a:solidFill>
              <a:prstDash val="solid"/>
              <a:round/>
              <a:headEnd type="none" w="sm" len="sm"/>
              <a:tailEnd type="stealth" w="med" len="med"/>
            </a:ln>
          </p:spPr>
        </p:cxnSp>
        <p:cxnSp>
          <p:nvCxnSpPr>
            <p:cNvPr id="394" name="Google Shape;177;p1">
              <a:extLst>
                <a:ext uri="{FF2B5EF4-FFF2-40B4-BE49-F238E27FC236}">
                  <a16:creationId xmlns:a16="http://schemas.microsoft.com/office/drawing/2014/main" id="{9BD7438F-9C97-8683-362D-B081433093D7}"/>
                </a:ext>
              </a:extLst>
            </p:cNvPr>
            <p:cNvCxnSpPr>
              <a:stCxn id="390" idx="2"/>
              <a:endCxn id="389" idx="5"/>
            </p:cNvCxnSpPr>
            <p:nvPr/>
          </p:nvCxnSpPr>
          <p:spPr>
            <a:xfrm rot="10800000">
              <a:off x="11201906" y="6502090"/>
              <a:ext cx="247200" cy="81900"/>
            </a:xfrm>
            <a:prstGeom prst="straightConnector1">
              <a:avLst/>
            </a:prstGeom>
            <a:noFill/>
            <a:ln w="9525" cap="flat" cmpd="sng">
              <a:solidFill>
                <a:srgbClr val="CCCCCC"/>
              </a:solidFill>
              <a:prstDash val="solid"/>
              <a:round/>
              <a:headEnd type="none" w="sm" len="sm"/>
              <a:tailEnd type="stealth" w="med" len="med"/>
            </a:ln>
          </p:spPr>
        </p:cxnSp>
        <p:cxnSp>
          <p:nvCxnSpPr>
            <p:cNvPr id="395" name="Google Shape;178;p1">
              <a:extLst>
                <a:ext uri="{FF2B5EF4-FFF2-40B4-BE49-F238E27FC236}">
                  <a16:creationId xmlns:a16="http://schemas.microsoft.com/office/drawing/2014/main" id="{83D2674B-EE31-18D9-5A6F-05EB6DE6F385}"/>
                </a:ext>
              </a:extLst>
            </p:cNvPr>
            <p:cNvCxnSpPr>
              <a:stCxn id="389" idx="2"/>
              <a:endCxn id="388" idx="6"/>
            </p:cNvCxnSpPr>
            <p:nvPr/>
          </p:nvCxnSpPr>
          <p:spPr>
            <a:xfrm rot="10800000">
              <a:off x="10867164" y="6278162"/>
              <a:ext cx="170700" cy="153900"/>
            </a:xfrm>
            <a:prstGeom prst="straightConnector1">
              <a:avLst/>
            </a:prstGeom>
            <a:noFill/>
            <a:ln w="9525" cap="flat" cmpd="sng">
              <a:solidFill>
                <a:srgbClr val="B7B7B7"/>
              </a:solidFill>
              <a:prstDash val="solid"/>
              <a:round/>
              <a:headEnd type="none" w="sm" len="sm"/>
              <a:tailEnd type="stealth" w="med" len="med"/>
            </a:ln>
          </p:spPr>
        </p:cxnSp>
        <p:cxnSp>
          <p:nvCxnSpPr>
            <p:cNvPr id="396" name="Google Shape;179;p1">
              <a:extLst>
                <a:ext uri="{FF2B5EF4-FFF2-40B4-BE49-F238E27FC236}">
                  <a16:creationId xmlns:a16="http://schemas.microsoft.com/office/drawing/2014/main" id="{BAC708EC-7310-ACFE-72A5-A53CE110007E}"/>
                </a:ext>
              </a:extLst>
            </p:cNvPr>
            <p:cNvCxnSpPr>
              <a:stCxn id="400" idx="2"/>
              <a:endCxn id="386" idx="5"/>
            </p:cNvCxnSpPr>
            <p:nvPr/>
          </p:nvCxnSpPr>
          <p:spPr>
            <a:xfrm rot="10800000">
              <a:off x="10883737" y="6094319"/>
              <a:ext cx="342300" cy="6300"/>
            </a:xfrm>
            <a:prstGeom prst="straightConnector1">
              <a:avLst/>
            </a:prstGeom>
            <a:noFill/>
            <a:ln w="9525" cap="flat" cmpd="sng">
              <a:solidFill>
                <a:srgbClr val="CCCCCC"/>
              </a:solidFill>
              <a:prstDash val="solid"/>
              <a:round/>
              <a:headEnd type="none" w="sm" len="sm"/>
              <a:tailEnd type="stealth" w="med" len="med"/>
            </a:ln>
          </p:spPr>
        </p:cxnSp>
        <p:cxnSp>
          <p:nvCxnSpPr>
            <p:cNvPr id="397" name="Google Shape;180;p1">
              <a:extLst>
                <a:ext uri="{FF2B5EF4-FFF2-40B4-BE49-F238E27FC236}">
                  <a16:creationId xmlns:a16="http://schemas.microsoft.com/office/drawing/2014/main" id="{BD8AACF8-A52B-ABC8-EB97-CF7A69F67F2B}"/>
                </a:ext>
              </a:extLst>
            </p:cNvPr>
            <p:cNvCxnSpPr>
              <a:stCxn id="385" idx="1"/>
              <a:endCxn id="387" idx="5"/>
            </p:cNvCxnSpPr>
            <p:nvPr/>
          </p:nvCxnSpPr>
          <p:spPr>
            <a:xfrm rot="10800000">
              <a:off x="11225509" y="5574529"/>
              <a:ext cx="287400" cy="46800"/>
            </a:xfrm>
            <a:prstGeom prst="straightConnector1">
              <a:avLst/>
            </a:prstGeom>
            <a:noFill/>
            <a:ln w="9525" cap="flat" cmpd="sng">
              <a:solidFill>
                <a:srgbClr val="CCCCCC"/>
              </a:solidFill>
              <a:prstDash val="solid"/>
              <a:round/>
              <a:headEnd type="none" w="sm" len="sm"/>
              <a:tailEnd type="stealth" w="med" len="med"/>
            </a:ln>
          </p:spPr>
        </p:cxnSp>
        <p:cxnSp>
          <p:nvCxnSpPr>
            <p:cNvPr id="398" name="Google Shape;181;p1">
              <a:extLst>
                <a:ext uri="{FF2B5EF4-FFF2-40B4-BE49-F238E27FC236}">
                  <a16:creationId xmlns:a16="http://schemas.microsoft.com/office/drawing/2014/main" id="{8012F9A3-461F-0B0F-4779-C19BE02421C4}"/>
                </a:ext>
              </a:extLst>
            </p:cNvPr>
            <p:cNvCxnSpPr>
              <a:stCxn id="411" idx="2"/>
              <a:endCxn id="400" idx="6"/>
            </p:cNvCxnSpPr>
            <p:nvPr/>
          </p:nvCxnSpPr>
          <p:spPr>
            <a:xfrm flipH="1">
              <a:off x="11418366" y="5897435"/>
              <a:ext cx="710100" cy="203100"/>
            </a:xfrm>
            <a:prstGeom prst="straightConnector1">
              <a:avLst/>
            </a:prstGeom>
            <a:noFill/>
            <a:ln w="9525" cap="flat" cmpd="sng">
              <a:solidFill>
                <a:srgbClr val="CCCCCC"/>
              </a:solidFill>
              <a:prstDash val="solid"/>
              <a:round/>
              <a:headEnd type="none" w="sm" len="sm"/>
              <a:tailEnd type="stealth" w="med" len="med"/>
            </a:ln>
          </p:spPr>
        </p:cxnSp>
        <p:cxnSp>
          <p:nvCxnSpPr>
            <p:cNvPr id="399" name="Google Shape;183;p1">
              <a:extLst>
                <a:ext uri="{FF2B5EF4-FFF2-40B4-BE49-F238E27FC236}">
                  <a16:creationId xmlns:a16="http://schemas.microsoft.com/office/drawing/2014/main" id="{3959440F-B7C2-7AFC-B1AD-E34E9C0CD9E7}"/>
                </a:ext>
              </a:extLst>
            </p:cNvPr>
            <p:cNvCxnSpPr>
              <a:stCxn id="411" idx="2"/>
              <a:endCxn id="386" idx="6"/>
            </p:cNvCxnSpPr>
            <p:nvPr/>
          </p:nvCxnSpPr>
          <p:spPr>
            <a:xfrm flipH="1">
              <a:off x="10911666" y="5897435"/>
              <a:ext cx="1216800" cy="126900"/>
            </a:xfrm>
            <a:prstGeom prst="straightConnector1">
              <a:avLst/>
            </a:prstGeom>
            <a:noFill/>
            <a:ln w="9525" cap="flat" cmpd="sng">
              <a:solidFill>
                <a:srgbClr val="CCCCCC"/>
              </a:solidFill>
              <a:prstDash val="solid"/>
              <a:round/>
              <a:headEnd type="none" w="sm" len="sm"/>
              <a:tailEnd type="stealth" w="med" len="med"/>
            </a:ln>
          </p:spPr>
        </p:cxnSp>
        <p:sp>
          <p:nvSpPr>
            <p:cNvPr id="400" name="Google Shape;176;p1">
              <a:extLst>
                <a:ext uri="{FF2B5EF4-FFF2-40B4-BE49-F238E27FC236}">
                  <a16:creationId xmlns:a16="http://schemas.microsoft.com/office/drawing/2014/main" id="{8CE92BBA-2562-D340-CE8E-F101CFB44928}"/>
                </a:ext>
              </a:extLst>
            </p:cNvPr>
            <p:cNvSpPr/>
            <p:nvPr/>
          </p:nvSpPr>
          <p:spPr>
            <a:xfrm>
              <a:off x="11226037" y="6001619"/>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401" name="Google Shape;184;p1">
              <a:extLst>
                <a:ext uri="{FF2B5EF4-FFF2-40B4-BE49-F238E27FC236}">
                  <a16:creationId xmlns:a16="http://schemas.microsoft.com/office/drawing/2014/main" id="{D53780E7-1866-E27B-3853-6A670D18B6D4}"/>
                </a:ext>
              </a:extLst>
            </p:cNvPr>
            <p:cNvCxnSpPr>
              <a:stCxn id="374" idx="2"/>
              <a:endCxn id="389" idx="7"/>
            </p:cNvCxnSpPr>
            <p:nvPr/>
          </p:nvCxnSpPr>
          <p:spPr>
            <a:xfrm flipH="1">
              <a:off x="11202143" y="5649161"/>
              <a:ext cx="1035600" cy="712800"/>
            </a:xfrm>
            <a:prstGeom prst="straightConnector1">
              <a:avLst/>
            </a:prstGeom>
            <a:noFill/>
            <a:ln w="9525" cap="flat" cmpd="sng">
              <a:solidFill>
                <a:srgbClr val="CCCCCC"/>
              </a:solidFill>
              <a:prstDash val="solid"/>
              <a:round/>
              <a:headEnd type="none" w="sm" len="sm"/>
              <a:tailEnd type="stealth" w="med" len="med"/>
            </a:ln>
          </p:spPr>
        </p:cxnSp>
        <p:cxnSp>
          <p:nvCxnSpPr>
            <p:cNvPr id="402" name="Google Shape;185;p1">
              <a:extLst>
                <a:ext uri="{FF2B5EF4-FFF2-40B4-BE49-F238E27FC236}">
                  <a16:creationId xmlns:a16="http://schemas.microsoft.com/office/drawing/2014/main" id="{40E60FFA-0448-1EB1-4F04-2A5711384902}"/>
                </a:ext>
              </a:extLst>
            </p:cNvPr>
            <p:cNvCxnSpPr>
              <a:stCxn id="374" idx="5"/>
              <a:endCxn id="380" idx="1"/>
            </p:cNvCxnSpPr>
            <p:nvPr/>
          </p:nvCxnSpPr>
          <p:spPr>
            <a:xfrm>
              <a:off x="12401881" y="5719165"/>
              <a:ext cx="907200" cy="894600"/>
            </a:xfrm>
            <a:prstGeom prst="straightConnector1">
              <a:avLst/>
            </a:prstGeom>
            <a:noFill/>
            <a:ln w="17925" cap="flat" cmpd="sng">
              <a:solidFill>
                <a:srgbClr val="D9D9D9"/>
              </a:solidFill>
              <a:prstDash val="solid"/>
              <a:round/>
              <a:headEnd type="none" w="sm" len="sm"/>
              <a:tailEnd type="stealth" w="med" len="med"/>
            </a:ln>
          </p:spPr>
        </p:cxnSp>
        <p:sp>
          <p:nvSpPr>
            <p:cNvPr id="403" name="Google Shape;174;p1">
              <a:extLst>
                <a:ext uri="{FF2B5EF4-FFF2-40B4-BE49-F238E27FC236}">
                  <a16:creationId xmlns:a16="http://schemas.microsoft.com/office/drawing/2014/main" id="{7010F960-E1AF-C883-1E4A-1C7F110EF7F8}"/>
                </a:ext>
              </a:extLst>
            </p:cNvPr>
            <p:cNvSpPr/>
            <p:nvPr/>
          </p:nvSpPr>
          <p:spPr>
            <a:xfrm>
              <a:off x="10921235" y="566202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404" name="Google Shape;186;p1">
              <a:extLst>
                <a:ext uri="{FF2B5EF4-FFF2-40B4-BE49-F238E27FC236}">
                  <a16:creationId xmlns:a16="http://schemas.microsoft.com/office/drawing/2014/main" id="{4CBBC9DD-4EDD-8CEF-A09E-D7415AB44B5B}"/>
                </a:ext>
              </a:extLst>
            </p:cNvPr>
            <p:cNvCxnSpPr>
              <a:stCxn id="411" idx="2"/>
              <a:endCxn id="389" idx="6"/>
            </p:cNvCxnSpPr>
            <p:nvPr/>
          </p:nvCxnSpPr>
          <p:spPr>
            <a:xfrm flipH="1">
              <a:off x="11230266" y="5897435"/>
              <a:ext cx="898200" cy="534600"/>
            </a:xfrm>
            <a:prstGeom prst="straightConnector1">
              <a:avLst/>
            </a:prstGeom>
            <a:noFill/>
            <a:ln w="9525" cap="flat" cmpd="sng">
              <a:solidFill>
                <a:srgbClr val="CCCCCC"/>
              </a:solidFill>
              <a:prstDash val="solid"/>
              <a:round/>
              <a:headEnd type="none" w="sm" len="sm"/>
              <a:tailEnd type="stealth" w="med" len="med"/>
            </a:ln>
          </p:spPr>
        </p:cxnSp>
        <p:cxnSp>
          <p:nvCxnSpPr>
            <p:cNvPr id="405" name="Google Shape;187;p1">
              <a:extLst>
                <a:ext uri="{FF2B5EF4-FFF2-40B4-BE49-F238E27FC236}">
                  <a16:creationId xmlns:a16="http://schemas.microsoft.com/office/drawing/2014/main" id="{4303733E-E343-6898-5C28-C7C00A72B1F6}"/>
                </a:ext>
              </a:extLst>
            </p:cNvPr>
            <p:cNvCxnSpPr>
              <a:stCxn id="409" idx="6"/>
              <a:endCxn id="379" idx="2"/>
            </p:cNvCxnSpPr>
            <p:nvPr/>
          </p:nvCxnSpPr>
          <p:spPr>
            <a:xfrm rot="10800000" flipH="1">
              <a:off x="12553633" y="5743151"/>
              <a:ext cx="437100" cy="199800"/>
            </a:xfrm>
            <a:prstGeom prst="straightConnector1">
              <a:avLst/>
            </a:prstGeom>
            <a:noFill/>
            <a:ln w="9525" cap="flat" cmpd="sng">
              <a:solidFill>
                <a:schemeClr val="accent1"/>
              </a:solidFill>
              <a:prstDash val="solid"/>
              <a:round/>
              <a:headEnd type="none" w="sm" len="sm"/>
              <a:tailEnd type="stealth" w="med" len="med"/>
            </a:ln>
          </p:spPr>
        </p:cxnSp>
        <p:cxnSp>
          <p:nvCxnSpPr>
            <p:cNvPr id="406" name="Google Shape;189;p1">
              <a:extLst>
                <a:ext uri="{FF2B5EF4-FFF2-40B4-BE49-F238E27FC236}">
                  <a16:creationId xmlns:a16="http://schemas.microsoft.com/office/drawing/2014/main" id="{2CF2A67E-9765-07D3-385B-9444EDAF2495}"/>
                </a:ext>
              </a:extLst>
            </p:cNvPr>
            <p:cNvCxnSpPr>
              <a:stCxn id="379" idx="7"/>
              <a:endCxn id="377" idx="2"/>
            </p:cNvCxnSpPr>
            <p:nvPr/>
          </p:nvCxnSpPr>
          <p:spPr>
            <a:xfrm rot="10800000" flipH="1">
              <a:off x="13154736" y="5621063"/>
              <a:ext cx="162600" cy="52200"/>
            </a:xfrm>
            <a:prstGeom prst="straightConnector1">
              <a:avLst/>
            </a:prstGeom>
            <a:noFill/>
            <a:ln w="9525" cap="flat" cmpd="sng">
              <a:solidFill>
                <a:srgbClr val="E4E4E3"/>
              </a:solidFill>
              <a:prstDash val="solid"/>
              <a:round/>
              <a:headEnd type="none" w="sm" len="sm"/>
              <a:tailEnd type="stealth" w="med" len="med"/>
            </a:ln>
          </p:spPr>
        </p:cxnSp>
        <p:cxnSp>
          <p:nvCxnSpPr>
            <p:cNvPr id="407" name="Google Shape;190;p1">
              <a:extLst>
                <a:ext uri="{FF2B5EF4-FFF2-40B4-BE49-F238E27FC236}">
                  <a16:creationId xmlns:a16="http://schemas.microsoft.com/office/drawing/2014/main" id="{6E7CE23E-B071-FAC1-683F-782BD9BE683E}"/>
                </a:ext>
              </a:extLst>
            </p:cNvPr>
            <p:cNvCxnSpPr>
              <a:stCxn id="377" idx="6"/>
              <a:endCxn id="378" idx="2"/>
            </p:cNvCxnSpPr>
            <p:nvPr/>
          </p:nvCxnSpPr>
          <p:spPr>
            <a:xfrm rot="10800000" flipH="1">
              <a:off x="13509582" y="5405984"/>
              <a:ext cx="189900" cy="215100"/>
            </a:xfrm>
            <a:prstGeom prst="straightConnector1">
              <a:avLst/>
            </a:prstGeom>
            <a:noFill/>
            <a:ln w="9525" cap="flat" cmpd="sng">
              <a:solidFill>
                <a:srgbClr val="E4E4E3"/>
              </a:solidFill>
              <a:prstDash val="solid"/>
              <a:round/>
              <a:headEnd type="none" w="sm" len="sm"/>
              <a:tailEnd type="stealth" w="med" len="med"/>
            </a:ln>
          </p:spPr>
        </p:cxnSp>
        <p:cxnSp>
          <p:nvCxnSpPr>
            <p:cNvPr id="408" name="Google Shape;191;p1">
              <a:extLst>
                <a:ext uri="{FF2B5EF4-FFF2-40B4-BE49-F238E27FC236}">
                  <a16:creationId xmlns:a16="http://schemas.microsoft.com/office/drawing/2014/main" id="{46F744F0-CD7D-4A16-7A5B-7254BF59815C}"/>
                </a:ext>
              </a:extLst>
            </p:cNvPr>
            <p:cNvCxnSpPr>
              <a:stCxn id="374" idx="6"/>
              <a:endCxn id="375" idx="2"/>
            </p:cNvCxnSpPr>
            <p:nvPr/>
          </p:nvCxnSpPr>
          <p:spPr>
            <a:xfrm rot="10800000" flipH="1">
              <a:off x="12430043" y="5497061"/>
              <a:ext cx="560700" cy="152100"/>
            </a:xfrm>
            <a:prstGeom prst="straightConnector1">
              <a:avLst/>
            </a:prstGeom>
            <a:noFill/>
            <a:ln w="9525" cap="flat" cmpd="sng">
              <a:solidFill>
                <a:srgbClr val="E4E4E3"/>
              </a:solidFill>
              <a:prstDash val="solid"/>
              <a:round/>
              <a:headEnd type="none" w="sm" len="sm"/>
              <a:tailEnd type="stealth" w="med" len="med"/>
            </a:ln>
          </p:spPr>
        </p:cxnSp>
        <p:sp>
          <p:nvSpPr>
            <p:cNvPr id="409" name="Google Shape;188;p1">
              <a:extLst>
                <a:ext uri="{FF2B5EF4-FFF2-40B4-BE49-F238E27FC236}">
                  <a16:creationId xmlns:a16="http://schemas.microsoft.com/office/drawing/2014/main" id="{16B3FDAC-A370-7B0A-20E6-E059EFDC8467}"/>
                </a:ext>
              </a:extLst>
            </p:cNvPr>
            <p:cNvSpPr/>
            <p:nvPr/>
          </p:nvSpPr>
          <p:spPr>
            <a:xfrm>
              <a:off x="12361333" y="5843951"/>
              <a:ext cx="192300" cy="198000"/>
            </a:xfrm>
            <a:prstGeom prst="ellipse">
              <a:avLst/>
            </a:prstGeom>
            <a:solidFill>
              <a:schemeClr val="tx1"/>
            </a:solidFill>
            <a:ln w="9525" cap="flat" cmpd="sng">
              <a:solidFill>
                <a:schemeClr val="dk2"/>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410" name="Google Shape;192;p1">
              <a:extLst>
                <a:ext uri="{FF2B5EF4-FFF2-40B4-BE49-F238E27FC236}">
                  <a16:creationId xmlns:a16="http://schemas.microsoft.com/office/drawing/2014/main" id="{72ECE26F-59F1-B2DD-9D86-696C5703F88A}"/>
                </a:ext>
              </a:extLst>
            </p:cNvPr>
            <p:cNvCxnSpPr>
              <a:stCxn id="375" idx="7"/>
              <a:endCxn id="376" idx="2"/>
            </p:cNvCxnSpPr>
            <p:nvPr/>
          </p:nvCxnSpPr>
          <p:spPr>
            <a:xfrm rot="10800000" flipH="1">
              <a:off x="13154747" y="5328685"/>
              <a:ext cx="174300" cy="98400"/>
            </a:xfrm>
            <a:prstGeom prst="straightConnector1">
              <a:avLst/>
            </a:prstGeom>
            <a:noFill/>
            <a:ln w="9525" cap="flat" cmpd="sng">
              <a:solidFill>
                <a:srgbClr val="E4E4E3"/>
              </a:solidFill>
              <a:prstDash val="solid"/>
              <a:round/>
              <a:headEnd type="none" w="sm" len="sm"/>
              <a:tailEnd type="stealth" w="med" len="med"/>
            </a:ln>
          </p:spPr>
        </p:cxnSp>
        <p:sp>
          <p:nvSpPr>
            <p:cNvPr id="411" name="Google Shape;182;p1">
              <a:extLst>
                <a:ext uri="{FF2B5EF4-FFF2-40B4-BE49-F238E27FC236}">
                  <a16:creationId xmlns:a16="http://schemas.microsoft.com/office/drawing/2014/main" id="{8C405EB5-EB42-1E7B-1DB1-0FCFF35A7C2E}"/>
                </a:ext>
              </a:extLst>
            </p:cNvPr>
            <p:cNvSpPr/>
            <p:nvPr/>
          </p:nvSpPr>
          <p:spPr>
            <a:xfrm>
              <a:off x="12128466" y="579843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412" name="Google Shape;193;p1">
              <a:extLst>
                <a:ext uri="{FF2B5EF4-FFF2-40B4-BE49-F238E27FC236}">
                  <a16:creationId xmlns:a16="http://schemas.microsoft.com/office/drawing/2014/main" id="{16C21543-477E-8151-BFA7-B83A1AB031F8}"/>
                </a:ext>
              </a:extLst>
            </p:cNvPr>
            <p:cNvCxnSpPr>
              <a:stCxn id="390" idx="6"/>
              <a:endCxn id="380" idx="2"/>
            </p:cNvCxnSpPr>
            <p:nvPr/>
          </p:nvCxnSpPr>
          <p:spPr>
            <a:xfrm>
              <a:off x="12002606" y="6583990"/>
              <a:ext cx="1258500" cy="148800"/>
            </a:xfrm>
            <a:prstGeom prst="straightConnector1">
              <a:avLst/>
            </a:prstGeom>
            <a:noFill/>
            <a:ln w="35850" cap="flat" cmpd="sng">
              <a:solidFill>
                <a:srgbClr val="E4E4E3"/>
              </a:solidFill>
              <a:prstDash val="solid"/>
              <a:round/>
              <a:headEnd type="stealth" w="med" len="med"/>
              <a:tailEnd type="none" w="sm" len="sm"/>
            </a:ln>
          </p:spPr>
        </p:cxnSp>
        <p:cxnSp>
          <p:nvCxnSpPr>
            <p:cNvPr id="413" name="Google Shape;194;p1">
              <a:extLst>
                <a:ext uri="{FF2B5EF4-FFF2-40B4-BE49-F238E27FC236}">
                  <a16:creationId xmlns:a16="http://schemas.microsoft.com/office/drawing/2014/main" id="{28A02469-247B-621B-A6DA-8FDB8E4504C5}"/>
                </a:ext>
              </a:extLst>
            </p:cNvPr>
            <p:cNvCxnSpPr>
              <a:stCxn id="381" idx="1"/>
              <a:endCxn id="385" idx="5"/>
            </p:cNvCxnSpPr>
            <p:nvPr/>
          </p:nvCxnSpPr>
          <p:spPr>
            <a:xfrm rot="10800000">
              <a:off x="11729045" y="5839432"/>
              <a:ext cx="1188600" cy="962700"/>
            </a:xfrm>
            <a:prstGeom prst="straightConnector1">
              <a:avLst/>
            </a:prstGeom>
            <a:noFill/>
            <a:ln w="9525" cap="flat" cmpd="sng">
              <a:solidFill>
                <a:srgbClr val="CCCCCC"/>
              </a:solidFill>
              <a:prstDash val="solid"/>
              <a:round/>
              <a:headEnd type="none" w="sm" len="sm"/>
              <a:tailEnd type="stealth" w="med" len="med"/>
            </a:ln>
          </p:spPr>
        </p:cxnSp>
        <p:cxnSp>
          <p:nvCxnSpPr>
            <p:cNvPr id="414" name="Google Shape;195;p1">
              <a:extLst>
                <a:ext uri="{FF2B5EF4-FFF2-40B4-BE49-F238E27FC236}">
                  <a16:creationId xmlns:a16="http://schemas.microsoft.com/office/drawing/2014/main" id="{6EEC45BE-8395-C15A-7871-2A4A978A9CD8}"/>
                </a:ext>
              </a:extLst>
            </p:cNvPr>
            <p:cNvCxnSpPr>
              <a:stCxn id="411" idx="3"/>
              <a:endCxn id="390" idx="7"/>
            </p:cNvCxnSpPr>
            <p:nvPr/>
          </p:nvCxnSpPr>
          <p:spPr>
            <a:xfrm flipH="1">
              <a:off x="11921428" y="5967439"/>
              <a:ext cx="235200" cy="415800"/>
            </a:xfrm>
            <a:prstGeom prst="straightConnector1">
              <a:avLst/>
            </a:prstGeom>
            <a:noFill/>
            <a:ln w="35850" cap="flat" cmpd="sng">
              <a:solidFill>
                <a:srgbClr val="E4E4E3"/>
              </a:solidFill>
              <a:prstDash val="solid"/>
              <a:round/>
              <a:headEnd type="none" w="sm" len="sm"/>
              <a:tailEnd type="stealth" w="med" len="med"/>
            </a:ln>
          </p:spPr>
        </p:cxnSp>
        <p:cxnSp>
          <p:nvCxnSpPr>
            <p:cNvPr id="415" name="Google Shape;196;p1">
              <a:extLst>
                <a:ext uri="{FF2B5EF4-FFF2-40B4-BE49-F238E27FC236}">
                  <a16:creationId xmlns:a16="http://schemas.microsoft.com/office/drawing/2014/main" id="{5FF185B2-0F0B-DD1A-3129-FF37B08141E9}"/>
                </a:ext>
              </a:extLst>
            </p:cNvPr>
            <p:cNvCxnSpPr>
              <a:stCxn id="409" idx="5"/>
              <a:endCxn id="381" idx="1"/>
            </p:cNvCxnSpPr>
            <p:nvPr/>
          </p:nvCxnSpPr>
          <p:spPr>
            <a:xfrm>
              <a:off x="12525471" y="6012955"/>
              <a:ext cx="392100" cy="789300"/>
            </a:xfrm>
            <a:prstGeom prst="straightConnector1">
              <a:avLst/>
            </a:prstGeom>
            <a:noFill/>
            <a:ln w="9525" cap="flat" cmpd="sng">
              <a:solidFill>
                <a:schemeClr val="accent1"/>
              </a:solidFill>
              <a:prstDash val="solid"/>
              <a:round/>
              <a:headEnd type="none" w="sm" len="sm"/>
              <a:tailEnd type="stealth" w="med" len="med"/>
            </a:ln>
          </p:spPr>
        </p:cxnSp>
        <p:cxnSp>
          <p:nvCxnSpPr>
            <p:cNvPr id="416" name="Google Shape;197;p1">
              <a:extLst>
                <a:ext uri="{FF2B5EF4-FFF2-40B4-BE49-F238E27FC236}">
                  <a16:creationId xmlns:a16="http://schemas.microsoft.com/office/drawing/2014/main" id="{0C71DF6E-9D7F-CA12-5948-DECA8551F849}"/>
                </a:ext>
              </a:extLst>
            </p:cNvPr>
            <p:cNvCxnSpPr>
              <a:stCxn id="374" idx="6"/>
              <a:endCxn id="379" idx="2"/>
            </p:cNvCxnSpPr>
            <p:nvPr/>
          </p:nvCxnSpPr>
          <p:spPr>
            <a:xfrm>
              <a:off x="12430043" y="5649161"/>
              <a:ext cx="560700" cy="94200"/>
            </a:xfrm>
            <a:prstGeom prst="straightConnector1">
              <a:avLst/>
            </a:prstGeom>
            <a:noFill/>
            <a:ln w="9525" cap="flat" cmpd="sng">
              <a:solidFill>
                <a:srgbClr val="E4E4E3"/>
              </a:solidFill>
              <a:prstDash val="solid"/>
              <a:round/>
              <a:headEnd type="none" w="sm" len="sm"/>
              <a:tailEnd type="stealth" w="med" len="med"/>
            </a:ln>
          </p:spPr>
        </p:cxnSp>
        <p:cxnSp>
          <p:nvCxnSpPr>
            <p:cNvPr id="417" name="Google Shape;198;p1">
              <a:extLst>
                <a:ext uri="{FF2B5EF4-FFF2-40B4-BE49-F238E27FC236}">
                  <a16:creationId xmlns:a16="http://schemas.microsoft.com/office/drawing/2014/main" id="{6896655C-7430-3B07-4661-09DC9C8595A6}"/>
                </a:ext>
              </a:extLst>
            </p:cNvPr>
            <p:cNvCxnSpPr>
              <a:stCxn id="409" idx="6"/>
              <a:endCxn id="383" idx="2"/>
            </p:cNvCxnSpPr>
            <p:nvPr/>
          </p:nvCxnSpPr>
          <p:spPr>
            <a:xfrm>
              <a:off x="12553633" y="5942951"/>
              <a:ext cx="770400" cy="255300"/>
            </a:xfrm>
            <a:prstGeom prst="straightConnector1">
              <a:avLst/>
            </a:prstGeom>
            <a:noFill/>
            <a:ln w="9525" cap="flat" cmpd="sng">
              <a:solidFill>
                <a:schemeClr val="accent1"/>
              </a:solidFill>
              <a:prstDash val="solid"/>
              <a:round/>
              <a:headEnd type="none" w="sm" len="sm"/>
              <a:tailEnd type="stealth" w="med" len="med"/>
            </a:ln>
          </p:spPr>
        </p:cxnSp>
        <p:cxnSp>
          <p:nvCxnSpPr>
            <p:cNvPr id="418" name="Google Shape;199;p1">
              <a:extLst>
                <a:ext uri="{FF2B5EF4-FFF2-40B4-BE49-F238E27FC236}">
                  <a16:creationId xmlns:a16="http://schemas.microsoft.com/office/drawing/2014/main" id="{49362982-F82F-DECD-6D6A-8EA5B1B2CC0E}"/>
                </a:ext>
              </a:extLst>
            </p:cNvPr>
            <p:cNvCxnSpPr>
              <a:stCxn id="409" idx="3"/>
              <a:endCxn id="390" idx="7"/>
            </p:cNvCxnSpPr>
            <p:nvPr/>
          </p:nvCxnSpPr>
          <p:spPr>
            <a:xfrm flipH="1">
              <a:off x="11921495" y="6012955"/>
              <a:ext cx="468000" cy="370200"/>
            </a:xfrm>
            <a:prstGeom prst="straightConnector1">
              <a:avLst/>
            </a:prstGeom>
            <a:noFill/>
            <a:ln w="9525" cap="flat" cmpd="sng">
              <a:solidFill>
                <a:schemeClr val="accent1"/>
              </a:solidFill>
              <a:prstDash val="solid"/>
              <a:round/>
              <a:headEnd type="none" w="sm" len="sm"/>
              <a:tailEnd type="stealth" w="med" len="med"/>
            </a:ln>
          </p:spPr>
        </p:cxnSp>
        <p:cxnSp>
          <p:nvCxnSpPr>
            <p:cNvPr id="419" name="Google Shape;200;p1">
              <a:extLst>
                <a:ext uri="{FF2B5EF4-FFF2-40B4-BE49-F238E27FC236}">
                  <a16:creationId xmlns:a16="http://schemas.microsoft.com/office/drawing/2014/main" id="{DC62E670-0FC4-CF00-9A35-6E914E90E1BC}"/>
                </a:ext>
              </a:extLst>
            </p:cNvPr>
            <p:cNvCxnSpPr>
              <a:stCxn id="409" idx="6"/>
              <a:endCxn id="380" idx="1"/>
            </p:cNvCxnSpPr>
            <p:nvPr/>
          </p:nvCxnSpPr>
          <p:spPr>
            <a:xfrm>
              <a:off x="12553633" y="5942951"/>
              <a:ext cx="755400" cy="670800"/>
            </a:xfrm>
            <a:prstGeom prst="straightConnector1">
              <a:avLst/>
            </a:prstGeom>
            <a:noFill/>
            <a:ln w="17925" cap="flat" cmpd="sng">
              <a:solidFill>
                <a:schemeClr val="accent1"/>
              </a:solidFill>
              <a:prstDash val="solid"/>
              <a:round/>
              <a:headEnd type="none" w="sm" len="sm"/>
              <a:tailEnd type="stealth" w="med" len="med"/>
            </a:ln>
          </p:spPr>
        </p:cxnSp>
        <p:sp>
          <p:nvSpPr>
            <p:cNvPr id="420" name="Google Shape;201;p1">
              <a:extLst>
                <a:ext uri="{FF2B5EF4-FFF2-40B4-BE49-F238E27FC236}">
                  <a16:creationId xmlns:a16="http://schemas.microsoft.com/office/drawing/2014/main" id="{508AEDD8-016B-5331-25DB-7795C82727AD}"/>
                </a:ext>
              </a:extLst>
            </p:cNvPr>
            <p:cNvSpPr/>
            <p:nvPr/>
          </p:nvSpPr>
          <p:spPr>
            <a:xfrm>
              <a:off x="11451718" y="4524354"/>
              <a:ext cx="1703364" cy="666192"/>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dirty="0">
                  <a:solidFill>
                    <a:schemeClr val="accent1"/>
                  </a:solidFill>
                  <a:latin typeface="Source Sans Pro" panose="020B0503030403020204" pitchFamily="34" charset="0"/>
                  <a:ea typeface="Source Sans Pro" panose="020B0503030403020204" pitchFamily="34" charset="0"/>
                  <a:sym typeface="Helvetica Neue"/>
                </a:rPr>
                <a:t>Sentiment Metrics </a:t>
              </a:r>
              <a:endParaRPr sz="1000" b="0" i="0" u="none" strike="noStrike" cap="none" dirty="0">
                <a:solidFill>
                  <a:schemeClr val="accent1"/>
                </a:solidFill>
                <a:latin typeface="Source Sans Pro" panose="020B0503030403020204" pitchFamily="34" charset="0"/>
                <a:ea typeface="Source Sans Pro" panose="020B0503030403020204" pitchFamily="34" charset="0"/>
                <a:sym typeface="Helvetica Neue"/>
              </a:endParaRPr>
            </a:p>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dirty="0">
                  <a:solidFill>
                    <a:schemeClr val="accent1"/>
                  </a:solidFill>
                  <a:latin typeface="Source Sans Pro" panose="020B0503030403020204" pitchFamily="34" charset="0"/>
                  <a:ea typeface="Source Sans Pro" panose="020B0503030403020204" pitchFamily="34" charset="0"/>
                  <a:sym typeface="Helvetica Neue"/>
                </a:rPr>
                <a:t>………….</a:t>
              </a:r>
              <a:endParaRPr sz="1000" b="0" i="0" u="none" strike="noStrike" cap="none" dirty="0">
                <a:solidFill>
                  <a:schemeClr val="accent1"/>
                </a:solidFill>
                <a:latin typeface="Source Sans Pro" panose="020B0503030403020204" pitchFamily="34" charset="0"/>
                <a:ea typeface="Source Sans Pro" panose="020B0503030403020204" pitchFamily="34" charset="0"/>
                <a:sym typeface="Helvetica Neue"/>
              </a:endParaRPr>
            </a:p>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dirty="0">
                  <a:solidFill>
                    <a:schemeClr val="accent1"/>
                  </a:solidFill>
                  <a:latin typeface="Source Sans Pro" panose="020B0503030403020204" pitchFamily="34" charset="0"/>
                  <a:ea typeface="Source Sans Pro" panose="020B0503030403020204" pitchFamily="34" charset="0"/>
                  <a:sym typeface="Helvetica Neue"/>
                </a:rPr>
                <a:t>…………</a:t>
              </a:r>
              <a:endParaRPr sz="1000" b="0" i="0" u="none" strike="noStrike" cap="none" dirty="0">
                <a:solidFill>
                  <a:schemeClr val="accent1"/>
                </a:solidFill>
                <a:latin typeface="Source Sans Pro" panose="020B0503030403020204" pitchFamily="34" charset="0"/>
                <a:ea typeface="Source Sans Pro" panose="020B0503030403020204" pitchFamily="34" charset="0"/>
                <a:sym typeface="Helvetica Neue"/>
              </a:endParaRPr>
            </a:p>
          </p:txBody>
        </p:sp>
      </p:grpSp>
      <p:sp>
        <p:nvSpPr>
          <p:cNvPr id="421" name="Manipulate Variables">
            <a:extLst>
              <a:ext uri="{FF2B5EF4-FFF2-40B4-BE49-F238E27FC236}">
                <a16:creationId xmlns:a16="http://schemas.microsoft.com/office/drawing/2014/main" id="{B9E43322-ABBD-CFD3-36CD-34C3D9021722}"/>
              </a:ext>
            </a:extLst>
          </p:cNvPr>
          <p:cNvSpPr txBox="1"/>
          <p:nvPr/>
        </p:nvSpPr>
        <p:spPr>
          <a:xfrm>
            <a:off x="9575606" y="9200598"/>
            <a:ext cx="3693319"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External Weight Integration</a:t>
            </a:r>
            <a:endParaRPr dirty="0"/>
          </a:p>
        </p:txBody>
      </p:sp>
      <p:sp>
        <p:nvSpPr>
          <p:cNvPr id="424" name="Layout Suggestions">
            <a:extLst>
              <a:ext uri="{FF2B5EF4-FFF2-40B4-BE49-F238E27FC236}">
                <a16:creationId xmlns:a16="http://schemas.microsoft.com/office/drawing/2014/main" id="{4FA5B60C-A2BC-ADF9-ACD8-C412C1304255}"/>
              </a:ext>
            </a:extLst>
          </p:cNvPr>
          <p:cNvSpPr txBox="1"/>
          <p:nvPr/>
        </p:nvSpPr>
        <p:spPr>
          <a:xfrm>
            <a:off x="3978526" y="1472502"/>
            <a:ext cx="3892248"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t>Network Transform Pipeline</a:t>
            </a:r>
            <a:endParaRPr dirty="0"/>
          </a:p>
        </p:txBody>
      </p:sp>
      <p:sp>
        <p:nvSpPr>
          <p:cNvPr id="426" name="TextBox 425">
            <a:extLst>
              <a:ext uri="{FF2B5EF4-FFF2-40B4-BE49-F238E27FC236}">
                <a16:creationId xmlns:a16="http://schemas.microsoft.com/office/drawing/2014/main" id="{F885E812-3E17-DC1A-60CD-DA130176BD53}"/>
              </a:ext>
            </a:extLst>
          </p:cNvPr>
          <p:cNvSpPr txBox="1"/>
          <p:nvPr/>
        </p:nvSpPr>
        <p:spPr>
          <a:xfrm>
            <a:off x="9601285" y="9463706"/>
            <a:ext cx="4138222" cy="68985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latin typeface="Source Sans Pro" panose="020B0503030403020204" pitchFamily="34" charset="0"/>
                <a:ea typeface="Source Sans Pro" panose="020B0503030403020204" pitchFamily="34" charset="0"/>
              </a:rPr>
              <a:t>The S3 class system allows new analyses like sentiment metric weight schemes to be added without modifying any existing transforms.</a:t>
            </a:r>
            <a:endParaRPr kumimoji="0" lang="en-US" b="0" i="0" u="none" strike="noStrike" cap="none" spc="0" normalizeH="0" baseline="0" dirty="0">
              <a:ln>
                <a:noFill/>
              </a:ln>
              <a:solidFill>
                <a:srgbClr val="4C4C4C"/>
              </a:solidFill>
              <a:effectLst/>
              <a:uFillTx/>
              <a:latin typeface="Source Sans Pro" panose="020B0503030403020204" pitchFamily="34" charset="0"/>
              <a:ea typeface="Source Sans Pro" panose="020B0503030403020204" pitchFamily="34" charset="0"/>
              <a:sym typeface="Source Sans Pro"/>
            </a:endParaRPr>
          </a:p>
        </p:txBody>
      </p:sp>
      <p:sp>
        <p:nvSpPr>
          <p:cNvPr id="6" name="Manipulate Variables">
            <a:extLst>
              <a:ext uri="{FF2B5EF4-FFF2-40B4-BE49-F238E27FC236}">
                <a16:creationId xmlns:a16="http://schemas.microsoft.com/office/drawing/2014/main" id="{6D68EDE5-B40F-B775-7B34-5A4F34C76811}"/>
              </a:ext>
            </a:extLst>
          </p:cNvPr>
          <p:cNvSpPr txBox="1"/>
          <p:nvPr/>
        </p:nvSpPr>
        <p:spPr>
          <a:xfrm>
            <a:off x="9601285" y="4778496"/>
            <a:ext cx="2321148"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model_*_graph()</a:t>
            </a:r>
            <a:endParaRPr dirty="0"/>
          </a:p>
        </p:txBody>
      </p:sp>
      <p:sp>
        <p:nvSpPr>
          <p:cNvPr id="10" name="Manipulate Variables">
            <a:extLst>
              <a:ext uri="{FF2B5EF4-FFF2-40B4-BE49-F238E27FC236}">
                <a16:creationId xmlns:a16="http://schemas.microsoft.com/office/drawing/2014/main" id="{2476B4C6-F28B-2E83-C424-3E8474E34DD5}"/>
              </a:ext>
            </a:extLst>
          </p:cNvPr>
          <p:cNvSpPr txBox="1"/>
          <p:nvPr/>
        </p:nvSpPr>
        <p:spPr>
          <a:xfrm>
            <a:off x="9614079" y="6342872"/>
            <a:ext cx="1808187"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S3 Functions</a:t>
            </a:r>
            <a:endParaRPr dirty="0"/>
          </a:p>
        </p:txBody>
      </p:sp>
      <p:sp>
        <p:nvSpPr>
          <p:cNvPr id="11" name="Create a visual hierarchy. Help users navigate the page with titles, subtitles, and subsubtitles">
            <a:extLst>
              <a:ext uri="{FF2B5EF4-FFF2-40B4-BE49-F238E27FC236}">
                <a16:creationId xmlns:a16="http://schemas.microsoft.com/office/drawing/2014/main" id="{4B3CA8B4-A0C5-62C5-C3C7-ACDC902D13A3}"/>
              </a:ext>
            </a:extLst>
          </p:cNvPr>
          <p:cNvSpPr txBox="1"/>
          <p:nvPr/>
        </p:nvSpPr>
        <p:spPr>
          <a:xfrm>
            <a:off x="9580794" y="6623092"/>
            <a:ext cx="4001355" cy="248931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dirty="0">
                <a:latin typeface="Source Sans Pro" panose="020B0503030403020204" pitchFamily="34" charset="0"/>
                <a:ea typeface="Source Sans Pro" panose="020B0503030403020204" pitchFamily="34" charset="0"/>
              </a:rPr>
              <a:t>Examples of S3 Generic functions:</a:t>
            </a:r>
            <a:endParaRPr lang="en-US" dirty="0">
              <a:latin typeface="Source Sans Pro" panose="020B0503030403020204" pitchFamily="34" charset="0"/>
              <a:ea typeface="Source Sans Pro" panose="020B0503030403020204" pitchFamily="34" charset="0"/>
              <a:sym typeface="Source Sans Pro"/>
            </a:endParaRP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1" dirty="0">
                <a:latin typeface="Source Sans Pro"/>
                <a:ea typeface="Source Sans Pro"/>
                <a:cs typeface="Source Sans Pro"/>
                <a:sym typeface="Source Sans Pro"/>
              </a:rPr>
              <a:t>1. bipartite_graph_projection()</a:t>
            </a: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dirty="0">
                <a:latin typeface="Source Sans Pro"/>
                <a:ea typeface="Source Sans Pro"/>
                <a:cs typeface="Source Sans Pro"/>
                <a:sym typeface="Source Sans Pro"/>
              </a:rPr>
              <a:t>Performs a bipartite projection on a multimodal graph</a:t>
            </a: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1" dirty="0">
                <a:latin typeface="Source Sans Pro"/>
                <a:ea typeface="Source Sans Pro"/>
                <a:cs typeface="Source Sans Pro"/>
                <a:sym typeface="Source Sans Pro"/>
              </a:rPr>
              <a:t>2. temporal_graph_projection()</a:t>
            </a: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a:solidFill>
                  <a:srgbClr val="000000"/>
                </a:solidFill>
                <a:latin typeface="Source Sans Pro" panose="020B0503030403020204" pitchFamily="34" charset="0"/>
                <a:ea typeface="Source Sans Pro" panose="020B0503030403020204" pitchFamily="34" charset="0"/>
                <a:sym typeface="Source Sans Pro Light"/>
              </a:rPr>
              <a:t>Performs a temporal projection on a multimodal graph</a:t>
            </a:r>
            <a:endParaRPr lang="en-US" b="1" dirty="0">
              <a:latin typeface="Source Sans Pro"/>
              <a:ea typeface="Source Sans Pro"/>
              <a:cs typeface="Source Sans Pro"/>
              <a:sym typeface="Source Sans Pro"/>
            </a:endParaRP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1" dirty="0">
                <a:latin typeface="Source Sans Pro"/>
                <a:ea typeface="Source Sans Pro"/>
                <a:cs typeface="Source Sans Pro"/>
                <a:sym typeface="Source Sans Pro"/>
              </a:rPr>
              <a:t>3. graph_to_dsmj()</a:t>
            </a: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dirty="0">
                <a:latin typeface="Source Sans Pro" panose="020B0503030403020204" pitchFamily="34" charset="0"/>
                <a:ea typeface="Source Sans Pro" panose="020B0503030403020204" pitchFamily="34" charset="0"/>
              </a:rPr>
              <a:t>Exports graph to .dsmj file</a:t>
            </a:r>
            <a:endParaRPr lang="en-US" b="1" dirty="0">
              <a:latin typeface="Source Sans Pro" panose="020B0503030403020204" pitchFamily="34" charset="0"/>
              <a:ea typeface="Source Sans Pro" panose="020B0503030403020204" pitchFamily="34" charset="0"/>
              <a:sym typeface="Source Sans Pro"/>
            </a:endParaRP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endParaRPr lang="en-US" b="1" dirty="0">
              <a:latin typeface="Source Sans Pro"/>
              <a:ea typeface="Source Sans Pro"/>
              <a:cs typeface="Source Sans Pro"/>
              <a:sym typeface="Source Sans Pro"/>
            </a:endParaRP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dirty="0">
                <a:latin typeface="Source Sans Pro" panose="020B0503030403020204" pitchFamily="34" charset="0"/>
                <a:ea typeface="Source Sans Pro" panose="020B0503030403020204" pitchFamily="34" charset="0"/>
              </a:rPr>
              <a:t>Examples of S3 Auxiliary Functions:</a:t>
            </a:r>
            <a:endParaRPr lang="en-US" b="1" dirty="0">
              <a:latin typeface="Source Sans Pro" panose="020B0503030403020204" pitchFamily="34" charset="0"/>
              <a:ea typeface="Source Sans Pro" panose="020B0503030403020204" pitchFamily="34" charset="0"/>
              <a:sym typeface="Source Sans Pro"/>
            </a:endParaRP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1" dirty="0">
                <a:latin typeface="Source Sans Pro"/>
                <a:ea typeface="Source Sans Pro"/>
                <a:cs typeface="Source Sans Pro"/>
                <a:sym typeface="Source Sans Pro"/>
              </a:rPr>
              <a:t>4. subset_bipartite_from_multimodal()</a:t>
            </a: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dirty="0">
                <a:latin typeface="Source Sans Pro" panose="020B0503030403020204" pitchFamily="34" charset="0"/>
                <a:ea typeface="Source Sans Pro" panose="020B0503030403020204" pitchFamily="34" charset="0"/>
              </a:rPr>
              <a:t>Slices a bipartite graph from a multimodal graph to do projection analyses</a:t>
            </a:r>
            <a:endParaRPr dirty="0">
              <a:latin typeface="Source Sans Pro" panose="020B0503030403020204" pitchFamily="34" charset="0"/>
              <a:ea typeface="Source Sans Pro" panose="020B0503030403020204" pitchFamily="34" charset="0"/>
              <a:sym typeface="Source Sans Pro"/>
            </a:endParaRPr>
          </a:p>
        </p:txBody>
      </p:sp>
      <p:grpSp>
        <p:nvGrpSpPr>
          <p:cNvPr id="317" name="Google Shape;156;p1">
            <a:extLst>
              <a:ext uri="{FF2B5EF4-FFF2-40B4-BE49-F238E27FC236}">
                <a16:creationId xmlns:a16="http://schemas.microsoft.com/office/drawing/2014/main" id="{61A1F44F-DE0D-407A-7B6D-49732C390637}"/>
              </a:ext>
            </a:extLst>
          </p:cNvPr>
          <p:cNvGrpSpPr/>
          <p:nvPr/>
        </p:nvGrpSpPr>
        <p:grpSpPr>
          <a:xfrm>
            <a:off x="3874378" y="6209850"/>
            <a:ext cx="1872009" cy="1105581"/>
            <a:chOff x="10592773" y="5229745"/>
            <a:chExt cx="3298954" cy="1741391"/>
          </a:xfrm>
        </p:grpSpPr>
        <p:sp>
          <p:nvSpPr>
            <p:cNvPr id="318" name="Google Shape;157;p1">
              <a:extLst>
                <a:ext uri="{FF2B5EF4-FFF2-40B4-BE49-F238E27FC236}">
                  <a16:creationId xmlns:a16="http://schemas.microsoft.com/office/drawing/2014/main" id="{E50EDEAC-63BE-6B01-E693-03339087DBFA}"/>
                </a:ext>
              </a:extLst>
            </p:cNvPr>
            <p:cNvSpPr/>
            <p:nvPr/>
          </p:nvSpPr>
          <p:spPr>
            <a:xfrm>
              <a:off x="12237743" y="5550161"/>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20" name="Google Shape;158;p1">
              <a:extLst>
                <a:ext uri="{FF2B5EF4-FFF2-40B4-BE49-F238E27FC236}">
                  <a16:creationId xmlns:a16="http://schemas.microsoft.com/office/drawing/2014/main" id="{46AD3766-26A7-1477-78EB-795A03024FF2}"/>
                </a:ext>
              </a:extLst>
            </p:cNvPr>
            <p:cNvSpPr/>
            <p:nvPr/>
          </p:nvSpPr>
          <p:spPr>
            <a:xfrm>
              <a:off x="12990609" y="5398089"/>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21" name="Google Shape;159;p1">
              <a:extLst>
                <a:ext uri="{FF2B5EF4-FFF2-40B4-BE49-F238E27FC236}">
                  <a16:creationId xmlns:a16="http://schemas.microsoft.com/office/drawing/2014/main" id="{F54EEE11-974E-F3EA-F402-4FC74A7F68ED}"/>
                </a:ext>
              </a:extLst>
            </p:cNvPr>
            <p:cNvSpPr/>
            <p:nvPr/>
          </p:nvSpPr>
          <p:spPr>
            <a:xfrm>
              <a:off x="13329043" y="522974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22" name="Google Shape;160;p1">
              <a:extLst>
                <a:ext uri="{FF2B5EF4-FFF2-40B4-BE49-F238E27FC236}">
                  <a16:creationId xmlns:a16="http://schemas.microsoft.com/office/drawing/2014/main" id="{FB33E8A5-AF01-A692-061D-936BCBF6D9A6}"/>
                </a:ext>
              </a:extLst>
            </p:cNvPr>
            <p:cNvSpPr/>
            <p:nvPr/>
          </p:nvSpPr>
          <p:spPr>
            <a:xfrm>
              <a:off x="13317282" y="5522084"/>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25" name="Google Shape;161;p1">
              <a:extLst>
                <a:ext uri="{FF2B5EF4-FFF2-40B4-BE49-F238E27FC236}">
                  <a16:creationId xmlns:a16="http://schemas.microsoft.com/office/drawing/2014/main" id="{CF331207-B7BF-8D21-F75E-E3E447EFD500}"/>
                </a:ext>
              </a:extLst>
            </p:cNvPr>
            <p:cNvSpPr/>
            <p:nvPr/>
          </p:nvSpPr>
          <p:spPr>
            <a:xfrm>
              <a:off x="13699427" y="5306906"/>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27" name="Google Shape;162;p1">
              <a:extLst>
                <a:ext uri="{FF2B5EF4-FFF2-40B4-BE49-F238E27FC236}">
                  <a16:creationId xmlns:a16="http://schemas.microsoft.com/office/drawing/2014/main" id="{E6C2E748-4E36-E6CF-E25A-5D8FD56D5D1C}"/>
                </a:ext>
              </a:extLst>
            </p:cNvPr>
            <p:cNvSpPr/>
            <p:nvPr/>
          </p:nvSpPr>
          <p:spPr>
            <a:xfrm>
              <a:off x="12990598" y="5644267"/>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28" name="Google Shape;163;p1">
              <a:extLst>
                <a:ext uri="{FF2B5EF4-FFF2-40B4-BE49-F238E27FC236}">
                  <a16:creationId xmlns:a16="http://schemas.microsoft.com/office/drawing/2014/main" id="{44C0ABEA-48D4-929E-E4F6-F5F2833C48B7}"/>
                </a:ext>
              </a:extLst>
            </p:cNvPr>
            <p:cNvSpPr/>
            <p:nvPr/>
          </p:nvSpPr>
          <p:spPr>
            <a:xfrm>
              <a:off x="13261106" y="6564434"/>
              <a:ext cx="328200" cy="3369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29" name="Google Shape;164;p1">
              <a:extLst>
                <a:ext uri="{FF2B5EF4-FFF2-40B4-BE49-F238E27FC236}">
                  <a16:creationId xmlns:a16="http://schemas.microsoft.com/office/drawing/2014/main" id="{38FF6152-E82B-0534-1B9C-99933F2F887A}"/>
                </a:ext>
              </a:extLst>
            </p:cNvPr>
            <p:cNvSpPr/>
            <p:nvPr/>
          </p:nvSpPr>
          <p:spPr>
            <a:xfrm>
              <a:off x="12889483" y="6773136"/>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31" name="Google Shape;165;p1">
              <a:extLst>
                <a:ext uri="{FF2B5EF4-FFF2-40B4-BE49-F238E27FC236}">
                  <a16:creationId xmlns:a16="http://schemas.microsoft.com/office/drawing/2014/main" id="{D5D861E5-3E42-81F8-4FFA-16D295C2292E}"/>
                </a:ext>
              </a:extLst>
            </p:cNvPr>
            <p:cNvSpPr/>
            <p:nvPr/>
          </p:nvSpPr>
          <p:spPr>
            <a:xfrm>
              <a:off x="13324166" y="6099152"/>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32" name="Google Shape;166;p1">
              <a:extLst>
                <a:ext uri="{FF2B5EF4-FFF2-40B4-BE49-F238E27FC236}">
                  <a16:creationId xmlns:a16="http://schemas.microsoft.com/office/drawing/2014/main" id="{1D55947E-D66F-662F-3F2C-D3F7F1E775B2}"/>
                </a:ext>
              </a:extLst>
            </p:cNvPr>
            <p:cNvSpPr/>
            <p:nvPr/>
          </p:nvSpPr>
          <p:spPr>
            <a:xfrm>
              <a:off x="11468140" y="5576165"/>
              <a:ext cx="305700" cy="308400"/>
            </a:xfrm>
            <a:prstGeom prst="ellipse">
              <a:avLst/>
            </a:prstGeom>
            <a:solidFill>
              <a:srgbClr val="E4E4E3"/>
            </a:solidFill>
            <a:ln w="179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33" name="Google Shape;167;p1">
              <a:extLst>
                <a:ext uri="{FF2B5EF4-FFF2-40B4-BE49-F238E27FC236}">
                  <a16:creationId xmlns:a16="http://schemas.microsoft.com/office/drawing/2014/main" id="{D8C9CC09-6EF0-B3CC-80DB-50F3A9679A7B}"/>
                </a:ext>
              </a:extLst>
            </p:cNvPr>
            <p:cNvSpPr/>
            <p:nvPr/>
          </p:nvSpPr>
          <p:spPr>
            <a:xfrm>
              <a:off x="10719482" y="592538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35" name="Google Shape;168;p1">
              <a:extLst>
                <a:ext uri="{FF2B5EF4-FFF2-40B4-BE49-F238E27FC236}">
                  <a16:creationId xmlns:a16="http://schemas.microsoft.com/office/drawing/2014/main" id="{67A629C2-53F3-8E00-2D06-FE11561F21FD}"/>
                </a:ext>
              </a:extLst>
            </p:cNvPr>
            <p:cNvSpPr/>
            <p:nvPr/>
          </p:nvSpPr>
          <p:spPr>
            <a:xfrm>
              <a:off x="11061232" y="5405652"/>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36" name="Google Shape;169;p1">
              <a:extLst>
                <a:ext uri="{FF2B5EF4-FFF2-40B4-BE49-F238E27FC236}">
                  <a16:creationId xmlns:a16="http://schemas.microsoft.com/office/drawing/2014/main" id="{E0DEEF17-C92D-B03B-D1FD-86FFFF2C1C9D}"/>
                </a:ext>
              </a:extLst>
            </p:cNvPr>
            <p:cNvSpPr/>
            <p:nvPr/>
          </p:nvSpPr>
          <p:spPr>
            <a:xfrm>
              <a:off x="10592773" y="6139937"/>
              <a:ext cx="274500" cy="2763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37" name="Google Shape;170;p1">
              <a:extLst>
                <a:ext uri="{FF2B5EF4-FFF2-40B4-BE49-F238E27FC236}">
                  <a16:creationId xmlns:a16="http://schemas.microsoft.com/office/drawing/2014/main" id="{B5A1229E-1E35-81B2-AD6A-5E771A7352B9}"/>
                </a:ext>
              </a:extLst>
            </p:cNvPr>
            <p:cNvSpPr/>
            <p:nvPr/>
          </p:nvSpPr>
          <p:spPr>
            <a:xfrm>
              <a:off x="11037864" y="6333062"/>
              <a:ext cx="192300" cy="198000"/>
            </a:xfrm>
            <a:prstGeom prst="ellipse">
              <a:avLst/>
            </a:prstGeom>
            <a:solidFill>
              <a:srgbClr val="D9D9D9"/>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38" name="Google Shape;171;p1">
              <a:extLst>
                <a:ext uri="{FF2B5EF4-FFF2-40B4-BE49-F238E27FC236}">
                  <a16:creationId xmlns:a16="http://schemas.microsoft.com/office/drawing/2014/main" id="{5440311C-BC8D-ADF0-DB5A-DEB538CFE867}"/>
                </a:ext>
              </a:extLst>
            </p:cNvPr>
            <p:cNvSpPr/>
            <p:nvPr/>
          </p:nvSpPr>
          <p:spPr>
            <a:xfrm>
              <a:off x="11449106" y="6300040"/>
              <a:ext cx="553500" cy="567900"/>
            </a:xfrm>
            <a:prstGeom prst="ellipse">
              <a:avLst/>
            </a:prstGeom>
            <a:solidFill>
              <a:schemeClr val="bg2">
                <a:lumMod val="10000"/>
              </a:schemeClr>
            </a:solidFill>
            <a:ln w="26900"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339" name="Google Shape;172;p1">
              <a:extLst>
                <a:ext uri="{FF2B5EF4-FFF2-40B4-BE49-F238E27FC236}">
                  <a16:creationId xmlns:a16="http://schemas.microsoft.com/office/drawing/2014/main" id="{7009A6FE-E72B-46E8-8CE3-98D6323313A8}"/>
                </a:ext>
              </a:extLst>
            </p:cNvPr>
            <p:cNvCxnSpPr>
              <a:stCxn id="318" idx="2"/>
              <a:endCxn id="332" idx="6"/>
            </p:cNvCxnSpPr>
            <p:nvPr/>
          </p:nvCxnSpPr>
          <p:spPr>
            <a:xfrm flipH="1">
              <a:off x="11773943" y="5649161"/>
              <a:ext cx="463800" cy="81300"/>
            </a:xfrm>
            <a:prstGeom prst="straightConnector1">
              <a:avLst/>
            </a:prstGeom>
            <a:noFill/>
            <a:ln w="9525" cap="flat" cmpd="sng">
              <a:solidFill>
                <a:srgbClr val="CCCCCC"/>
              </a:solidFill>
              <a:prstDash val="solid"/>
              <a:round/>
              <a:headEnd type="none" w="sm" len="sm"/>
              <a:tailEnd type="stealth" w="med" len="med"/>
            </a:ln>
          </p:spPr>
        </p:cxnSp>
        <p:cxnSp>
          <p:nvCxnSpPr>
            <p:cNvPr id="340" name="Google Shape;173;p1">
              <a:extLst>
                <a:ext uri="{FF2B5EF4-FFF2-40B4-BE49-F238E27FC236}">
                  <a16:creationId xmlns:a16="http://schemas.microsoft.com/office/drawing/2014/main" id="{55A1894E-8D13-7524-7E77-376AAB6541A5}"/>
                </a:ext>
              </a:extLst>
            </p:cNvPr>
            <p:cNvCxnSpPr>
              <a:stCxn id="332" idx="2"/>
              <a:endCxn id="353" idx="6"/>
            </p:cNvCxnSpPr>
            <p:nvPr/>
          </p:nvCxnSpPr>
          <p:spPr>
            <a:xfrm flipH="1">
              <a:off x="11113540" y="5730365"/>
              <a:ext cx="354600" cy="30600"/>
            </a:xfrm>
            <a:prstGeom prst="straightConnector1">
              <a:avLst/>
            </a:prstGeom>
            <a:noFill/>
            <a:ln w="9525" cap="flat" cmpd="sng">
              <a:solidFill>
                <a:srgbClr val="CCCCCC"/>
              </a:solidFill>
              <a:prstDash val="solid"/>
              <a:round/>
              <a:headEnd type="none" w="sm" len="sm"/>
              <a:tailEnd type="stealth" w="med" len="med"/>
            </a:ln>
          </p:spPr>
        </p:cxnSp>
        <p:cxnSp>
          <p:nvCxnSpPr>
            <p:cNvPr id="343" name="Google Shape;175;p1">
              <a:extLst>
                <a:ext uri="{FF2B5EF4-FFF2-40B4-BE49-F238E27FC236}">
                  <a16:creationId xmlns:a16="http://schemas.microsoft.com/office/drawing/2014/main" id="{F2B0113D-E36E-5DA0-16C1-FE26D59A7E95}"/>
                </a:ext>
              </a:extLst>
            </p:cNvPr>
            <p:cNvCxnSpPr>
              <a:stCxn id="338" idx="1"/>
              <a:endCxn id="350" idx="5"/>
            </p:cNvCxnSpPr>
            <p:nvPr/>
          </p:nvCxnSpPr>
          <p:spPr>
            <a:xfrm rot="10800000">
              <a:off x="11390064" y="6170507"/>
              <a:ext cx="140100" cy="212700"/>
            </a:xfrm>
            <a:prstGeom prst="straightConnector1">
              <a:avLst/>
            </a:prstGeom>
            <a:noFill/>
            <a:ln w="9525" cap="flat" cmpd="sng">
              <a:solidFill>
                <a:srgbClr val="CCCCCC"/>
              </a:solidFill>
              <a:prstDash val="solid"/>
              <a:round/>
              <a:headEnd type="none" w="sm" len="sm"/>
              <a:tailEnd type="stealth" w="med" len="med"/>
            </a:ln>
          </p:spPr>
        </p:cxnSp>
        <p:cxnSp>
          <p:nvCxnSpPr>
            <p:cNvPr id="344" name="Google Shape;177;p1">
              <a:extLst>
                <a:ext uri="{FF2B5EF4-FFF2-40B4-BE49-F238E27FC236}">
                  <a16:creationId xmlns:a16="http://schemas.microsoft.com/office/drawing/2014/main" id="{E4A5A379-06E3-FD85-20DA-68E9BD95AFBA}"/>
                </a:ext>
              </a:extLst>
            </p:cNvPr>
            <p:cNvCxnSpPr>
              <a:stCxn id="338" idx="2"/>
              <a:endCxn id="337" idx="5"/>
            </p:cNvCxnSpPr>
            <p:nvPr/>
          </p:nvCxnSpPr>
          <p:spPr>
            <a:xfrm rot="10800000">
              <a:off x="11201906" y="6502090"/>
              <a:ext cx="247200" cy="81900"/>
            </a:xfrm>
            <a:prstGeom prst="straightConnector1">
              <a:avLst/>
            </a:prstGeom>
            <a:noFill/>
            <a:ln w="9525" cap="flat" cmpd="sng">
              <a:solidFill>
                <a:srgbClr val="CCCCCC"/>
              </a:solidFill>
              <a:prstDash val="solid"/>
              <a:round/>
              <a:headEnd type="none" w="sm" len="sm"/>
              <a:tailEnd type="stealth" w="med" len="med"/>
            </a:ln>
          </p:spPr>
        </p:cxnSp>
        <p:cxnSp>
          <p:nvCxnSpPr>
            <p:cNvPr id="345" name="Google Shape;178;p1">
              <a:extLst>
                <a:ext uri="{FF2B5EF4-FFF2-40B4-BE49-F238E27FC236}">
                  <a16:creationId xmlns:a16="http://schemas.microsoft.com/office/drawing/2014/main" id="{6276DA4F-8C01-2167-7172-62933609420A}"/>
                </a:ext>
              </a:extLst>
            </p:cNvPr>
            <p:cNvCxnSpPr>
              <a:stCxn id="337" idx="2"/>
              <a:endCxn id="336" idx="6"/>
            </p:cNvCxnSpPr>
            <p:nvPr/>
          </p:nvCxnSpPr>
          <p:spPr>
            <a:xfrm rot="10800000">
              <a:off x="10867164" y="6278162"/>
              <a:ext cx="170700" cy="153900"/>
            </a:xfrm>
            <a:prstGeom prst="straightConnector1">
              <a:avLst/>
            </a:prstGeom>
            <a:noFill/>
            <a:ln w="9525" cap="flat" cmpd="sng">
              <a:solidFill>
                <a:srgbClr val="B7B7B7"/>
              </a:solidFill>
              <a:prstDash val="solid"/>
              <a:round/>
              <a:headEnd type="none" w="sm" len="sm"/>
              <a:tailEnd type="stealth" w="med" len="med"/>
            </a:ln>
          </p:spPr>
        </p:cxnSp>
        <p:cxnSp>
          <p:nvCxnSpPr>
            <p:cNvPr id="346" name="Google Shape;179;p1">
              <a:extLst>
                <a:ext uri="{FF2B5EF4-FFF2-40B4-BE49-F238E27FC236}">
                  <a16:creationId xmlns:a16="http://schemas.microsoft.com/office/drawing/2014/main" id="{D95B442C-BCB3-277F-ED3E-E71EF25F9B1B}"/>
                </a:ext>
              </a:extLst>
            </p:cNvPr>
            <p:cNvCxnSpPr>
              <a:stCxn id="350" idx="2"/>
              <a:endCxn id="333" idx="5"/>
            </p:cNvCxnSpPr>
            <p:nvPr/>
          </p:nvCxnSpPr>
          <p:spPr>
            <a:xfrm rot="10800000">
              <a:off x="10883737" y="6094319"/>
              <a:ext cx="342300" cy="6300"/>
            </a:xfrm>
            <a:prstGeom prst="straightConnector1">
              <a:avLst/>
            </a:prstGeom>
            <a:noFill/>
            <a:ln w="9525" cap="flat" cmpd="sng">
              <a:solidFill>
                <a:srgbClr val="CCCCCC"/>
              </a:solidFill>
              <a:prstDash val="solid"/>
              <a:round/>
              <a:headEnd type="none" w="sm" len="sm"/>
              <a:tailEnd type="stealth" w="med" len="med"/>
            </a:ln>
          </p:spPr>
        </p:cxnSp>
        <p:cxnSp>
          <p:nvCxnSpPr>
            <p:cNvPr id="347" name="Google Shape;180;p1">
              <a:extLst>
                <a:ext uri="{FF2B5EF4-FFF2-40B4-BE49-F238E27FC236}">
                  <a16:creationId xmlns:a16="http://schemas.microsoft.com/office/drawing/2014/main" id="{55F5375F-E959-44F0-DD83-6EA2076D0229}"/>
                </a:ext>
              </a:extLst>
            </p:cNvPr>
            <p:cNvCxnSpPr>
              <a:stCxn id="332" idx="1"/>
              <a:endCxn id="335" idx="5"/>
            </p:cNvCxnSpPr>
            <p:nvPr/>
          </p:nvCxnSpPr>
          <p:spPr>
            <a:xfrm rot="10800000">
              <a:off x="11225509" y="5574529"/>
              <a:ext cx="287400" cy="46800"/>
            </a:xfrm>
            <a:prstGeom prst="straightConnector1">
              <a:avLst/>
            </a:prstGeom>
            <a:noFill/>
            <a:ln w="9525" cap="flat" cmpd="sng">
              <a:solidFill>
                <a:srgbClr val="CCCCCC"/>
              </a:solidFill>
              <a:prstDash val="solid"/>
              <a:round/>
              <a:headEnd type="none" w="sm" len="sm"/>
              <a:tailEnd type="stealth" w="med" len="med"/>
            </a:ln>
          </p:spPr>
        </p:cxnSp>
        <p:cxnSp>
          <p:nvCxnSpPr>
            <p:cNvPr id="348" name="Google Shape;181;p1">
              <a:extLst>
                <a:ext uri="{FF2B5EF4-FFF2-40B4-BE49-F238E27FC236}">
                  <a16:creationId xmlns:a16="http://schemas.microsoft.com/office/drawing/2014/main" id="{AFDB6B29-D260-9544-4610-46E76C0BF7BB}"/>
                </a:ext>
              </a:extLst>
            </p:cNvPr>
            <p:cNvCxnSpPr>
              <a:stCxn id="361" idx="2"/>
              <a:endCxn id="350" idx="6"/>
            </p:cNvCxnSpPr>
            <p:nvPr/>
          </p:nvCxnSpPr>
          <p:spPr>
            <a:xfrm flipH="1">
              <a:off x="11418366" y="5897435"/>
              <a:ext cx="710100" cy="203100"/>
            </a:xfrm>
            <a:prstGeom prst="straightConnector1">
              <a:avLst/>
            </a:prstGeom>
            <a:noFill/>
            <a:ln w="9525" cap="flat" cmpd="sng">
              <a:solidFill>
                <a:srgbClr val="CCCCCC"/>
              </a:solidFill>
              <a:prstDash val="solid"/>
              <a:round/>
              <a:headEnd type="none" w="sm" len="sm"/>
              <a:tailEnd type="stealth" w="med" len="med"/>
            </a:ln>
          </p:spPr>
        </p:cxnSp>
        <p:cxnSp>
          <p:nvCxnSpPr>
            <p:cNvPr id="349" name="Google Shape;183;p1">
              <a:extLst>
                <a:ext uri="{FF2B5EF4-FFF2-40B4-BE49-F238E27FC236}">
                  <a16:creationId xmlns:a16="http://schemas.microsoft.com/office/drawing/2014/main" id="{6C2BC84A-0682-238F-9DD0-D25665075707}"/>
                </a:ext>
              </a:extLst>
            </p:cNvPr>
            <p:cNvCxnSpPr>
              <a:stCxn id="361" idx="2"/>
              <a:endCxn id="333" idx="6"/>
            </p:cNvCxnSpPr>
            <p:nvPr/>
          </p:nvCxnSpPr>
          <p:spPr>
            <a:xfrm flipH="1">
              <a:off x="10911666" y="5897435"/>
              <a:ext cx="1216800" cy="126900"/>
            </a:xfrm>
            <a:prstGeom prst="straightConnector1">
              <a:avLst/>
            </a:prstGeom>
            <a:noFill/>
            <a:ln w="9525" cap="flat" cmpd="sng">
              <a:solidFill>
                <a:srgbClr val="CCCCCC"/>
              </a:solidFill>
              <a:prstDash val="solid"/>
              <a:round/>
              <a:headEnd type="none" w="sm" len="sm"/>
              <a:tailEnd type="stealth" w="med" len="med"/>
            </a:ln>
          </p:spPr>
        </p:cxnSp>
        <p:sp>
          <p:nvSpPr>
            <p:cNvPr id="350" name="Google Shape;176;p1">
              <a:extLst>
                <a:ext uri="{FF2B5EF4-FFF2-40B4-BE49-F238E27FC236}">
                  <a16:creationId xmlns:a16="http://schemas.microsoft.com/office/drawing/2014/main" id="{E6B13026-7365-CBC8-755B-1B42B24B6336}"/>
                </a:ext>
              </a:extLst>
            </p:cNvPr>
            <p:cNvSpPr/>
            <p:nvPr/>
          </p:nvSpPr>
          <p:spPr>
            <a:xfrm>
              <a:off x="11226037" y="6001619"/>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351" name="Google Shape;184;p1">
              <a:extLst>
                <a:ext uri="{FF2B5EF4-FFF2-40B4-BE49-F238E27FC236}">
                  <a16:creationId xmlns:a16="http://schemas.microsoft.com/office/drawing/2014/main" id="{1929F80A-C0C6-D844-974C-B8CE8A177BCC}"/>
                </a:ext>
              </a:extLst>
            </p:cNvPr>
            <p:cNvCxnSpPr>
              <a:stCxn id="318" idx="2"/>
              <a:endCxn id="337" idx="7"/>
            </p:cNvCxnSpPr>
            <p:nvPr/>
          </p:nvCxnSpPr>
          <p:spPr>
            <a:xfrm flipH="1">
              <a:off x="11202143" y="5649161"/>
              <a:ext cx="1035600" cy="712800"/>
            </a:xfrm>
            <a:prstGeom prst="straightConnector1">
              <a:avLst/>
            </a:prstGeom>
            <a:noFill/>
            <a:ln w="9525" cap="flat" cmpd="sng">
              <a:solidFill>
                <a:srgbClr val="CCCCCC"/>
              </a:solidFill>
              <a:prstDash val="solid"/>
              <a:round/>
              <a:headEnd type="none" w="sm" len="sm"/>
              <a:tailEnd type="stealth" w="med" len="med"/>
            </a:ln>
          </p:spPr>
        </p:cxnSp>
        <p:cxnSp>
          <p:nvCxnSpPr>
            <p:cNvPr id="352" name="Google Shape;185;p1">
              <a:extLst>
                <a:ext uri="{FF2B5EF4-FFF2-40B4-BE49-F238E27FC236}">
                  <a16:creationId xmlns:a16="http://schemas.microsoft.com/office/drawing/2014/main" id="{E9370D6B-6357-3138-972F-BFED69D59155}"/>
                </a:ext>
              </a:extLst>
            </p:cNvPr>
            <p:cNvCxnSpPr>
              <a:stCxn id="318" idx="5"/>
              <a:endCxn id="328" idx="1"/>
            </p:cNvCxnSpPr>
            <p:nvPr/>
          </p:nvCxnSpPr>
          <p:spPr>
            <a:xfrm>
              <a:off x="12401881" y="5719165"/>
              <a:ext cx="907200" cy="894600"/>
            </a:xfrm>
            <a:prstGeom prst="straightConnector1">
              <a:avLst/>
            </a:prstGeom>
            <a:noFill/>
            <a:ln w="17925" cap="flat" cmpd="sng">
              <a:solidFill>
                <a:srgbClr val="D9D9D9"/>
              </a:solidFill>
              <a:prstDash val="solid"/>
              <a:round/>
              <a:headEnd type="none" w="sm" len="sm"/>
              <a:tailEnd type="stealth" w="med" len="med"/>
            </a:ln>
          </p:spPr>
        </p:cxnSp>
        <p:sp>
          <p:nvSpPr>
            <p:cNvPr id="353" name="Google Shape;174;p1">
              <a:extLst>
                <a:ext uri="{FF2B5EF4-FFF2-40B4-BE49-F238E27FC236}">
                  <a16:creationId xmlns:a16="http://schemas.microsoft.com/office/drawing/2014/main" id="{3458CFDC-6B29-7C7C-54B3-F6C92EA3DE52}"/>
                </a:ext>
              </a:extLst>
            </p:cNvPr>
            <p:cNvSpPr/>
            <p:nvPr/>
          </p:nvSpPr>
          <p:spPr>
            <a:xfrm>
              <a:off x="10921235" y="566202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354" name="Google Shape;186;p1">
              <a:extLst>
                <a:ext uri="{FF2B5EF4-FFF2-40B4-BE49-F238E27FC236}">
                  <a16:creationId xmlns:a16="http://schemas.microsoft.com/office/drawing/2014/main" id="{9F5F9874-8F42-C3D3-5CD0-2C7EAF51659A}"/>
                </a:ext>
              </a:extLst>
            </p:cNvPr>
            <p:cNvCxnSpPr>
              <a:stCxn id="361" idx="2"/>
              <a:endCxn id="337" idx="6"/>
            </p:cNvCxnSpPr>
            <p:nvPr/>
          </p:nvCxnSpPr>
          <p:spPr>
            <a:xfrm flipH="1">
              <a:off x="11230266" y="5897435"/>
              <a:ext cx="898200" cy="534600"/>
            </a:xfrm>
            <a:prstGeom prst="straightConnector1">
              <a:avLst/>
            </a:prstGeom>
            <a:noFill/>
            <a:ln w="9525" cap="flat" cmpd="sng">
              <a:solidFill>
                <a:srgbClr val="CCCCCC"/>
              </a:solidFill>
              <a:prstDash val="solid"/>
              <a:round/>
              <a:headEnd type="none" w="sm" len="sm"/>
              <a:tailEnd type="stealth" w="med" len="med"/>
            </a:ln>
          </p:spPr>
        </p:cxnSp>
        <p:cxnSp>
          <p:nvCxnSpPr>
            <p:cNvPr id="356" name="Google Shape;189;p1">
              <a:extLst>
                <a:ext uri="{FF2B5EF4-FFF2-40B4-BE49-F238E27FC236}">
                  <a16:creationId xmlns:a16="http://schemas.microsoft.com/office/drawing/2014/main" id="{0376C5C1-19DA-4475-C70D-971F90F315CB}"/>
                </a:ext>
              </a:extLst>
            </p:cNvPr>
            <p:cNvCxnSpPr>
              <a:stCxn id="327" idx="7"/>
              <a:endCxn id="322" idx="2"/>
            </p:cNvCxnSpPr>
            <p:nvPr/>
          </p:nvCxnSpPr>
          <p:spPr>
            <a:xfrm rot="10800000" flipH="1">
              <a:off x="13154736" y="5621063"/>
              <a:ext cx="162600" cy="52200"/>
            </a:xfrm>
            <a:prstGeom prst="straightConnector1">
              <a:avLst/>
            </a:prstGeom>
            <a:noFill/>
            <a:ln w="9525" cap="flat" cmpd="sng">
              <a:solidFill>
                <a:srgbClr val="E4E4E3"/>
              </a:solidFill>
              <a:prstDash val="solid"/>
              <a:round/>
              <a:headEnd type="none" w="sm" len="sm"/>
              <a:tailEnd type="stealth" w="med" len="med"/>
            </a:ln>
          </p:spPr>
        </p:cxnSp>
        <p:cxnSp>
          <p:nvCxnSpPr>
            <p:cNvPr id="357" name="Google Shape;190;p1">
              <a:extLst>
                <a:ext uri="{FF2B5EF4-FFF2-40B4-BE49-F238E27FC236}">
                  <a16:creationId xmlns:a16="http://schemas.microsoft.com/office/drawing/2014/main" id="{44419764-DBB1-4C48-8486-0C03599FF396}"/>
                </a:ext>
              </a:extLst>
            </p:cNvPr>
            <p:cNvCxnSpPr>
              <a:stCxn id="322" idx="6"/>
              <a:endCxn id="325" idx="2"/>
            </p:cNvCxnSpPr>
            <p:nvPr/>
          </p:nvCxnSpPr>
          <p:spPr>
            <a:xfrm rot="10800000" flipH="1">
              <a:off x="13509582" y="5405984"/>
              <a:ext cx="189900" cy="215100"/>
            </a:xfrm>
            <a:prstGeom prst="straightConnector1">
              <a:avLst/>
            </a:prstGeom>
            <a:noFill/>
            <a:ln w="9525" cap="flat" cmpd="sng">
              <a:solidFill>
                <a:srgbClr val="E4E4E3"/>
              </a:solidFill>
              <a:prstDash val="solid"/>
              <a:round/>
              <a:headEnd type="none" w="sm" len="sm"/>
              <a:tailEnd type="stealth" w="med" len="med"/>
            </a:ln>
          </p:spPr>
        </p:cxnSp>
        <p:cxnSp>
          <p:nvCxnSpPr>
            <p:cNvPr id="358" name="Google Shape;191;p1">
              <a:extLst>
                <a:ext uri="{FF2B5EF4-FFF2-40B4-BE49-F238E27FC236}">
                  <a16:creationId xmlns:a16="http://schemas.microsoft.com/office/drawing/2014/main" id="{BB85BAC5-D354-AB02-A140-78C8F1CE7253}"/>
                </a:ext>
              </a:extLst>
            </p:cNvPr>
            <p:cNvCxnSpPr>
              <a:stCxn id="318" idx="6"/>
              <a:endCxn id="320" idx="2"/>
            </p:cNvCxnSpPr>
            <p:nvPr/>
          </p:nvCxnSpPr>
          <p:spPr>
            <a:xfrm rot="10800000" flipH="1">
              <a:off x="12430043" y="5497061"/>
              <a:ext cx="560700" cy="152100"/>
            </a:xfrm>
            <a:prstGeom prst="straightConnector1">
              <a:avLst/>
            </a:prstGeom>
            <a:noFill/>
            <a:ln w="9525" cap="flat" cmpd="sng">
              <a:solidFill>
                <a:srgbClr val="E4E4E3"/>
              </a:solidFill>
              <a:prstDash val="solid"/>
              <a:round/>
              <a:headEnd type="none" w="sm" len="sm"/>
              <a:tailEnd type="stealth" w="med" len="med"/>
            </a:ln>
          </p:spPr>
        </p:cxnSp>
        <p:sp>
          <p:nvSpPr>
            <p:cNvPr id="359" name="Google Shape;188;p1">
              <a:extLst>
                <a:ext uri="{FF2B5EF4-FFF2-40B4-BE49-F238E27FC236}">
                  <a16:creationId xmlns:a16="http://schemas.microsoft.com/office/drawing/2014/main" id="{521EE02E-A3E2-CE52-F02E-2CA44A850F97}"/>
                </a:ext>
              </a:extLst>
            </p:cNvPr>
            <p:cNvSpPr/>
            <p:nvPr/>
          </p:nvSpPr>
          <p:spPr>
            <a:xfrm>
              <a:off x="12361333" y="5843951"/>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360" name="Google Shape;192;p1">
              <a:extLst>
                <a:ext uri="{FF2B5EF4-FFF2-40B4-BE49-F238E27FC236}">
                  <a16:creationId xmlns:a16="http://schemas.microsoft.com/office/drawing/2014/main" id="{87C4AA58-B963-1EAC-83D6-9AF75DE5ECEE}"/>
                </a:ext>
              </a:extLst>
            </p:cNvPr>
            <p:cNvCxnSpPr>
              <a:stCxn id="320" idx="7"/>
              <a:endCxn id="321" idx="2"/>
            </p:cNvCxnSpPr>
            <p:nvPr/>
          </p:nvCxnSpPr>
          <p:spPr>
            <a:xfrm rot="10800000" flipH="1">
              <a:off x="13154747" y="5328685"/>
              <a:ext cx="174300" cy="98400"/>
            </a:xfrm>
            <a:prstGeom prst="straightConnector1">
              <a:avLst/>
            </a:prstGeom>
            <a:noFill/>
            <a:ln w="9525" cap="flat" cmpd="sng">
              <a:solidFill>
                <a:srgbClr val="E4E4E3"/>
              </a:solidFill>
              <a:prstDash val="solid"/>
              <a:round/>
              <a:headEnd type="none" w="sm" len="sm"/>
              <a:tailEnd type="stealth" w="med" len="med"/>
            </a:ln>
          </p:spPr>
        </p:cxnSp>
        <p:sp>
          <p:nvSpPr>
            <p:cNvPr id="361" name="Google Shape;182;p1">
              <a:extLst>
                <a:ext uri="{FF2B5EF4-FFF2-40B4-BE49-F238E27FC236}">
                  <a16:creationId xmlns:a16="http://schemas.microsoft.com/office/drawing/2014/main" id="{25524506-77CF-7087-CC32-D772D666861D}"/>
                </a:ext>
              </a:extLst>
            </p:cNvPr>
            <p:cNvSpPr/>
            <p:nvPr/>
          </p:nvSpPr>
          <p:spPr>
            <a:xfrm>
              <a:off x="12128466" y="579843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362" name="Google Shape;193;p1">
              <a:extLst>
                <a:ext uri="{FF2B5EF4-FFF2-40B4-BE49-F238E27FC236}">
                  <a16:creationId xmlns:a16="http://schemas.microsoft.com/office/drawing/2014/main" id="{30F2B287-7527-136C-7A4A-86694EFC7D19}"/>
                </a:ext>
              </a:extLst>
            </p:cNvPr>
            <p:cNvCxnSpPr>
              <a:stCxn id="338" idx="6"/>
              <a:endCxn id="328" idx="2"/>
            </p:cNvCxnSpPr>
            <p:nvPr/>
          </p:nvCxnSpPr>
          <p:spPr>
            <a:xfrm>
              <a:off x="12002606" y="6583990"/>
              <a:ext cx="1258500" cy="148800"/>
            </a:xfrm>
            <a:prstGeom prst="straightConnector1">
              <a:avLst/>
            </a:prstGeom>
            <a:noFill/>
            <a:ln w="35850" cap="flat" cmpd="sng">
              <a:solidFill>
                <a:srgbClr val="E4E4E3"/>
              </a:solidFill>
              <a:prstDash val="solid"/>
              <a:round/>
              <a:headEnd type="stealth" w="med" len="med"/>
              <a:tailEnd type="none" w="sm" len="sm"/>
            </a:ln>
          </p:spPr>
        </p:cxnSp>
        <p:cxnSp>
          <p:nvCxnSpPr>
            <p:cNvPr id="363" name="Google Shape;194;p1">
              <a:extLst>
                <a:ext uri="{FF2B5EF4-FFF2-40B4-BE49-F238E27FC236}">
                  <a16:creationId xmlns:a16="http://schemas.microsoft.com/office/drawing/2014/main" id="{12FCCAF9-1910-F89F-1599-041FF9D53510}"/>
                </a:ext>
              </a:extLst>
            </p:cNvPr>
            <p:cNvCxnSpPr>
              <a:stCxn id="329" idx="1"/>
              <a:endCxn id="332" idx="5"/>
            </p:cNvCxnSpPr>
            <p:nvPr/>
          </p:nvCxnSpPr>
          <p:spPr>
            <a:xfrm rot="10800000">
              <a:off x="11729045" y="5839432"/>
              <a:ext cx="1188600" cy="962700"/>
            </a:xfrm>
            <a:prstGeom prst="straightConnector1">
              <a:avLst/>
            </a:prstGeom>
            <a:noFill/>
            <a:ln w="9525" cap="flat" cmpd="sng">
              <a:solidFill>
                <a:srgbClr val="CCCCCC"/>
              </a:solidFill>
              <a:prstDash val="solid"/>
              <a:round/>
              <a:headEnd type="none" w="sm" len="sm"/>
              <a:tailEnd type="stealth" w="med" len="med"/>
            </a:ln>
          </p:spPr>
        </p:cxnSp>
        <p:cxnSp>
          <p:nvCxnSpPr>
            <p:cNvPr id="364" name="Google Shape;195;p1">
              <a:extLst>
                <a:ext uri="{FF2B5EF4-FFF2-40B4-BE49-F238E27FC236}">
                  <a16:creationId xmlns:a16="http://schemas.microsoft.com/office/drawing/2014/main" id="{5BB04AA7-77E4-E190-BEAA-35145C3D72F5}"/>
                </a:ext>
              </a:extLst>
            </p:cNvPr>
            <p:cNvCxnSpPr>
              <a:stCxn id="361" idx="3"/>
              <a:endCxn id="338" idx="7"/>
            </p:cNvCxnSpPr>
            <p:nvPr/>
          </p:nvCxnSpPr>
          <p:spPr>
            <a:xfrm flipH="1">
              <a:off x="11921428" y="5967439"/>
              <a:ext cx="235200" cy="415800"/>
            </a:xfrm>
            <a:prstGeom prst="straightConnector1">
              <a:avLst/>
            </a:prstGeom>
            <a:noFill/>
            <a:ln w="35850" cap="flat" cmpd="sng">
              <a:solidFill>
                <a:srgbClr val="E4E4E3"/>
              </a:solidFill>
              <a:prstDash val="solid"/>
              <a:round/>
              <a:headEnd type="none" w="sm" len="sm"/>
              <a:tailEnd type="stealth" w="med" len="med"/>
            </a:ln>
          </p:spPr>
        </p:cxnSp>
        <p:cxnSp>
          <p:nvCxnSpPr>
            <p:cNvPr id="366" name="Google Shape;197;p1">
              <a:extLst>
                <a:ext uri="{FF2B5EF4-FFF2-40B4-BE49-F238E27FC236}">
                  <a16:creationId xmlns:a16="http://schemas.microsoft.com/office/drawing/2014/main" id="{3682BCF9-B4B4-A373-4CB0-6D5A183710C2}"/>
                </a:ext>
              </a:extLst>
            </p:cNvPr>
            <p:cNvCxnSpPr>
              <a:stCxn id="318" idx="6"/>
              <a:endCxn id="327" idx="2"/>
            </p:cNvCxnSpPr>
            <p:nvPr/>
          </p:nvCxnSpPr>
          <p:spPr>
            <a:xfrm>
              <a:off x="12430043" y="5649161"/>
              <a:ext cx="560700" cy="94200"/>
            </a:xfrm>
            <a:prstGeom prst="straightConnector1">
              <a:avLst/>
            </a:prstGeom>
            <a:noFill/>
            <a:ln w="9525" cap="flat" cmpd="sng">
              <a:solidFill>
                <a:srgbClr val="E4E4E3"/>
              </a:solidFill>
              <a:prstDash val="solid"/>
              <a:round/>
              <a:headEnd type="none" w="sm" len="sm"/>
              <a:tailEnd type="stealth" w="med" len="med"/>
            </a:ln>
          </p:spPr>
        </p:cxnSp>
      </p:grpSp>
      <p:pic>
        <p:nvPicPr>
          <p:cNvPr id="371" name="Graphic 370" descr="Arrow Right outline">
            <a:extLst>
              <a:ext uri="{FF2B5EF4-FFF2-40B4-BE49-F238E27FC236}">
                <a16:creationId xmlns:a16="http://schemas.microsoft.com/office/drawing/2014/main" id="{9DD27A46-A467-AA7C-851A-E1873724173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8100000">
            <a:off x="4824685" y="5856215"/>
            <a:ext cx="355067" cy="387922"/>
          </a:xfrm>
          <a:prstGeom prst="rect">
            <a:avLst/>
          </a:prstGeom>
        </p:spPr>
      </p:pic>
      <p:pic>
        <p:nvPicPr>
          <p:cNvPr id="41" name="Graphic 40" descr="Arrow Right outline">
            <a:extLst>
              <a:ext uri="{FF2B5EF4-FFF2-40B4-BE49-F238E27FC236}">
                <a16:creationId xmlns:a16="http://schemas.microsoft.com/office/drawing/2014/main" id="{2E5A0095-5E75-700B-67A2-E43A9E326BC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5400000">
            <a:off x="4879603" y="2466312"/>
            <a:ext cx="186292" cy="387922"/>
          </a:xfrm>
          <a:prstGeom prst="rect">
            <a:avLst/>
          </a:prstGeom>
        </p:spPr>
      </p:pic>
      <p:pic>
        <p:nvPicPr>
          <p:cNvPr id="451" name="Graphic 450" descr="Arrow Right outline">
            <a:extLst>
              <a:ext uri="{FF2B5EF4-FFF2-40B4-BE49-F238E27FC236}">
                <a16:creationId xmlns:a16="http://schemas.microsoft.com/office/drawing/2014/main" id="{92824F06-8407-D140-F06B-F0396E6D573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5400000">
            <a:off x="4863313" y="3332837"/>
            <a:ext cx="186292" cy="387922"/>
          </a:xfrm>
          <a:prstGeom prst="rect">
            <a:avLst/>
          </a:prstGeom>
        </p:spPr>
      </p:pic>
      <p:pic>
        <p:nvPicPr>
          <p:cNvPr id="462" name="Graphic 461" descr="Arrow Right outline">
            <a:extLst>
              <a:ext uri="{FF2B5EF4-FFF2-40B4-BE49-F238E27FC236}">
                <a16:creationId xmlns:a16="http://schemas.microsoft.com/office/drawing/2014/main" id="{B904C7A4-ED1B-5010-CF5B-1369F3381DA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5400000">
            <a:off x="6212796" y="2449076"/>
            <a:ext cx="186292" cy="387922"/>
          </a:xfrm>
          <a:prstGeom prst="rect">
            <a:avLst/>
          </a:prstGeom>
        </p:spPr>
      </p:pic>
      <p:pic>
        <p:nvPicPr>
          <p:cNvPr id="480" name="Graphic 479" descr="Arrow Right outline">
            <a:extLst>
              <a:ext uri="{FF2B5EF4-FFF2-40B4-BE49-F238E27FC236}">
                <a16:creationId xmlns:a16="http://schemas.microsoft.com/office/drawing/2014/main" id="{B6A23FCD-FA74-4BD8-25C8-5D60D05A164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5400000">
            <a:off x="7675539" y="2483337"/>
            <a:ext cx="186292" cy="387922"/>
          </a:xfrm>
          <a:prstGeom prst="rect">
            <a:avLst/>
          </a:prstGeom>
        </p:spPr>
      </p:pic>
      <p:grpSp>
        <p:nvGrpSpPr>
          <p:cNvPr id="267" name="Google Shape;156;p1">
            <a:extLst>
              <a:ext uri="{FF2B5EF4-FFF2-40B4-BE49-F238E27FC236}">
                <a16:creationId xmlns:a16="http://schemas.microsoft.com/office/drawing/2014/main" id="{6CA39B4B-9383-3D33-24B7-E99C720E1AC9}"/>
              </a:ext>
            </a:extLst>
          </p:cNvPr>
          <p:cNvGrpSpPr/>
          <p:nvPr/>
        </p:nvGrpSpPr>
        <p:grpSpPr>
          <a:xfrm>
            <a:off x="5213908" y="4597417"/>
            <a:ext cx="2196419" cy="1216823"/>
            <a:chOff x="10592773" y="5229745"/>
            <a:chExt cx="3298954" cy="1741391"/>
          </a:xfrm>
          <a:solidFill>
            <a:schemeClr val="tx1"/>
          </a:solidFill>
        </p:grpSpPr>
        <p:sp>
          <p:nvSpPr>
            <p:cNvPr id="268" name="Google Shape;157;p1">
              <a:extLst>
                <a:ext uri="{FF2B5EF4-FFF2-40B4-BE49-F238E27FC236}">
                  <a16:creationId xmlns:a16="http://schemas.microsoft.com/office/drawing/2014/main" id="{BF8B3E75-37A3-C194-9E88-1B6EE1E484C2}"/>
                </a:ext>
              </a:extLst>
            </p:cNvPr>
            <p:cNvSpPr/>
            <p:nvPr/>
          </p:nvSpPr>
          <p:spPr>
            <a:xfrm>
              <a:off x="12237743" y="5550161"/>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69" name="Google Shape;158;p1">
              <a:extLst>
                <a:ext uri="{FF2B5EF4-FFF2-40B4-BE49-F238E27FC236}">
                  <a16:creationId xmlns:a16="http://schemas.microsoft.com/office/drawing/2014/main" id="{64D1587B-A127-88BD-D84E-059A278D1C78}"/>
                </a:ext>
              </a:extLst>
            </p:cNvPr>
            <p:cNvSpPr/>
            <p:nvPr/>
          </p:nvSpPr>
          <p:spPr>
            <a:xfrm>
              <a:off x="12990609" y="5398089"/>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0" name="Google Shape;159;p1">
              <a:extLst>
                <a:ext uri="{FF2B5EF4-FFF2-40B4-BE49-F238E27FC236}">
                  <a16:creationId xmlns:a16="http://schemas.microsoft.com/office/drawing/2014/main" id="{7CF6C976-991D-EB09-5F15-E79F02BB8EE8}"/>
                </a:ext>
              </a:extLst>
            </p:cNvPr>
            <p:cNvSpPr/>
            <p:nvPr/>
          </p:nvSpPr>
          <p:spPr>
            <a:xfrm>
              <a:off x="13329043" y="5229745"/>
              <a:ext cx="192300" cy="198000"/>
            </a:xfrm>
            <a:prstGeom prst="ellipse">
              <a:avLst/>
            </a:prstGeom>
            <a:solidFill>
              <a:schemeClr val="accent3"/>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1" name="Google Shape;160;p1">
              <a:extLst>
                <a:ext uri="{FF2B5EF4-FFF2-40B4-BE49-F238E27FC236}">
                  <a16:creationId xmlns:a16="http://schemas.microsoft.com/office/drawing/2014/main" id="{5121608A-21CE-A74F-CE77-8BCC71A823B2}"/>
                </a:ext>
              </a:extLst>
            </p:cNvPr>
            <p:cNvSpPr/>
            <p:nvPr/>
          </p:nvSpPr>
          <p:spPr>
            <a:xfrm>
              <a:off x="13317282" y="5522084"/>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2" name="Google Shape;161;p1">
              <a:extLst>
                <a:ext uri="{FF2B5EF4-FFF2-40B4-BE49-F238E27FC236}">
                  <a16:creationId xmlns:a16="http://schemas.microsoft.com/office/drawing/2014/main" id="{0760EA5F-26A5-11D2-1CDE-17550875441E}"/>
                </a:ext>
              </a:extLst>
            </p:cNvPr>
            <p:cNvSpPr/>
            <p:nvPr/>
          </p:nvSpPr>
          <p:spPr>
            <a:xfrm>
              <a:off x="13699427" y="5306906"/>
              <a:ext cx="192300" cy="198000"/>
            </a:xfrm>
            <a:prstGeom prst="ellipse">
              <a:avLst/>
            </a:prstGeom>
            <a:solidFill>
              <a:schemeClr val="accent3"/>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3" name="Google Shape;162;p1">
              <a:extLst>
                <a:ext uri="{FF2B5EF4-FFF2-40B4-BE49-F238E27FC236}">
                  <a16:creationId xmlns:a16="http://schemas.microsoft.com/office/drawing/2014/main" id="{2F66F0F9-6425-D38F-7255-0E54B16A250B}"/>
                </a:ext>
              </a:extLst>
            </p:cNvPr>
            <p:cNvSpPr/>
            <p:nvPr/>
          </p:nvSpPr>
          <p:spPr>
            <a:xfrm>
              <a:off x="12990598" y="5644267"/>
              <a:ext cx="192300" cy="198000"/>
            </a:xfrm>
            <a:prstGeom prst="ellipse">
              <a:avLst/>
            </a:prstGeom>
            <a:solidFill>
              <a:schemeClr val="accent3"/>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4" name="Google Shape;163;p1">
              <a:extLst>
                <a:ext uri="{FF2B5EF4-FFF2-40B4-BE49-F238E27FC236}">
                  <a16:creationId xmlns:a16="http://schemas.microsoft.com/office/drawing/2014/main" id="{04E29EE4-AB23-2419-D591-940D4146F930}"/>
                </a:ext>
              </a:extLst>
            </p:cNvPr>
            <p:cNvSpPr/>
            <p:nvPr/>
          </p:nvSpPr>
          <p:spPr>
            <a:xfrm>
              <a:off x="13261106" y="6564434"/>
              <a:ext cx="328200" cy="3369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5" name="Google Shape;164;p1">
              <a:extLst>
                <a:ext uri="{FF2B5EF4-FFF2-40B4-BE49-F238E27FC236}">
                  <a16:creationId xmlns:a16="http://schemas.microsoft.com/office/drawing/2014/main" id="{224775B1-A4E0-0060-17EC-8D33A7A58101}"/>
                </a:ext>
              </a:extLst>
            </p:cNvPr>
            <p:cNvSpPr/>
            <p:nvPr/>
          </p:nvSpPr>
          <p:spPr>
            <a:xfrm>
              <a:off x="12889483" y="6773136"/>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6" name="Google Shape;165;p1">
              <a:extLst>
                <a:ext uri="{FF2B5EF4-FFF2-40B4-BE49-F238E27FC236}">
                  <a16:creationId xmlns:a16="http://schemas.microsoft.com/office/drawing/2014/main" id="{E0A7D8B5-C606-6FEF-A86D-E23C56A2AD64}"/>
                </a:ext>
              </a:extLst>
            </p:cNvPr>
            <p:cNvSpPr/>
            <p:nvPr/>
          </p:nvSpPr>
          <p:spPr>
            <a:xfrm>
              <a:off x="13324166" y="6099152"/>
              <a:ext cx="192300" cy="198000"/>
            </a:xfrm>
            <a:prstGeom prst="ellipse">
              <a:avLst/>
            </a:prstGeom>
            <a:solidFill>
              <a:schemeClr val="accent3"/>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7" name="Google Shape;166;p1">
              <a:extLst>
                <a:ext uri="{FF2B5EF4-FFF2-40B4-BE49-F238E27FC236}">
                  <a16:creationId xmlns:a16="http://schemas.microsoft.com/office/drawing/2014/main" id="{9FD79615-3A53-971A-DAB6-A1CED9B637EE}"/>
                </a:ext>
              </a:extLst>
            </p:cNvPr>
            <p:cNvSpPr/>
            <p:nvPr/>
          </p:nvSpPr>
          <p:spPr>
            <a:xfrm>
              <a:off x="11468140" y="5576165"/>
              <a:ext cx="305700" cy="308400"/>
            </a:xfrm>
            <a:prstGeom prst="ellipse">
              <a:avLst/>
            </a:prstGeom>
            <a:solidFill>
              <a:schemeClr val="accent3"/>
            </a:solidFill>
            <a:ln w="179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8" name="Google Shape;167;p1">
              <a:extLst>
                <a:ext uri="{FF2B5EF4-FFF2-40B4-BE49-F238E27FC236}">
                  <a16:creationId xmlns:a16="http://schemas.microsoft.com/office/drawing/2014/main" id="{436FE1DF-3C52-220C-678E-D28EAC13FE77}"/>
                </a:ext>
              </a:extLst>
            </p:cNvPr>
            <p:cNvSpPr/>
            <p:nvPr/>
          </p:nvSpPr>
          <p:spPr>
            <a:xfrm>
              <a:off x="10719482" y="5925385"/>
              <a:ext cx="192300" cy="198000"/>
            </a:xfrm>
            <a:prstGeom prst="ellipse">
              <a:avLst/>
            </a:prstGeom>
            <a:solidFill>
              <a:schemeClr val="accent3"/>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9" name="Google Shape;168;p1">
              <a:extLst>
                <a:ext uri="{FF2B5EF4-FFF2-40B4-BE49-F238E27FC236}">
                  <a16:creationId xmlns:a16="http://schemas.microsoft.com/office/drawing/2014/main" id="{4377DCF6-4F56-417A-D5B7-066D00A55B6E}"/>
                </a:ext>
              </a:extLst>
            </p:cNvPr>
            <p:cNvSpPr/>
            <p:nvPr/>
          </p:nvSpPr>
          <p:spPr>
            <a:xfrm>
              <a:off x="11061232" y="5405652"/>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80" name="Google Shape;169;p1">
              <a:extLst>
                <a:ext uri="{FF2B5EF4-FFF2-40B4-BE49-F238E27FC236}">
                  <a16:creationId xmlns:a16="http://schemas.microsoft.com/office/drawing/2014/main" id="{6A706353-C6E6-34A3-4A6A-188C8811BB4D}"/>
                </a:ext>
              </a:extLst>
            </p:cNvPr>
            <p:cNvSpPr/>
            <p:nvPr/>
          </p:nvSpPr>
          <p:spPr>
            <a:xfrm>
              <a:off x="10592773" y="6139937"/>
              <a:ext cx="274500" cy="276300"/>
            </a:xfrm>
            <a:prstGeom prst="ellipse">
              <a:avLst/>
            </a:prstGeom>
            <a:solidFill>
              <a:schemeClr val="accent3"/>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81" name="Google Shape;170;p1">
              <a:extLst>
                <a:ext uri="{FF2B5EF4-FFF2-40B4-BE49-F238E27FC236}">
                  <a16:creationId xmlns:a16="http://schemas.microsoft.com/office/drawing/2014/main" id="{CB52CC33-E8D2-3C89-1FCA-7F24EC5006FA}"/>
                </a:ext>
              </a:extLst>
            </p:cNvPr>
            <p:cNvSpPr/>
            <p:nvPr/>
          </p:nvSpPr>
          <p:spPr>
            <a:xfrm>
              <a:off x="11037864" y="6333062"/>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82" name="Google Shape;171;p1">
              <a:extLst>
                <a:ext uri="{FF2B5EF4-FFF2-40B4-BE49-F238E27FC236}">
                  <a16:creationId xmlns:a16="http://schemas.microsoft.com/office/drawing/2014/main" id="{9C3205B9-8F83-B4F7-654F-9CB547320C75}"/>
                </a:ext>
              </a:extLst>
            </p:cNvPr>
            <p:cNvSpPr/>
            <p:nvPr/>
          </p:nvSpPr>
          <p:spPr>
            <a:xfrm>
              <a:off x="11449106" y="6300040"/>
              <a:ext cx="553500" cy="567900"/>
            </a:xfrm>
            <a:prstGeom prst="ellipse">
              <a:avLst/>
            </a:prstGeom>
            <a:solidFill>
              <a:schemeClr val="accent3"/>
            </a:solidFill>
            <a:ln w="26900"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283" name="Google Shape;172;p1">
              <a:extLst>
                <a:ext uri="{FF2B5EF4-FFF2-40B4-BE49-F238E27FC236}">
                  <a16:creationId xmlns:a16="http://schemas.microsoft.com/office/drawing/2014/main" id="{8A401AF5-ED4B-998A-EF98-205B3B990A0D}"/>
                </a:ext>
              </a:extLst>
            </p:cNvPr>
            <p:cNvCxnSpPr>
              <a:stCxn id="268" idx="2"/>
              <a:endCxn id="277" idx="6"/>
            </p:cNvCxnSpPr>
            <p:nvPr/>
          </p:nvCxnSpPr>
          <p:spPr>
            <a:xfrm flipH="1">
              <a:off x="11773943" y="5649161"/>
              <a:ext cx="463800" cy="813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84" name="Google Shape;173;p1">
              <a:extLst>
                <a:ext uri="{FF2B5EF4-FFF2-40B4-BE49-F238E27FC236}">
                  <a16:creationId xmlns:a16="http://schemas.microsoft.com/office/drawing/2014/main" id="{B6E6A031-E3A1-8405-70CB-FB79209B40E3}"/>
                </a:ext>
              </a:extLst>
            </p:cNvPr>
            <p:cNvCxnSpPr>
              <a:stCxn id="277" idx="2"/>
              <a:endCxn id="296" idx="6"/>
            </p:cNvCxnSpPr>
            <p:nvPr/>
          </p:nvCxnSpPr>
          <p:spPr>
            <a:xfrm flipH="1">
              <a:off x="11113540" y="5730365"/>
              <a:ext cx="354600" cy="306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85" name="Google Shape;175;p1">
              <a:extLst>
                <a:ext uri="{FF2B5EF4-FFF2-40B4-BE49-F238E27FC236}">
                  <a16:creationId xmlns:a16="http://schemas.microsoft.com/office/drawing/2014/main" id="{3E61DBC3-30FD-E6C6-A0C1-26E54CA2C96E}"/>
                </a:ext>
              </a:extLst>
            </p:cNvPr>
            <p:cNvCxnSpPr>
              <a:stCxn id="282" idx="1"/>
              <a:endCxn id="293" idx="5"/>
            </p:cNvCxnSpPr>
            <p:nvPr/>
          </p:nvCxnSpPr>
          <p:spPr>
            <a:xfrm rot="10800000">
              <a:off x="11390064" y="6170507"/>
              <a:ext cx="140100" cy="2127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86" name="Google Shape;177;p1">
              <a:extLst>
                <a:ext uri="{FF2B5EF4-FFF2-40B4-BE49-F238E27FC236}">
                  <a16:creationId xmlns:a16="http://schemas.microsoft.com/office/drawing/2014/main" id="{2ECC1130-7BE0-159D-E240-54D61D8EE3F5}"/>
                </a:ext>
              </a:extLst>
            </p:cNvPr>
            <p:cNvCxnSpPr>
              <a:stCxn id="282" idx="2"/>
              <a:endCxn id="281" idx="5"/>
            </p:cNvCxnSpPr>
            <p:nvPr/>
          </p:nvCxnSpPr>
          <p:spPr>
            <a:xfrm rot="10800000">
              <a:off x="11201906" y="6502090"/>
              <a:ext cx="247200" cy="819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87" name="Google Shape;178;p1">
              <a:extLst>
                <a:ext uri="{FF2B5EF4-FFF2-40B4-BE49-F238E27FC236}">
                  <a16:creationId xmlns:a16="http://schemas.microsoft.com/office/drawing/2014/main" id="{8B4EBA48-1041-972C-2FC9-1725A8087BA4}"/>
                </a:ext>
              </a:extLst>
            </p:cNvPr>
            <p:cNvCxnSpPr>
              <a:stCxn id="281" idx="2"/>
              <a:endCxn id="280" idx="6"/>
            </p:cNvCxnSpPr>
            <p:nvPr/>
          </p:nvCxnSpPr>
          <p:spPr>
            <a:xfrm rot="10800000">
              <a:off x="10867164" y="6278162"/>
              <a:ext cx="170700" cy="1539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88" name="Google Shape;179;p1">
              <a:extLst>
                <a:ext uri="{FF2B5EF4-FFF2-40B4-BE49-F238E27FC236}">
                  <a16:creationId xmlns:a16="http://schemas.microsoft.com/office/drawing/2014/main" id="{BEE28485-437A-2581-4865-EDD6C2B61ECE}"/>
                </a:ext>
              </a:extLst>
            </p:cNvPr>
            <p:cNvCxnSpPr>
              <a:stCxn id="293" idx="2"/>
              <a:endCxn id="278" idx="5"/>
            </p:cNvCxnSpPr>
            <p:nvPr/>
          </p:nvCxnSpPr>
          <p:spPr>
            <a:xfrm rot="10800000">
              <a:off x="10883737" y="6094319"/>
              <a:ext cx="342300" cy="63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89" name="Google Shape;180;p1">
              <a:extLst>
                <a:ext uri="{FF2B5EF4-FFF2-40B4-BE49-F238E27FC236}">
                  <a16:creationId xmlns:a16="http://schemas.microsoft.com/office/drawing/2014/main" id="{2B22BB25-5DCA-E432-5881-2075DFF9A175}"/>
                </a:ext>
              </a:extLst>
            </p:cNvPr>
            <p:cNvCxnSpPr>
              <a:stCxn id="277" idx="1"/>
              <a:endCxn id="279" idx="5"/>
            </p:cNvCxnSpPr>
            <p:nvPr/>
          </p:nvCxnSpPr>
          <p:spPr>
            <a:xfrm rot="10800000">
              <a:off x="11225509" y="5574529"/>
              <a:ext cx="287400" cy="468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90" name="Google Shape;181;p1">
              <a:extLst>
                <a:ext uri="{FF2B5EF4-FFF2-40B4-BE49-F238E27FC236}">
                  <a16:creationId xmlns:a16="http://schemas.microsoft.com/office/drawing/2014/main" id="{02B5D67C-348F-2D14-CBED-296E1D6AA476}"/>
                </a:ext>
              </a:extLst>
            </p:cNvPr>
            <p:cNvCxnSpPr>
              <a:stCxn id="304" idx="2"/>
              <a:endCxn id="293" idx="6"/>
            </p:cNvCxnSpPr>
            <p:nvPr/>
          </p:nvCxnSpPr>
          <p:spPr>
            <a:xfrm flipH="1">
              <a:off x="11418366" y="5897435"/>
              <a:ext cx="710100" cy="2031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91" name="Google Shape;183;p1">
              <a:extLst>
                <a:ext uri="{FF2B5EF4-FFF2-40B4-BE49-F238E27FC236}">
                  <a16:creationId xmlns:a16="http://schemas.microsoft.com/office/drawing/2014/main" id="{4B71ABDA-8CAB-70EE-E03F-D65B5E19BB0C}"/>
                </a:ext>
              </a:extLst>
            </p:cNvPr>
            <p:cNvCxnSpPr>
              <a:stCxn id="304" idx="2"/>
              <a:endCxn id="278" idx="6"/>
            </p:cNvCxnSpPr>
            <p:nvPr/>
          </p:nvCxnSpPr>
          <p:spPr>
            <a:xfrm flipH="1">
              <a:off x="10911666" y="5897435"/>
              <a:ext cx="1216800" cy="1269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sp>
          <p:nvSpPr>
            <p:cNvPr id="293" name="Google Shape;176;p1">
              <a:extLst>
                <a:ext uri="{FF2B5EF4-FFF2-40B4-BE49-F238E27FC236}">
                  <a16:creationId xmlns:a16="http://schemas.microsoft.com/office/drawing/2014/main" id="{037360E7-3D64-B7DF-1F07-81D92E91C4F0}"/>
                </a:ext>
              </a:extLst>
            </p:cNvPr>
            <p:cNvSpPr/>
            <p:nvPr/>
          </p:nvSpPr>
          <p:spPr>
            <a:xfrm>
              <a:off x="11226037" y="6001619"/>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294" name="Google Shape;184;p1">
              <a:extLst>
                <a:ext uri="{FF2B5EF4-FFF2-40B4-BE49-F238E27FC236}">
                  <a16:creationId xmlns:a16="http://schemas.microsoft.com/office/drawing/2014/main" id="{07B2B372-A27C-FBE9-7CC2-2B746F2B9D32}"/>
                </a:ext>
              </a:extLst>
            </p:cNvPr>
            <p:cNvCxnSpPr>
              <a:stCxn id="268" idx="2"/>
              <a:endCxn id="281" idx="7"/>
            </p:cNvCxnSpPr>
            <p:nvPr/>
          </p:nvCxnSpPr>
          <p:spPr>
            <a:xfrm flipH="1">
              <a:off x="11202143" y="5649161"/>
              <a:ext cx="1035600" cy="7128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95" name="Google Shape;185;p1">
              <a:extLst>
                <a:ext uri="{FF2B5EF4-FFF2-40B4-BE49-F238E27FC236}">
                  <a16:creationId xmlns:a16="http://schemas.microsoft.com/office/drawing/2014/main" id="{33A7F40F-04B4-77FF-FCD9-E3B5CE53904D}"/>
                </a:ext>
              </a:extLst>
            </p:cNvPr>
            <p:cNvCxnSpPr>
              <a:stCxn id="268" idx="5"/>
              <a:endCxn id="274" idx="1"/>
            </p:cNvCxnSpPr>
            <p:nvPr/>
          </p:nvCxnSpPr>
          <p:spPr>
            <a:xfrm>
              <a:off x="12401881" y="5719165"/>
              <a:ext cx="907200" cy="8946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sp>
          <p:nvSpPr>
            <p:cNvPr id="296" name="Google Shape;174;p1">
              <a:extLst>
                <a:ext uri="{FF2B5EF4-FFF2-40B4-BE49-F238E27FC236}">
                  <a16:creationId xmlns:a16="http://schemas.microsoft.com/office/drawing/2014/main" id="{78676B10-8BF6-4DAC-F72A-795CE89A4430}"/>
                </a:ext>
              </a:extLst>
            </p:cNvPr>
            <p:cNvSpPr/>
            <p:nvPr/>
          </p:nvSpPr>
          <p:spPr>
            <a:xfrm>
              <a:off x="10921235" y="5662025"/>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297" name="Google Shape;186;p1">
              <a:extLst>
                <a:ext uri="{FF2B5EF4-FFF2-40B4-BE49-F238E27FC236}">
                  <a16:creationId xmlns:a16="http://schemas.microsoft.com/office/drawing/2014/main" id="{345F6319-85E7-4E24-843A-7BBC2BA87117}"/>
                </a:ext>
              </a:extLst>
            </p:cNvPr>
            <p:cNvCxnSpPr>
              <a:stCxn id="304" idx="2"/>
              <a:endCxn id="281" idx="6"/>
            </p:cNvCxnSpPr>
            <p:nvPr/>
          </p:nvCxnSpPr>
          <p:spPr>
            <a:xfrm flipH="1">
              <a:off x="11230266" y="5897435"/>
              <a:ext cx="898200" cy="5346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98" name="Google Shape;187;p1">
              <a:extLst>
                <a:ext uri="{FF2B5EF4-FFF2-40B4-BE49-F238E27FC236}">
                  <a16:creationId xmlns:a16="http://schemas.microsoft.com/office/drawing/2014/main" id="{734737AB-AFCF-044D-A57E-0D0D3FC14808}"/>
                </a:ext>
              </a:extLst>
            </p:cNvPr>
            <p:cNvCxnSpPr>
              <a:stCxn id="302" idx="6"/>
              <a:endCxn id="273" idx="2"/>
            </p:cNvCxnSpPr>
            <p:nvPr/>
          </p:nvCxnSpPr>
          <p:spPr>
            <a:xfrm rot="10800000" flipH="1">
              <a:off x="12553633" y="5743151"/>
              <a:ext cx="437100" cy="199800"/>
            </a:xfrm>
            <a:prstGeom prst="straightConnector1">
              <a:avLst/>
            </a:prstGeom>
            <a:grpFill/>
            <a:ln w="9525" cap="flat" cmpd="sng">
              <a:solidFill>
                <a:schemeClr val="bg2">
                  <a:lumMod val="10000"/>
                </a:schemeClr>
              </a:solidFill>
              <a:prstDash val="solid"/>
              <a:round/>
              <a:headEnd type="none" w="sm" len="sm"/>
              <a:tailEnd type="stealth" w="med" len="med"/>
            </a:ln>
          </p:spPr>
        </p:cxnSp>
        <p:cxnSp>
          <p:nvCxnSpPr>
            <p:cNvPr id="299" name="Google Shape;189;p1">
              <a:extLst>
                <a:ext uri="{FF2B5EF4-FFF2-40B4-BE49-F238E27FC236}">
                  <a16:creationId xmlns:a16="http://schemas.microsoft.com/office/drawing/2014/main" id="{855E11CB-C940-A74E-BCA1-D5D97DA237E8}"/>
                </a:ext>
              </a:extLst>
            </p:cNvPr>
            <p:cNvCxnSpPr>
              <a:stCxn id="273" idx="7"/>
              <a:endCxn id="271" idx="2"/>
            </p:cNvCxnSpPr>
            <p:nvPr/>
          </p:nvCxnSpPr>
          <p:spPr>
            <a:xfrm rot="10800000" flipH="1">
              <a:off x="13154736" y="5621063"/>
              <a:ext cx="162600" cy="522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300" name="Google Shape;190;p1">
              <a:extLst>
                <a:ext uri="{FF2B5EF4-FFF2-40B4-BE49-F238E27FC236}">
                  <a16:creationId xmlns:a16="http://schemas.microsoft.com/office/drawing/2014/main" id="{190BDA39-BD94-70B9-6618-263D3F3EFC37}"/>
                </a:ext>
              </a:extLst>
            </p:cNvPr>
            <p:cNvCxnSpPr>
              <a:stCxn id="271" idx="6"/>
              <a:endCxn id="272" idx="2"/>
            </p:cNvCxnSpPr>
            <p:nvPr/>
          </p:nvCxnSpPr>
          <p:spPr>
            <a:xfrm rot="10800000" flipH="1">
              <a:off x="13509582" y="5405984"/>
              <a:ext cx="189900" cy="2151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301" name="Google Shape;191;p1">
              <a:extLst>
                <a:ext uri="{FF2B5EF4-FFF2-40B4-BE49-F238E27FC236}">
                  <a16:creationId xmlns:a16="http://schemas.microsoft.com/office/drawing/2014/main" id="{1FE25ECB-D36B-DE0F-DACB-2CAF1CC4BBD9}"/>
                </a:ext>
              </a:extLst>
            </p:cNvPr>
            <p:cNvCxnSpPr>
              <a:stCxn id="268" idx="6"/>
              <a:endCxn id="269" idx="2"/>
            </p:cNvCxnSpPr>
            <p:nvPr/>
          </p:nvCxnSpPr>
          <p:spPr>
            <a:xfrm rot="10800000" flipH="1">
              <a:off x="12430043" y="5497061"/>
              <a:ext cx="560700" cy="1521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sp>
          <p:nvSpPr>
            <p:cNvPr id="302" name="Google Shape;188;p1">
              <a:extLst>
                <a:ext uri="{FF2B5EF4-FFF2-40B4-BE49-F238E27FC236}">
                  <a16:creationId xmlns:a16="http://schemas.microsoft.com/office/drawing/2014/main" id="{B30FE46F-CD11-97B1-87FB-C3824B21EA87}"/>
                </a:ext>
              </a:extLst>
            </p:cNvPr>
            <p:cNvSpPr/>
            <p:nvPr/>
          </p:nvSpPr>
          <p:spPr>
            <a:xfrm>
              <a:off x="12361333" y="5843951"/>
              <a:ext cx="192300" cy="198000"/>
            </a:xfrm>
            <a:prstGeom prst="ellipse">
              <a:avLst/>
            </a:prstGeom>
            <a:solidFill>
              <a:schemeClr val="accent3"/>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303" name="Google Shape;192;p1">
              <a:extLst>
                <a:ext uri="{FF2B5EF4-FFF2-40B4-BE49-F238E27FC236}">
                  <a16:creationId xmlns:a16="http://schemas.microsoft.com/office/drawing/2014/main" id="{8349AE54-A4F7-79E1-B435-0BC9AC489418}"/>
                </a:ext>
              </a:extLst>
            </p:cNvPr>
            <p:cNvCxnSpPr>
              <a:stCxn id="269" idx="7"/>
              <a:endCxn id="270" idx="2"/>
            </p:cNvCxnSpPr>
            <p:nvPr/>
          </p:nvCxnSpPr>
          <p:spPr>
            <a:xfrm rot="10800000" flipH="1">
              <a:off x="13154747" y="5328685"/>
              <a:ext cx="174300" cy="984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sp>
          <p:nvSpPr>
            <p:cNvPr id="304" name="Google Shape;182;p1">
              <a:extLst>
                <a:ext uri="{FF2B5EF4-FFF2-40B4-BE49-F238E27FC236}">
                  <a16:creationId xmlns:a16="http://schemas.microsoft.com/office/drawing/2014/main" id="{80610CD9-B064-BFBB-1DF4-CCE6A9485AEF}"/>
                </a:ext>
              </a:extLst>
            </p:cNvPr>
            <p:cNvSpPr/>
            <p:nvPr/>
          </p:nvSpPr>
          <p:spPr>
            <a:xfrm>
              <a:off x="12128466" y="5798435"/>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305" name="Google Shape;193;p1">
              <a:extLst>
                <a:ext uri="{FF2B5EF4-FFF2-40B4-BE49-F238E27FC236}">
                  <a16:creationId xmlns:a16="http://schemas.microsoft.com/office/drawing/2014/main" id="{69A801EF-EAF5-E3F3-01FB-06C0EF96856E}"/>
                </a:ext>
              </a:extLst>
            </p:cNvPr>
            <p:cNvCxnSpPr>
              <a:stCxn id="282" idx="6"/>
              <a:endCxn id="274" idx="2"/>
            </p:cNvCxnSpPr>
            <p:nvPr/>
          </p:nvCxnSpPr>
          <p:spPr>
            <a:xfrm>
              <a:off x="12002606" y="6583990"/>
              <a:ext cx="1258500" cy="148800"/>
            </a:xfrm>
            <a:prstGeom prst="straightConnector1">
              <a:avLst/>
            </a:prstGeom>
            <a:grpFill/>
            <a:ln>
              <a:solidFill>
                <a:schemeClr val="bg2">
                  <a:lumMod val="10000"/>
                </a:schemeClr>
              </a:solidFill>
              <a:headEnd type="stealth" w="med" len="med"/>
              <a:tailEnd type="none" w="sm" len="sm"/>
            </a:ln>
          </p:spPr>
          <p:style>
            <a:lnRef idx="1">
              <a:schemeClr val="dk1"/>
            </a:lnRef>
            <a:fillRef idx="0">
              <a:schemeClr val="dk1"/>
            </a:fillRef>
            <a:effectRef idx="0">
              <a:schemeClr val="dk1"/>
            </a:effectRef>
            <a:fontRef idx="minor">
              <a:schemeClr val="tx1"/>
            </a:fontRef>
          </p:style>
        </p:cxnSp>
        <p:cxnSp>
          <p:nvCxnSpPr>
            <p:cNvPr id="306" name="Google Shape;194;p1">
              <a:extLst>
                <a:ext uri="{FF2B5EF4-FFF2-40B4-BE49-F238E27FC236}">
                  <a16:creationId xmlns:a16="http://schemas.microsoft.com/office/drawing/2014/main" id="{DCCEA9D5-8B71-35E6-035A-EF42D69F1069}"/>
                </a:ext>
              </a:extLst>
            </p:cNvPr>
            <p:cNvCxnSpPr>
              <a:stCxn id="275" idx="1"/>
              <a:endCxn id="277" idx="5"/>
            </p:cNvCxnSpPr>
            <p:nvPr/>
          </p:nvCxnSpPr>
          <p:spPr>
            <a:xfrm rot="10800000">
              <a:off x="11729045" y="5839432"/>
              <a:ext cx="1188600" cy="9627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307" name="Google Shape;195;p1">
              <a:extLst>
                <a:ext uri="{FF2B5EF4-FFF2-40B4-BE49-F238E27FC236}">
                  <a16:creationId xmlns:a16="http://schemas.microsoft.com/office/drawing/2014/main" id="{2D79DC38-9674-A632-E317-17D120D1CAF9}"/>
                </a:ext>
              </a:extLst>
            </p:cNvPr>
            <p:cNvCxnSpPr>
              <a:stCxn id="304" idx="3"/>
              <a:endCxn id="282" idx="7"/>
            </p:cNvCxnSpPr>
            <p:nvPr/>
          </p:nvCxnSpPr>
          <p:spPr>
            <a:xfrm flipH="1">
              <a:off x="11921428" y="5967439"/>
              <a:ext cx="235200" cy="4158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308" name="Google Shape;196;p1">
              <a:extLst>
                <a:ext uri="{FF2B5EF4-FFF2-40B4-BE49-F238E27FC236}">
                  <a16:creationId xmlns:a16="http://schemas.microsoft.com/office/drawing/2014/main" id="{1F2E7275-A482-2FD4-2F50-1E678464A386}"/>
                </a:ext>
              </a:extLst>
            </p:cNvPr>
            <p:cNvCxnSpPr>
              <a:stCxn id="302" idx="5"/>
              <a:endCxn id="275" idx="1"/>
            </p:cNvCxnSpPr>
            <p:nvPr/>
          </p:nvCxnSpPr>
          <p:spPr>
            <a:xfrm>
              <a:off x="12525471" y="6012955"/>
              <a:ext cx="392100" cy="789300"/>
            </a:xfrm>
            <a:prstGeom prst="straightConnector1">
              <a:avLst/>
            </a:prstGeom>
            <a:grpFill/>
            <a:ln w="9525" cap="flat" cmpd="sng">
              <a:solidFill>
                <a:schemeClr val="bg2">
                  <a:lumMod val="10000"/>
                </a:schemeClr>
              </a:solidFill>
              <a:prstDash val="solid"/>
              <a:round/>
              <a:headEnd type="none" w="sm" len="sm"/>
              <a:tailEnd type="stealth" w="med" len="med"/>
            </a:ln>
          </p:spPr>
        </p:cxnSp>
        <p:cxnSp>
          <p:nvCxnSpPr>
            <p:cNvPr id="309" name="Google Shape;197;p1">
              <a:extLst>
                <a:ext uri="{FF2B5EF4-FFF2-40B4-BE49-F238E27FC236}">
                  <a16:creationId xmlns:a16="http://schemas.microsoft.com/office/drawing/2014/main" id="{5D2C0409-F2D6-C610-DBE0-57138D007658}"/>
                </a:ext>
              </a:extLst>
            </p:cNvPr>
            <p:cNvCxnSpPr>
              <a:stCxn id="268" idx="6"/>
              <a:endCxn id="273" idx="2"/>
            </p:cNvCxnSpPr>
            <p:nvPr/>
          </p:nvCxnSpPr>
          <p:spPr>
            <a:xfrm>
              <a:off x="12430043" y="5649161"/>
              <a:ext cx="560700" cy="942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310" name="Google Shape;198;p1">
              <a:extLst>
                <a:ext uri="{FF2B5EF4-FFF2-40B4-BE49-F238E27FC236}">
                  <a16:creationId xmlns:a16="http://schemas.microsoft.com/office/drawing/2014/main" id="{06BDB26B-608A-DAFE-70E3-82FD038EAE79}"/>
                </a:ext>
              </a:extLst>
            </p:cNvPr>
            <p:cNvCxnSpPr>
              <a:stCxn id="302" idx="6"/>
              <a:endCxn id="276" idx="2"/>
            </p:cNvCxnSpPr>
            <p:nvPr/>
          </p:nvCxnSpPr>
          <p:spPr>
            <a:xfrm>
              <a:off x="12553633" y="5942951"/>
              <a:ext cx="770400" cy="255300"/>
            </a:xfrm>
            <a:prstGeom prst="straightConnector1">
              <a:avLst/>
            </a:prstGeom>
            <a:grpFill/>
            <a:ln w="9525" cap="flat" cmpd="sng">
              <a:solidFill>
                <a:schemeClr val="bg2">
                  <a:lumMod val="10000"/>
                </a:schemeClr>
              </a:solidFill>
              <a:prstDash val="solid"/>
              <a:round/>
              <a:headEnd type="none" w="sm" len="sm"/>
              <a:tailEnd type="stealth" w="med" len="med"/>
            </a:ln>
          </p:spPr>
        </p:cxnSp>
        <p:cxnSp>
          <p:nvCxnSpPr>
            <p:cNvPr id="311" name="Google Shape;199;p1">
              <a:extLst>
                <a:ext uri="{FF2B5EF4-FFF2-40B4-BE49-F238E27FC236}">
                  <a16:creationId xmlns:a16="http://schemas.microsoft.com/office/drawing/2014/main" id="{2FC706D2-B693-C0C1-DBFB-1EEAA58C5455}"/>
                </a:ext>
              </a:extLst>
            </p:cNvPr>
            <p:cNvCxnSpPr>
              <a:stCxn id="302" idx="3"/>
              <a:endCxn id="282" idx="7"/>
            </p:cNvCxnSpPr>
            <p:nvPr/>
          </p:nvCxnSpPr>
          <p:spPr>
            <a:xfrm flipH="1">
              <a:off x="11921495" y="6012955"/>
              <a:ext cx="468000" cy="370200"/>
            </a:xfrm>
            <a:prstGeom prst="straightConnector1">
              <a:avLst/>
            </a:prstGeom>
            <a:grpFill/>
            <a:ln w="9525" cap="flat" cmpd="sng">
              <a:solidFill>
                <a:schemeClr val="bg2">
                  <a:lumMod val="10000"/>
                </a:schemeClr>
              </a:solidFill>
              <a:prstDash val="solid"/>
              <a:round/>
              <a:headEnd type="none" w="sm" len="sm"/>
              <a:tailEnd type="stealth" w="med" len="med"/>
            </a:ln>
          </p:spPr>
        </p:cxnSp>
        <p:cxnSp>
          <p:nvCxnSpPr>
            <p:cNvPr id="315" name="Google Shape;200;p1">
              <a:extLst>
                <a:ext uri="{FF2B5EF4-FFF2-40B4-BE49-F238E27FC236}">
                  <a16:creationId xmlns:a16="http://schemas.microsoft.com/office/drawing/2014/main" id="{78352D6F-140D-3551-7F0B-F745A6E07430}"/>
                </a:ext>
              </a:extLst>
            </p:cNvPr>
            <p:cNvCxnSpPr>
              <a:stCxn id="302" idx="6"/>
              <a:endCxn id="274" idx="1"/>
            </p:cNvCxnSpPr>
            <p:nvPr/>
          </p:nvCxnSpPr>
          <p:spPr>
            <a:xfrm>
              <a:off x="12553633" y="5942951"/>
              <a:ext cx="755400" cy="670800"/>
            </a:xfrm>
            <a:prstGeom prst="straightConnector1">
              <a:avLst/>
            </a:prstGeom>
            <a:grpFill/>
            <a:ln w="17925" cap="flat" cmpd="sng">
              <a:solidFill>
                <a:schemeClr val="bg2">
                  <a:lumMod val="10000"/>
                </a:schemeClr>
              </a:solidFill>
              <a:prstDash val="solid"/>
              <a:round/>
              <a:headEnd type="none" w="sm" len="sm"/>
              <a:tailEnd type="stealth" w="med" len="med"/>
            </a:ln>
          </p:spPr>
        </p:cxnSp>
      </p:grpSp>
      <p:sp>
        <p:nvSpPr>
          <p:cNvPr id="422" name="TextBox 421">
            <a:extLst>
              <a:ext uri="{FF2B5EF4-FFF2-40B4-BE49-F238E27FC236}">
                <a16:creationId xmlns:a16="http://schemas.microsoft.com/office/drawing/2014/main" id="{EA9207F3-81D2-A0D2-732F-A79225141CB0}"/>
              </a:ext>
            </a:extLst>
          </p:cNvPr>
          <p:cNvSpPr txBox="1"/>
          <p:nvPr/>
        </p:nvSpPr>
        <p:spPr>
          <a:xfrm>
            <a:off x="5859230" y="4433074"/>
            <a:ext cx="1097491"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b="0" dirty="0"/>
              <a:t>S3 Graph Class</a:t>
            </a:r>
            <a:endParaRPr kumimoji="0" lang="en-US" sz="1200" b="0"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graphicFrame>
        <p:nvGraphicFramePr>
          <p:cNvPr id="12" name="Table">
            <a:extLst>
              <a:ext uri="{FF2B5EF4-FFF2-40B4-BE49-F238E27FC236}">
                <a16:creationId xmlns:a16="http://schemas.microsoft.com/office/drawing/2014/main" id="{2B1F87FF-00EC-1030-ADD0-C58883E9A80D}"/>
              </a:ext>
            </a:extLst>
          </p:cNvPr>
          <p:cNvGraphicFramePr/>
          <p:nvPr>
            <p:extLst>
              <p:ext uri="{D42A27DB-BD31-4B8C-83A1-F6EECF244321}">
                <p14:modId xmlns:p14="http://schemas.microsoft.com/office/powerpoint/2010/main" val="3666166157"/>
              </p:ext>
            </p:extLst>
          </p:nvPr>
        </p:nvGraphicFramePr>
        <p:xfrm>
          <a:off x="4647982" y="2841713"/>
          <a:ext cx="627864"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4"/>
                  </a:ext>
                </a:extLst>
              </a:tr>
            </a:tbl>
          </a:graphicData>
        </a:graphic>
      </p:graphicFrame>
      <p:graphicFrame>
        <p:nvGraphicFramePr>
          <p:cNvPr id="13" name="Table">
            <a:extLst>
              <a:ext uri="{FF2B5EF4-FFF2-40B4-BE49-F238E27FC236}">
                <a16:creationId xmlns:a16="http://schemas.microsoft.com/office/drawing/2014/main" id="{F0BC1DA4-7526-5BAF-16FC-9CB91DAE8C93}"/>
              </a:ext>
            </a:extLst>
          </p:cNvPr>
          <p:cNvGraphicFramePr/>
          <p:nvPr>
            <p:extLst>
              <p:ext uri="{D42A27DB-BD31-4B8C-83A1-F6EECF244321}">
                <p14:modId xmlns:p14="http://schemas.microsoft.com/office/powerpoint/2010/main" val="360341262"/>
              </p:ext>
            </p:extLst>
          </p:nvPr>
        </p:nvGraphicFramePr>
        <p:xfrm>
          <a:off x="4498517" y="3633893"/>
          <a:ext cx="418576"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pic>
        <p:nvPicPr>
          <p:cNvPr id="14" name="Graphic 13" descr="Arrow Right outline">
            <a:extLst>
              <a:ext uri="{FF2B5EF4-FFF2-40B4-BE49-F238E27FC236}">
                <a16:creationId xmlns:a16="http://schemas.microsoft.com/office/drawing/2014/main" id="{40F1EAFC-22D5-B8BC-01B9-084C18BB47A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5400000">
            <a:off x="6209835" y="3332588"/>
            <a:ext cx="186292" cy="387922"/>
          </a:xfrm>
          <a:prstGeom prst="rect">
            <a:avLst/>
          </a:prstGeom>
        </p:spPr>
      </p:pic>
      <p:graphicFrame>
        <p:nvGraphicFramePr>
          <p:cNvPr id="15" name="Table">
            <a:extLst>
              <a:ext uri="{FF2B5EF4-FFF2-40B4-BE49-F238E27FC236}">
                <a16:creationId xmlns:a16="http://schemas.microsoft.com/office/drawing/2014/main" id="{C5CDBCA3-BC03-EE32-DE74-B2168B21839C}"/>
              </a:ext>
            </a:extLst>
          </p:cNvPr>
          <p:cNvGraphicFramePr/>
          <p:nvPr>
            <p:extLst>
              <p:ext uri="{D42A27DB-BD31-4B8C-83A1-F6EECF244321}">
                <p14:modId xmlns:p14="http://schemas.microsoft.com/office/powerpoint/2010/main" val="1442752533"/>
              </p:ext>
            </p:extLst>
          </p:nvPr>
        </p:nvGraphicFramePr>
        <p:xfrm>
          <a:off x="5997218" y="2831757"/>
          <a:ext cx="627864"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4"/>
                  </a:ext>
                </a:extLst>
              </a:tr>
            </a:tbl>
          </a:graphicData>
        </a:graphic>
      </p:graphicFrame>
      <p:pic>
        <p:nvPicPr>
          <p:cNvPr id="17" name="Graphic 16" descr="Arrow Right outline">
            <a:extLst>
              <a:ext uri="{FF2B5EF4-FFF2-40B4-BE49-F238E27FC236}">
                <a16:creationId xmlns:a16="http://schemas.microsoft.com/office/drawing/2014/main" id="{854029DB-B426-5BCF-3BBA-AE35F9DD0D6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5400000">
            <a:off x="7675539" y="3330120"/>
            <a:ext cx="186292" cy="387922"/>
          </a:xfrm>
          <a:prstGeom prst="rect">
            <a:avLst/>
          </a:prstGeom>
        </p:spPr>
      </p:pic>
      <p:graphicFrame>
        <p:nvGraphicFramePr>
          <p:cNvPr id="18" name="Table">
            <a:extLst>
              <a:ext uri="{FF2B5EF4-FFF2-40B4-BE49-F238E27FC236}">
                <a16:creationId xmlns:a16="http://schemas.microsoft.com/office/drawing/2014/main" id="{3C178EBA-4C26-8642-68AF-D08A467AA762}"/>
              </a:ext>
            </a:extLst>
          </p:cNvPr>
          <p:cNvGraphicFramePr/>
          <p:nvPr>
            <p:extLst>
              <p:ext uri="{D42A27DB-BD31-4B8C-83A1-F6EECF244321}">
                <p14:modId xmlns:p14="http://schemas.microsoft.com/office/powerpoint/2010/main" val="1425881751"/>
              </p:ext>
            </p:extLst>
          </p:nvPr>
        </p:nvGraphicFramePr>
        <p:xfrm>
          <a:off x="7462782" y="2829288"/>
          <a:ext cx="627864"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4"/>
                  </a:ext>
                </a:extLst>
              </a:tr>
            </a:tbl>
          </a:graphicData>
        </a:graphic>
      </p:graphicFrame>
      <p:sp>
        <p:nvSpPr>
          <p:cNvPr id="20" name="TextBox 19">
            <a:extLst>
              <a:ext uri="{FF2B5EF4-FFF2-40B4-BE49-F238E27FC236}">
                <a16:creationId xmlns:a16="http://schemas.microsoft.com/office/drawing/2014/main" id="{610EBC68-0C04-1C9F-DC89-73066DAD2A17}"/>
              </a:ext>
            </a:extLst>
          </p:cNvPr>
          <p:cNvSpPr txBox="1"/>
          <p:nvPr/>
        </p:nvSpPr>
        <p:spPr>
          <a:xfrm>
            <a:off x="6042620" y="2282594"/>
            <a:ext cx="512359" cy="23644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.json</a:t>
            </a:r>
            <a:endParaRPr kumimoji="0" lang="en-US" sz="1000" b="0" i="0" u="none" strike="noStrike" cap="none" spc="0" normalizeH="0" baseline="0" dirty="0">
              <a:ln>
                <a:noFill/>
              </a:ln>
              <a:solidFill>
                <a:srgbClr val="4C4C4C"/>
              </a:solidFill>
              <a:effectLst/>
              <a:uFillTx/>
              <a:sym typeface="Source Sans Pro"/>
            </a:endParaRPr>
          </a:p>
        </p:txBody>
      </p:sp>
      <p:pic>
        <p:nvPicPr>
          <p:cNvPr id="21" name="Graphic 20" descr="Paper outline">
            <a:extLst>
              <a:ext uri="{FF2B5EF4-FFF2-40B4-BE49-F238E27FC236}">
                <a16:creationId xmlns:a16="http://schemas.microsoft.com/office/drawing/2014/main" id="{2C43A6B5-BA0E-F592-DE15-0C3E75BE3A6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083665" y="1908105"/>
            <a:ext cx="430268" cy="430268"/>
          </a:xfrm>
          <a:prstGeom prst="rect">
            <a:avLst/>
          </a:prstGeom>
        </p:spPr>
      </p:pic>
      <p:sp>
        <p:nvSpPr>
          <p:cNvPr id="24" name="TextBox 23">
            <a:extLst>
              <a:ext uri="{FF2B5EF4-FFF2-40B4-BE49-F238E27FC236}">
                <a16:creationId xmlns:a16="http://schemas.microsoft.com/office/drawing/2014/main" id="{278C151F-2D0C-FF8D-4297-19241A581C72}"/>
              </a:ext>
            </a:extLst>
          </p:cNvPr>
          <p:cNvSpPr txBox="1"/>
          <p:nvPr/>
        </p:nvSpPr>
        <p:spPr>
          <a:xfrm>
            <a:off x="7514840" y="2283145"/>
            <a:ext cx="512359" cy="23644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.mbox</a:t>
            </a:r>
            <a:endParaRPr kumimoji="0" lang="en-US" sz="1000" b="0" i="0" u="none" strike="noStrike" cap="none" spc="0" normalizeH="0" baseline="0" dirty="0">
              <a:ln>
                <a:noFill/>
              </a:ln>
              <a:solidFill>
                <a:srgbClr val="4C4C4C"/>
              </a:solidFill>
              <a:effectLst/>
              <a:uFillTx/>
              <a:sym typeface="Source Sans Pro"/>
            </a:endParaRPr>
          </a:p>
        </p:txBody>
      </p:sp>
      <p:pic>
        <p:nvPicPr>
          <p:cNvPr id="25" name="Graphic 24" descr="Paper outline">
            <a:extLst>
              <a:ext uri="{FF2B5EF4-FFF2-40B4-BE49-F238E27FC236}">
                <a16:creationId xmlns:a16="http://schemas.microsoft.com/office/drawing/2014/main" id="{CCD6D6F4-20CC-F280-863F-0301D7180F3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555886" y="1908656"/>
            <a:ext cx="430268" cy="430268"/>
          </a:xfrm>
          <a:prstGeom prst="rect">
            <a:avLst/>
          </a:prstGeom>
        </p:spPr>
      </p:pic>
      <p:pic>
        <p:nvPicPr>
          <p:cNvPr id="27" name="Graphic 26" descr="Folder outline">
            <a:extLst>
              <a:ext uri="{FF2B5EF4-FFF2-40B4-BE49-F238E27FC236}">
                <a16:creationId xmlns:a16="http://schemas.microsoft.com/office/drawing/2014/main" id="{BD846026-0684-0924-D724-CA2583C33FB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695336" y="1832243"/>
            <a:ext cx="550611" cy="550611"/>
          </a:xfrm>
          <a:prstGeom prst="rect">
            <a:avLst/>
          </a:prstGeom>
        </p:spPr>
      </p:pic>
      <p:sp>
        <p:nvSpPr>
          <p:cNvPr id="28" name="TextBox 27">
            <a:extLst>
              <a:ext uri="{FF2B5EF4-FFF2-40B4-BE49-F238E27FC236}">
                <a16:creationId xmlns:a16="http://schemas.microsoft.com/office/drawing/2014/main" id="{1F23DEE4-F44E-5A22-A1A3-D53F2E48C845}"/>
              </a:ext>
            </a:extLst>
          </p:cNvPr>
          <p:cNvSpPr txBox="1"/>
          <p:nvPr/>
        </p:nvSpPr>
        <p:spPr>
          <a:xfrm>
            <a:off x="4703581" y="2282892"/>
            <a:ext cx="512359" cy="23644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.git</a:t>
            </a:r>
            <a:endParaRPr kumimoji="0" lang="en-US" sz="1000" b="0" i="0" u="none" strike="noStrike" cap="none" spc="0" normalizeH="0" baseline="0" dirty="0">
              <a:ln>
                <a:noFill/>
              </a:ln>
              <a:solidFill>
                <a:srgbClr val="4C4C4C"/>
              </a:solidFill>
              <a:effectLst/>
              <a:uFillTx/>
              <a:sym typeface="Source Sans Pro"/>
            </a:endParaRPr>
          </a:p>
        </p:txBody>
      </p:sp>
      <p:pic>
        <p:nvPicPr>
          <p:cNvPr id="29" name="Graphic 28" descr="Arrow Right outline">
            <a:extLst>
              <a:ext uri="{FF2B5EF4-FFF2-40B4-BE49-F238E27FC236}">
                <a16:creationId xmlns:a16="http://schemas.microsoft.com/office/drawing/2014/main" id="{635727AC-74E2-A0AE-C918-4F13CC7C647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2700000">
            <a:off x="4920253" y="4164264"/>
            <a:ext cx="186292" cy="387922"/>
          </a:xfrm>
          <a:prstGeom prst="rect">
            <a:avLst/>
          </a:prstGeom>
        </p:spPr>
      </p:pic>
      <p:pic>
        <p:nvPicPr>
          <p:cNvPr id="30" name="Graphic 29" descr="Arrow Right outline">
            <a:extLst>
              <a:ext uri="{FF2B5EF4-FFF2-40B4-BE49-F238E27FC236}">
                <a16:creationId xmlns:a16="http://schemas.microsoft.com/office/drawing/2014/main" id="{DA890B5C-5A5D-374C-5A23-5DB9EF8C19A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5400000">
            <a:off x="6205653" y="4145061"/>
            <a:ext cx="186292" cy="387922"/>
          </a:xfrm>
          <a:prstGeom prst="rect">
            <a:avLst/>
          </a:prstGeom>
        </p:spPr>
      </p:pic>
      <p:pic>
        <p:nvPicPr>
          <p:cNvPr id="31" name="Graphic 30" descr="Arrow Right outline">
            <a:extLst>
              <a:ext uri="{FF2B5EF4-FFF2-40B4-BE49-F238E27FC236}">
                <a16:creationId xmlns:a16="http://schemas.microsoft.com/office/drawing/2014/main" id="{4E77231B-C339-5597-112D-14C49F7E9A3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8100000">
            <a:off x="7618116" y="4142968"/>
            <a:ext cx="186292" cy="387922"/>
          </a:xfrm>
          <a:prstGeom prst="rect">
            <a:avLst/>
          </a:prstGeom>
        </p:spPr>
      </p:pic>
      <p:grpSp>
        <p:nvGrpSpPr>
          <p:cNvPr id="32" name="Google Shape;156;p1">
            <a:extLst>
              <a:ext uri="{FF2B5EF4-FFF2-40B4-BE49-F238E27FC236}">
                <a16:creationId xmlns:a16="http://schemas.microsoft.com/office/drawing/2014/main" id="{60594C48-14B4-B15B-C6D1-D70CC11A01F9}"/>
              </a:ext>
            </a:extLst>
          </p:cNvPr>
          <p:cNvGrpSpPr/>
          <p:nvPr/>
        </p:nvGrpSpPr>
        <p:grpSpPr>
          <a:xfrm>
            <a:off x="6828288" y="6224096"/>
            <a:ext cx="1872009" cy="1105581"/>
            <a:chOff x="10592773" y="5229745"/>
            <a:chExt cx="3298954" cy="1741391"/>
          </a:xfrm>
        </p:grpSpPr>
        <p:sp>
          <p:nvSpPr>
            <p:cNvPr id="33" name="Google Shape;157;p1">
              <a:extLst>
                <a:ext uri="{FF2B5EF4-FFF2-40B4-BE49-F238E27FC236}">
                  <a16:creationId xmlns:a16="http://schemas.microsoft.com/office/drawing/2014/main" id="{AFD8B39F-A51C-8F94-606F-420C87ADCBDC}"/>
                </a:ext>
              </a:extLst>
            </p:cNvPr>
            <p:cNvSpPr/>
            <p:nvPr/>
          </p:nvSpPr>
          <p:spPr>
            <a:xfrm>
              <a:off x="12237743" y="5550161"/>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5" name="Google Shape;158;p1">
              <a:extLst>
                <a:ext uri="{FF2B5EF4-FFF2-40B4-BE49-F238E27FC236}">
                  <a16:creationId xmlns:a16="http://schemas.microsoft.com/office/drawing/2014/main" id="{51F6E6DC-7C8A-A63A-2720-34661E8D4FD7}"/>
                </a:ext>
              </a:extLst>
            </p:cNvPr>
            <p:cNvSpPr/>
            <p:nvPr/>
          </p:nvSpPr>
          <p:spPr>
            <a:xfrm>
              <a:off x="12990609" y="5398089"/>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6" name="Google Shape;159;p1">
              <a:extLst>
                <a:ext uri="{FF2B5EF4-FFF2-40B4-BE49-F238E27FC236}">
                  <a16:creationId xmlns:a16="http://schemas.microsoft.com/office/drawing/2014/main" id="{DFDFB408-43BC-167D-60E3-06C2DA7C1A4D}"/>
                </a:ext>
              </a:extLst>
            </p:cNvPr>
            <p:cNvSpPr/>
            <p:nvPr/>
          </p:nvSpPr>
          <p:spPr>
            <a:xfrm>
              <a:off x="13329043" y="522974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7" name="Google Shape;160;p1">
              <a:extLst>
                <a:ext uri="{FF2B5EF4-FFF2-40B4-BE49-F238E27FC236}">
                  <a16:creationId xmlns:a16="http://schemas.microsoft.com/office/drawing/2014/main" id="{0CE6BD66-EAC1-3759-699F-E77A03F4E19D}"/>
                </a:ext>
              </a:extLst>
            </p:cNvPr>
            <p:cNvSpPr/>
            <p:nvPr/>
          </p:nvSpPr>
          <p:spPr>
            <a:xfrm>
              <a:off x="13317282" y="5522084"/>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8" name="Google Shape;161;p1">
              <a:extLst>
                <a:ext uri="{FF2B5EF4-FFF2-40B4-BE49-F238E27FC236}">
                  <a16:creationId xmlns:a16="http://schemas.microsoft.com/office/drawing/2014/main" id="{81EA0B3A-2E1B-0916-DEFA-188A8D6449F2}"/>
                </a:ext>
              </a:extLst>
            </p:cNvPr>
            <p:cNvSpPr/>
            <p:nvPr/>
          </p:nvSpPr>
          <p:spPr>
            <a:xfrm>
              <a:off x="13699427" y="5306906"/>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9" name="Google Shape;162;p1">
              <a:extLst>
                <a:ext uri="{FF2B5EF4-FFF2-40B4-BE49-F238E27FC236}">
                  <a16:creationId xmlns:a16="http://schemas.microsoft.com/office/drawing/2014/main" id="{44D7317F-EBE7-7B2E-C97A-BF839A01F590}"/>
                </a:ext>
              </a:extLst>
            </p:cNvPr>
            <p:cNvSpPr/>
            <p:nvPr/>
          </p:nvSpPr>
          <p:spPr>
            <a:xfrm>
              <a:off x="12990598" y="5644267"/>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40" name="Google Shape;163;p1">
              <a:extLst>
                <a:ext uri="{FF2B5EF4-FFF2-40B4-BE49-F238E27FC236}">
                  <a16:creationId xmlns:a16="http://schemas.microsoft.com/office/drawing/2014/main" id="{845ED1C0-24AB-92CA-0A6E-4065A8B07117}"/>
                </a:ext>
              </a:extLst>
            </p:cNvPr>
            <p:cNvSpPr/>
            <p:nvPr/>
          </p:nvSpPr>
          <p:spPr>
            <a:xfrm>
              <a:off x="13261106" y="6564434"/>
              <a:ext cx="328200" cy="336900"/>
            </a:xfrm>
            <a:prstGeom prst="ellipse">
              <a:avLst/>
            </a:prstGeom>
            <a:solidFill>
              <a:schemeClr val="tx1">
                <a:lumMod val="20000"/>
                <a:lumOff val="80000"/>
              </a:schemeClr>
            </a:solidFill>
            <a:ln w="9525" cap="flat" cmpd="sng">
              <a:solidFill>
                <a:schemeClr val="tx1">
                  <a:lumMod val="20000"/>
                  <a:lumOff val="8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44" name="Google Shape;164;p1">
              <a:extLst>
                <a:ext uri="{FF2B5EF4-FFF2-40B4-BE49-F238E27FC236}">
                  <a16:creationId xmlns:a16="http://schemas.microsoft.com/office/drawing/2014/main" id="{218D1953-17B6-3AB0-8307-26D07DA96345}"/>
                </a:ext>
              </a:extLst>
            </p:cNvPr>
            <p:cNvSpPr/>
            <p:nvPr/>
          </p:nvSpPr>
          <p:spPr>
            <a:xfrm>
              <a:off x="12889483" y="6773136"/>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45" name="Google Shape;165;p1">
              <a:extLst>
                <a:ext uri="{FF2B5EF4-FFF2-40B4-BE49-F238E27FC236}">
                  <a16:creationId xmlns:a16="http://schemas.microsoft.com/office/drawing/2014/main" id="{AE942D3C-AAB3-22FA-EB45-FC7F2AEF3473}"/>
                </a:ext>
              </a:extLst>
            </p:cNvPr>
            <p:cNvSpPr/>
            <p:nvPr/>
          </p:nvSpPr>
          <p:spPr>
            <a:xfrm>
              <a:off x="13324166" y="6099152"/>
              <a:ext cx="192300" cy="198000"/>
            </a:xfrm>
            <a:prstGeom prst="ellipse">
              <a:avLst/>
            </a:prstGeom>
            <a:solidFill>
              <a:schemeClr val="tx1">
                <a:lumMod val="20000"/>
                <a:lumOff val="80000"/>
              </a:schemeClr>
            </a:solidFill>
            <a:ln w="9525" cap="flat" cmpd="sng">
              <a:solidFill>
                <a:schemeClr val="tx1">
                  <a:lumMod val="20000"/>
                  <a:lumOff val="8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46" name="Google Shape;166;p1">
              <a:extLst>
                <a:ext uri="{FF2B5EF4-FFF2-40B4-BE49-F238E27FC236}">
                  <a16:creationId xmlns:a16="http://schemas.microsoft.com/office/drawing/2014/main" id="{D4FE648E-3854-1A01-1F6E-71E3F5166529}"/>
                </a:ext>
              </a:extLst>
            </p:cNvPr>
            <p:cNvSpPr/>
            <p:nvPr/>
          </p:nvSpPr>
          <p:spPr>
            <a:xfrm>
              <a:off x="11468140" y="5576165"/>
              <a:ext cx="305700" cy="308400"/>
            </a:xfrm>
            <a:prstGeom prst="ellipse">
              <a:avLst/>
            </a:prstGeom>
            <a:solidFill>
              <a:schemeClr val="bg2">
                <a:lumMod val="10000"/>
              </a:schemeClr>
            </a:solidFill>
            <a:ln w="179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47" name="Google Shape;167;p1">
              <a:extLst>
                <a:ext uri="{FF2B5EF4-FFF2-40B4-BE49-F238E27FC236}">
                  <a16:creationId xmlns:a16="http://schemas.microsoft.com/office/drawing/2014/main" id="{89B2FAE9-C225-DCDF-34EA-32B6A4EBC460}"/>
                </a:ext>
              </a:extLst>
            </p:cNvPr>
            <p:cNvSpPr/>
            <p:nvPr/>
          </p:nvSpPr>
          <p:spPr>
            <a:xfrm>
              <a:off x="10719482" y="592538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49" name="Google Shape;168;p1">
              <a:extLst>
                <a:ext uri="{FF2B5EF4-FFF2-40B4-BE49-F238E27FC236}">
                  <a16:creationId xmlns:a16="http://schemas.microsoft.com/office/drawing/2014/main" id="{F7A71F96-36A2-9179-5D73-36B909BCC8D1}"/>
                </a:ext>
              </a:extLst>
            </p:cNvPr>
            <p:cNvSpPr/>
            <p:nvPr/>
          </p:nvSpPr>
          <p:spPr>
            <a:xfrm>
              <a:off x="11061232" y="5405652"/>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50" name="Google Shape;169;p1">
              <a:extLst>
                <a:ext uri="{FF2B5EF4-FFF2-40B4-BE49-F238E27FC236}">
                  <a16:creationId xmlns:a16="http://schemas.microsoft.com/office/drawing/2014/main" id="{F84FC7FA-96C6-A357-94BB-4CD433564413}"/>
                </a:ext>
              </a:extLst>
            </p:cNvPr>
            <p:cNvSpPr/>
            <p:nvPr/>
          </p:nvSpPr>
          <p:spPr>
            <a:xfrm>
              <a:off x="10592773" y="6139937"/>
              <a:ext cx="274500" cy="276300"/>
            </a:xfrm>
            <a:prstGeom prst="ellipse">
              <a:avLst/>
            </a:prstGeom>
            <a:solidFill>
              <a:schemeClr val="tx1">
                <a:lumMod val="20000"/>
                <a:lumOff val="80000"/>
              </a:schemeClr>
            </a:solidFill>
            <a:ln w="9525" cap="flat" cmpd="sng">
              <a:solidFill>
                <a:schemeClr val="tx1">
                  <a:lumMod val="20000"/>
                  <a:lumOff val="8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51" name="Google Shape;170;p1">
              <a:extLst>
                <a:ext uri="{FF2B5EF4-FFF2-40B4-BE49-F238E27FC236}">
                  <a16:creationId xmlns:a16="http://schemas.microsoft.com/office/drawing/2014/main" id="{AB15B29D-728B-19BA-E7D8-CABA72120601}"/>
                </a:ext>
              </a:extLst>
            </p:cNvPr>
            <p:cNvSpPr/>
            <p:nvPr/>
          </p:nvSpPr>
          <p:spPr>
            <a:xfrm>
              <a:off x="11037864" y="6333062"/>
              <a:ext cx="192300" cy="198000"/>
            </a:xfrm>
            <a:prstGeom prst="ellipse">
              <a:avLst/>
            </a:prstGeom>
            <a:solidFill>
              <a:srgbClr val="D9D9D9"/>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52" name="Google Shape;171;p1">
              <a:extLst>
                <a:ext uri="{FF2B5EF4-FFF2-40B4-BE49-F238E27FC236}">
                  <a16:creationId xmlns:a16="http://schemas.microsoft.com/office/drawing/2014/main" id="{919675EE-8692-234D-7ACF-867BDF263631}"/>
                </a:ext>
              </a:extLst>
            </p:cNvPr>
            <p:cNvSpPr/>
            <p:nvPr/>
          </p:nvSpPr>
          <p:spPr>
            <a:xfrm>
              <a:off x="11449106" y="6300040"/>
              <a:ext cx="553500" cy="567900"/>
            </a:xfrm>
            <a:prstGeom prst="ellipse">
              <a:avLst/>
            </a:prstGeom>
            <a:solidFill>
              <a:schemeClr val="tx1">
                <a:lumMod val="20000"/>
                <a:lumOff val="80000"/>
              </a:schemeClr>
            </a:solidFill>
            <a:ln w="26900" cap="flat" cmpd="sng">
              <a:solidFill>
                <a:schemeClr val="tx1">
                  <a:lumMod val="20000"/>
                  <a:lumOff val="8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54" name="Google Shape;172;p1">
              <a:extLst>
                <a:ext uri="{FF2B5EF4-FFF2-40B4-BE49-F238E27FC236}">
                  <a16:creationId xmlns:a16="http://schemas.microsoft.com/office/drawing/2014/main" id="{C3E2B085-699F-8817-9AFF-8B0FCAA27169}"/>
                </a:ext>
              </a:extLst>
            </p:cNvPr>
            <p:cNvCxnSpPr>
              <a:cxnSpLocks/>
              <a:stCxn id="33" idx="2"/>
              <a:endCxn id="46" idx="6"/>
            </p:cNvCxnSpPr>
            <p:nvPr/>
          </p:nvCxnSpPr>
          <p:spPr>
            <a:xfrm flipH="1">
              <a:off x="11773943" y="5649161"/>
              <a:ext cx="463800" cy="81300"/>
            </a:xfrm>
            <a:prstGeom prst="straightConnector1">
              <a:avLst/>
            </a:prstGeom>
            <a:noFill/>
            <a:ln w="9525" cap="flat" cmpd="sng">
              <a:solidFill>
                <a:schemeClr val="bg2">
                  <a:lumMod val="10000"/>
                </a:schemeClr>
              </a:solidFill>
              <a:prstDash val="solid"/>
              <a:round/>
              <a:headEnd type="none" w="sm" len="sm"/>
              <a:tailEnd type="stealth" w="med" len="med"/>
            </a:ln>
          </p:spPr>
        </p:cxnSp>
        <p:cxnSp>
          <p:nvCxnSpPr>
            <p:cNvPr id="55" name="Google Shape;173;p1">
              <a:extLst>
                <a:ext uri="{FF2B5EF4-FFF2-40B4-BE49-F238E27FC236}">
                  <a16:creationId xmlns:a16="http://schemas.microsoft.com/office/drawing/2014/main" id="{D226FA5C-481A-B4E0-18CC-D80AA1BB26FB}"/>
                </a:ext>
              </a:extLst>
            </p:cNvPr>
            <p:cNvCxnSpPr>
              <a:stCxn id="46" idx="2"/>
              <a:endCxn id="452" idx="6"/>
            </p:cNvCxnSpPr>
            <p:nvPr/>
          </p:nvCxnSpPr>
          <p:spPr>
            <a:xfrm flipH="1">
              <a:off x="11113540" y="5730365"/>
              <a:ext cx="354600" cy="30600"/>
            </a:xfrm>
            <a:prstGeom prst="straightConnector1">
              <a:avLst/>
            </a:prstGeom>
            <a:noFill/>
            <a:ln w="9525" cap="flat" cmpd="sng">
              <a:solidFill>
                <a:schemeClr val="bg2">
                  <a:lumMod val="10000"/>
                </a:schemeClr>
              </a:solidFill>
              <a:prstDash val="solid"/>
              <a:round/>
              <a:headEnd type="none" w="sm" len="sm"/>
              <a:tailEnd type="stealth" w="med" len="med"/>
            </a:ln>
          </p:spPr>
        </p:cxnSp>
        <p:cxnSp>
          <p:nvCxnSpPr>
            <p:cNvPr id="57" name="Google Shape;175;p1">
              <a:extLst>
                <a:ext uri="{FF2B5EF4-FFF2-40B4-BE49-F238E27FC236}">
                  <a16:creationId xmlns:a16="http://schemas.microsoft.com/office/drawing/2014/main" id="{C171881F-AC6A-7244-1D6D-1C80F63960D5}"/>
                </a:ext>
              </a:extLst>
            </p:cNvPr>
            <p:cNvCxnSpPr>
              <a:stCxn id="52" idx="1"/>
              <a:endCxn id="448" idx="5"/>
            </p:cNvCxnSpPr>
            <p:nvPr/>
          </p:nvCxnSpPr>
          <p:spPr>
            <a:xfrm rot="10800000">
              <a:off x="11390064" y="6170507"/>
              <a:ext cx="140100" cy="212700"/>
            </a:xfrm>
            <a:prstGeom prst="straightConnector1">
              <a:avLst/>
            </a:prstGeom>
            <a:noFill/>
            <a:ln w="9525" cap="flat" cmpd="sng">
              <a:solidFill>
                <a:srgbClr val="CCCCCC"/>
              </a:solidFill>
              <a:prstDash val="solid"/>
              <a:round/>
              <a:headEnd type="none" w="sm" len="sm"/>
              <a:tailEnd type="stealth" w="med" len="med"/>
            </a:ln>
          </p:spPr>
        </p:cxnSp>
        <p:cxnSp>
          <p:nvCxnSpPr>
            <p:cNvPr id="58" name="Google Shape;177;p1">
              <a:extLst>
                <a:ext uri="{FF2B5EF4-FFF2-40B4-BE49-F238E27FC236}">
                  <a16:creationId xmlns:a16="http://schemas.microsoft.com/office/drawing/2014/main" id="{69C71BEB-EC6A-89AB-EEBB-38C20C559711}"/>
                </a:ext>
              </a:extLst>
            </p:cNvPr>
            <p:cNvCxnSpPr>
              <a:stCxn id="52" idx="2"/>
              <a:endCxn id="51" idx="5"/>
            </p:cNvCxnSpPr>
            <p:nvPr/>
          </p:nvCxnSpPr>
          <p:spPr>
            <a:xfrm rot="10800000">
              <a:off x="11201906" y="6502090"/>
              <a:ext cx="247200" cy="81900"/>
            </a:xfrm>
            <a:prstGeom prst="straightConnector1">
              <a:avLst/>
            </a:prstGeom>
            <a:noFill/>
            <a:ln w="9525" cap="flat" cmpd="sng">
              <a:solidFill>
                <a:srgbClr val="CCCCCC"/>
              </a:solidFill>
              <a:prstDash val="solid"/>
              <a:round/>
              <a:headEnd type="none" w="sm" len="sm"/>
              <a:tailEnd type="stealth" w="med" len="med"/>
            </a:ln>
          </p:spPr>
        </p:cxnSp>
        <p:cxnSp>
          <p:nvCxnSpPr>
            <p:cNvPr id="59" name="Google Shape;178;p1">
              <a:extLst>
                <a:ext uri="{FF2B5EF4-FFF2-40B4-BE49-F238E27FC236}">
                  <a16:creationId xmlns:a16="http://schemas.microsoft.com/office/drawing/2014/main" id="{A947EFE9-82AA-1601-5E88-87617768DE8C}"/>
                </a:ext>
              </a:extLst>
            </p:cNvPr>
            <p:cNvCxnSpPr>
              <a:stCxn id="51" idx="2"/>
              <a:endCxn id="50" idx="6"/>
            </p:cNvCxnSpPr>
            <p:nvPr/>
          </p:nvCxnSpPr>
          <p:spPr>
            <a:xfrm rot="10800000">
              <a:off x="10867164" y="6278162"/>
              <a:ext cx="170700" cy="153900"/>
            </a:xfrm>
            <a:prstGeom prst="straightConnector1">
              <a:avLst/>
            </a:prstGeom>
            <a:noFill/>
            <a:ln w="9525" cap="flat" cmpd="sng">
              <a:solidFill>
                <a:schemeClr val="tx1">
                  <a:lumMod val="20000"/>
                  <a:lumOff val="80000"/>
                </a:schemeClr>
              </a:solidFill>
              <a:prstDash val="solid"/>
              <a:round/>
              <a:headEnd type="none" w="sm" len="sm"/>
              <a:tailEnd type="stealth" w="med" len="med"/>
            </a:ln>
          </p:spPr>
        </p:cxnSp>
        <p:cxnSp>
          <p:nvCxnSpPr>
            <p:cNvPr id="60" name="Google Shape;179;p1">
              <a:extLst>
                <a:ext uri="{FF2B5EF4-FFF2-40B4-BE49-F238E27FC236}">
                  <a16:creationId xmlns:a16="http://schemas.microsoft.com/office/drawing/2014/main" id="{0727E80D-E510-703B-550E-2D7FD347CB30}"/>
                </a:ext>
              </a:extLst>
            </p:cNvPr>
            <p:cNvCxnSpPr>
              <a:stCxn id="448" idx="2"/>
              <a:endCxn id="47" idx="5"/>
            </p:cNvCxnSpPr>
            <p:nvPr/>
          </p:nvCxnSpPr>
          <p:spPr>
            <a:xfrm rot="10800000">
              <a:off x="10883737" y="6094319"/>
              <a:ext cx="342300" cy="6300"/>
            </a:xfrm>
            <a:prstGeom prst="straightConnector1">
              <a:avLst/>
            </a:prstGeom>
            <a:noFill/>
            <a:ln w="9525" cap="flat" cmpd="sng">
              <a:solidFill>
                <a:srgbClr val="CCCCCC"/>
              </a:solidFill>
              <a:prstDash val="solid"/>
              <a:round/>
              <a:headEnd type="none" w="sm" len="sm"/>
              <a:tailEnd type="stealth" w="med" len="med"/>
            </a:ln>
          </p:spPr>
        </p:cxnSp>
        <p:cxnSp>
          <p:nvCxnSpPr>
            <p:cNvPr id="61" name="Google Shape;180;p1">
              <a:extLst>
                <a:ext uri="{FF2B5EF4-FFF2-40B4-BE49-F238E27FC236}">
                  <a16:creationId xmlns:a16="http://schemas.microsoft.com/office/drawing/2014/main" id="{C10D8686-8D9E-9FF0-CF8B-6510004EEF77}"/>
                </a:ext>
              </a:extLst>
            </p:cNvPr>
            <p:cNvCxnSpPr>
              <a:stCxn id="46" idx="1"/>
              <a:endCxn id="49" idx="5"/>
            </p:cNvCxnSpPr>
            <p:nvPr/>
          </p:nvCxnSpPr>
          <p:spPr>
            <a:xfrm rot="10800000">
              <a:off x="11225509" y="5574529"/>
              <a:ext cx="287400" cy="46800"/>
            </a:xfrm>
            <a:prstGeom prst="straightConnector1">
              <a:avLst/>
            </a:prstGeom>
            <a:noFill/>
            <a:ln w="9525" cap="flat" cmpd="sng">
              <a:solidFill>
                <a:srgbClr val="CCCCCC"/>
              </a:solidFill>
              <a:prstDash val="solid"/>
              <a:round/>
              <a:headEnd type="none" w="sm" len="sm"/>
              <a:tailEnd type="stealth" w="med" len="med"/>
            </a:ln>
          </p:spPr>
        </p:cxnSp>
        <p:cxnSp>
          <p:nvCxnSpPr>
            <p:cNvPr id="62" name="Google Shape;181;p1">
              <a:extLst>
                <a:ext uri="{FF2B5EF4-FFF2-40B4-BE49-F238E27FC236}">
                  <a16:creationId xmlns:a16="http://schemas.microsoft.com/office/drawing/2014/main" id="{2EA2FED0-30D3-37FF-7E7F-7B2E7B24680B}"/>
                </a:ext>
              </a:extLst>
            </p:cNvPr>
            <p:cNvCxnSpPr>
              <a:stCxn id="466" idx="2"/>
              <a:endCxn id="448" idx="6"/>
            </p:cNvCxnSpPr>
            <p:nvPr/>
          </p:nvCxnSpPr>
          <p:spPr>
            <a:xfrm flipH="1">
              <a:off x="11418366" y="5897435"/>
              <a:ext cx="710100" cy="203100"/>
            </a:xfrm>
            <a:prstGeom prst="straightConnector1">
              <a:avLst/>
            </a:prstGeom>
            <a:noFill/>
            <a:ln w="9525" cap="flat" cmpd="sng">
              <a:solidFill>
                <a:srgbClr val="CCCCCC"/>
              </a:solidFill>
              <a:prstDash val="solid"/>
              <a:round/>
              <a:headEnd type="none" w="sm" len="sm"/>
              <a:tailEnd type="stealth" w="med" len="med"/>
            </a:ln>
          </p:spPr>
        </p:cxnSp>
        <p:cxnSp>
          <p:nvCxnSpPr>
            <p:cNvPr id="63" name="Google Shape;183;p1">
              <a:extLst>
                <a:ext uri="{FF2B5EF4-FFF2-40B4-BE49-F238E27FC236}">
                  <a16:creationId xmlns:a16="http://schemas.microsoft.com/office/drawing/2014/main" id="{674E8580-236F-4EA1-3A6E-34408F987CA1}"/>
                </a:ext>
              </a:extLst>
            </p:cNvPr>
            <p:cNvCxnSpPr>
              <a:stCxn id="466" idx="2"/>
              <a:endCxn id="47" idx="6"/>
            </p:cNvCxnSpPr>
            <p:nvPr/>
          </p:nvCxnSpPr>
          <p:spPr>
            <a:xfrm flipH="1">
              <a:off x="10911666" y="5897435"/>
              <a:ext cx="1216800" cy="126900"/>
            </a:xfrm>
            <a:prstGeom prst="straightConnector1">
              <a:avLst/>
            </a:prstGeom>
            <a:noFill/>
            <a:ln w="9525" cap="flat" cmpd="sng">
              <a:solidFill>
                <a:srgbClr val="CCCCCC"/>
              </a:solidFill>
              <a:prstDash val="solid"/>
              <a:round/>
              <a:headEnd type="none" w="sm" len="sm"/>
              <a:tailEnd type="stealth" w="med" len="med"/>
            </a:ln>
          </p:spPr>
        </p:cxnSp>
        <p:sp>
          <p:nvSpPr>
            <p:cNvPr id="448" name="Google Shape;176;p1">
              <a:extLst>
                <a:ext uri="{FF2B5EF4-FFF2-40B4-BE49-F238E27FC236}">
                  <a16:creationId xmlns:a16="http://schemas.microsoft.com/office/drawing/2014/main" id="{F4853B40-EA61-8A14-58AF-D586F1F88F80}"/>
                </a:ext>
              </a:extLst>
            </p:cNvPr>
            <p:cNvSpPr/>
            <p:nvPr/>
          </p:nvSpPr>
          <p:spPr>
            <a:xfrm>
              <a:off x="11226037" y="6001619"/>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449" name="Google Shape;184;p1">
              <a:extLst>
                <a:ext uri="{FF2B5EF4-FFF2-40B4-BE49-F238E27FC236}">
                  <a16:creationId xmlns:a16="http://schemas.microsoft.com/office/drawing/2014/main" id="{AD90669D-3D5E-5B8D-A6C1-FDAEE696556C}"/>
                </a:ext>
              </a:extLst>
            </p:cNvPr>
            <p:cNvCxnSpPr>
              <a:stCxn id="33" idx="2"/>
              <a:endCxn id="51" idx="7"/>
            </p:cNvCxnSpPr>
            <p:nvPr/>
          </p:nvCxnSpPr>
          <p:spPr>
            <a:xfrm flipH="1">
              <a:off x="11202143" y="5649161"/>
              <a:ext cx="1035600" cy="712800"/>
            </a:xfrm>
            <a:prstGeom prst="straightConnector1">
              <a:avLst/>
            </a:prstGeom>
            <a:noFill/>
            <a:ln w="9525" cap="flat" cmpd="sng">
              <a:solidFill>
                <a:srgbClr val="CCCCCC"/>
              </a:solidFill>
              <a:prstDash val="solid"/>
              <a:round/>
              <a:headEnd type="none" w="sm" len="sm"/>
              <a:tailEnd type="stealth" w="med" len="med"/>
            </a:ln>
          </p:spPr>
        </p:cxnSp>
        <p:cxnSp>
          <p:nvCxnSpPr>
            <p:cNvPr id="450" name="Google Shape;185;p1">
              <a:extLst>
                <a:ext uri="{FF2B5EF4-FFF2-40B4-BE49-F238E27FC236}">
                  <a16:creationId xmlns:a16="http://schemas.microsoft.com/office/drawing/2014/main" id="{2AD66BDB-DE90-6199-432F-88B0D1F0AF8B}"/>
                </a:ext>
              </a:extLst>
            </p:cNvPr>
            <p:cNvCxnSpPr>
              <a:stCxn id="33" idx="5"/>
              <a:endCxn id="40" idx="1"/>
            </p:cNvCxnSpPr>
            <p:nvPr/>
          </p:nvCxnSpPr>
          <p:spPr>
            <a:xfrm>
              <a:off x="12401881" y="5719165"/>
              <a:ext cx="907200" cy="894600"/>
            </a:xfrm>
            <a:prstGeom prst="straightConnector1">
              <a:avLst/>
            </a:prstGeom>
            <a:noFill/>
            <a:ln w="17925" cap="flat" cmpd="sng">
              <a:solidFill>
                <a:srgbClr val="D9D9D9"/>
              </a:solidFill>
              <a:prstDash val="solid"/>
              <a:round/>
              <a:headEnd type="none" w="sm" len="sm"/>
              <a:tailEnd type="stealth" w="med" len="med"/>
            </a:ln>
          </p:spPr>
        </p:cxnSp>
        <p:sp>
          <p:nvSpPr>
            <p:cNvPr id="452" name="Google Shape;174;p1">
              <a:extLst>
                <a:ext uri="{FF2B5EF4-FFF2-40B4-BE49-F238E27FC236}">
                  <a16:creationId xmlns:a16="http://schemas.microsoft.com/office/drawing/2014/main" id="{79D3B291-584C-B90F-5513-7A30553C9D69}"/>
                </a:ext>
              </a:extLst>
            </p:cNvPr>
            <p:cNvSpPr/>
            <p:nvPr/>
          </p:nvSpPr>
          <p:spPr>
            <a:xfrm>
              <a:off x="10921235" y="5662025"/>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453" name="Google Shape;186;p1">
              <a:extLst>
                <a:ext uri="{FF2B5EF4-FFF2-40B4-BE49-F238E27FC236}">
                  <a16:creationId xmlns:a16="http://schemas.microsoft.com/office/drawing/2014/main" id="{5917A6D6-B400-4F8A-D4BA-D2A2FFCEC6DD}"/>
                </a:ext>
              </a:extLst>
            </p:cNvPr>
            <p:cNvCxnSpPr>
              <a:stCxn id="466" idx="2"/>
              <a:endCxn id="51" idx="6"/>
            </p:cNvCxnSpPr>
            <p:nvPr/>
          </p:nvCxnSpPr>
          <p:spPr>
            <a:xfrm flipH="1">
              <a:off x="11230266" y="5897435"/>
              <a:ext cx="898200" cy="534600"/>
            </a:xfrm>
            <a:prstGeom prst="straightConnector1">
              <a:avLst/>
            </a:prstGeom>
            <a:noFill/>
            <a:ln w="9525" cap="flat" cmpd="sng">
              <a:solidFill>
                <a:srgbClr val="CCCCCC"/>
              </a:solidFill>
              <a:prstDash val="solid"/>
              <a:round/>
              <a:headEnd type="none" w="sm" len="sm"/>
              <a:tailEnd type="stealth" w="med" len="med"/>
            </a:ln>
          </p:spPr>
        </p:cxnSp>
        <p:cxnSp>
          <p:nvCxnSpPr>
            <p:cNvPr id="456" name="Google Shape;187;p1">
              <a:extLst>
                <a:ext uri="{FF2B5EF4-FFF2-40B4-BE49-F238E27FC236}">
                  <a16:creationId xmlns:a16="http://schemas.microsoft.com/office/drawing/2014/main" id="{64AE7698-2A3D-ED3A-921D-3802FE1463F9}"/>
                </a:ext>
              </a:extLst>
            </p:cNvPr>
            <p:cNvCxnSpPr>
              <a:stCxn id="461" idx="6"/>
              <a:endCxn id="39" idx="2"/>
            </p:cNvCxnSpPr>
            <p:nvPr/>
          </p:nvCxnSpPr>
          <p:spPr>
            <a:xfrm rot="10800000" flipH="1">
              <a:off x="12553633" y="5743151"/>
              <a:ext cx="437100" cy="199800"/>
            </a:xfrm>
            <a:prstGeom prst="straightConnector1">
              <a:avLst/>
            </a:prstGeom>
            <a:noFill/>
            <a:ln w="9525" cap="flat" cmpd="sng">
              <a:solidFill>
                <a:schemeClr val="bg2">
                  <a:lumMod val="10000"/>
                </a:schemeClr>
              </a:solidFill>
              <a:prstDash val="solid"/>
              <a:round/>
              <a:headEnd type="none" w="sm" len="sm"/>
              <a:tailEnd type="stealth" w="med" len="med"/>
            </a:ln>
          </p:spPr>
        </p:cxnSp>
        <p:cxnSp>
          <p:nvCxnSpPr>
            <p:cNvPr id="457" name="Google Shape;189;p1">
              <a:extLst>
                <a:ext uri="{FF2B5EF4-FFF2-40B4-BE49-F238E27FC236}">
                  <a16:creationId xmlns:a16="http://schemas.microsoft.com/office/drawing/2014/main" id="{DD004A82-D516-F95A-A119-2578AB5C7761}"/>
                </a:ext>
              </a:extLst>
            </p:cNvPr>
            <p:cNvCxnSpPr>
              <a:stCxn id="39" idx="7"/>
              <a:endCxn id="37" idx="2"/>
            </p:cNvCxnSpPr>
            <p:nvPr/>
          </p:nvCxnSpPr>
          <p:spPr>
            <a:xfrm rot="10800000" flipH="1">
              <a:off x="13154736" y="5621063"/>
              <a:ext cx="162600" cy="52200"/>
            </a:xfrm>
            <a:prstGeom prst="straightConnector1">
              <a:avLst/>
            </a:prstGeom>
            <a:noFill/>
            <a:ln w="9525" cap="flat" cmpd="sng">
              <a:solidFill>
                <a:srgbClr val="E4E4E3"/>
              </a:solidFill>
              <a:prstDash val="solid"/>
              <a:round/>
              <a:headEnd type="none" w="sm" len="sm"/>
              <a:tailEnd type="stealth" w="med" len="med"/>
            </a:ln>
          </p:spPr>
        </p:cxnSp>
        <p:cxnSp>
          <p:nvCxnSpPr>
            <p:cNvPr id="458" name="Google Shape;190;p1">
              <a:extLst>
                <a:ext uri="{FF2B5EF4-FFF2-40B4-BE49-F238E27FC236}">
                  <a16:creationId xmlns:a16="http://schemas.microsoft.com/office/drawing/2014/main" id="{7F5DE65E-A599-D5A7-2F05-9BF026E67FD9}"/>
                </a:ext>
              </a:extLst>
            </p:cNvPr>
            <p:cNvCxnSpPr>
              <a:stCxn id="37" idx="6"/>
              <a:endCxn id="38" idx="2"/>
            </p:cNvCxnSpPr>
            <p:nvPr/>
          </p:nvCxnSpPr>
          <p:spPr>
            <a:xfrm rot="10800000" flipH="1">
              <a:off x="13509582" y="5405984"/>
              <a:ext cx="189900" cy="215100"/>
            </a:xfrm>
            <a:prstGeom prst="straightConnector1">
              <a:avLst/>
            </a:prstGeom>
            <a:noFill/>
            <a:ln w="9525" cap="flat" cmpd="sng">
              <a:solidFill>
                <a:srgbClr val="E4E4E3"/>
              </a:solidFill>
              <a:prstDash val="solid"/>
              <a:round/>
              <a:headEnd type="none" w="sm" len="sm"/>
              <a:tailEnd type="stealth" w="med" len="med"/>
            </a:ln>
          </p:spPr>
        </p:cxnSp>
        <p:cxnSp>
          <p:nvCxnSpPr>
            <p:cNvPr id="459" name="Google Shape;191;p1">
              <a:extLst>
                <a:ext uri="{FF2B5EF4-FFF2-40B4-BE49-F238E27FC236}">
                  <a16:creationId xmlns:a16="http://schemas.microsoft.com/office/drawing/2014/main" id="{EE1EA4A0-9DCB-087B-7581-1BE52737FB86}"/>
                </a:ext>
              </a:extLst>
            </p:cNvPr>
            <p:cNvCxnSpPr>
              <a:stCxn id="33" idx="6"/>
              <a:endCxn id="35" idx="2"/>
            </p:cNvCxnSpPr>
            <p:nvPr/>
          </p:nvCxnSpPr>
          <p:spPr>
            <a:xfrm rot="10800000" flipH="1">
              <a:off x="12430043" y="5497061"/>
              <a:ext cx="560700" cy="152100"/>
            </a:xfrm>
            <a:prstGeom prst="straightConnector1">
              <a:avLst/>
            </a:prstGeom>
            <a:noFill/>
            <a:ln w="9525" cap="flat" cmpd="sng">
              <a:solidFill>
                <a:srgbClr val="E4E4E3"/>
              </a:solidFill>
              <a:prstDash val="solid"/>
              <a:round/>
              <a:headEnd type="none" w="sm" len="sm"/>
              <a:tailEnd type="stealth" w="med" len="med"/>
            </a:ln>
          </p:spPr>
        </p:cxnSp>
        <p:sp>
          <p:nvSpPr>
            <p:cNvPr id="461" name="Google Shape;188;p1">
              <a:extLst>
                <a:ext uri="{FF2B5EF4-FFF2-40B4-BE49-F238E27FC236}">
                  <a16:creationId xmlns:a16="http://schemas.microsoft.com/office/drawing/2014/main" id="{3C9F2CF4-EB87-358A-7947-45FA4E3B401A}"/>
                </a:ext>
              </a:extLst>
            </p:cNvPr>
            <p:cNvSpPr/>
            <p:nvPr/>
          </p:nvSpPr>
          <p:spPr>
            <a:xfrm>
              <a:off x="12361333" y="5843951"/>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465" name="Google Shape;192;p1">
              <a:extLst>
                <a:ext uri="{FF2B5EF4-FFF2-40B4-BE49-F238E27FC236}">
                  <a16:creationId xmlns:a16="http://schemas.microsoft.com/office/drawing/2014/main" id="{EE665A4D-B79C-430C-2320-6C7F3458D867}"/>
                </a:ext>
              </a:extLst>
            </p:cNvPr>
            <p:cNvCxnSpPr>
              <a:stCxn id="35" idx="7"/>
              <a:endCxn id="36" idx="2"/>
            </p:cNvCxnSpPr>
            <p:nvPr/>
          </p:nvCxnSpPr>
          <p:spPr>
            <a:xfrm rot="10800000" flipH="1">
              <a:off x="13154747" y="5328685"/>
              <a:ext cx="174300" cy="98400"/>
            </a:xfrm>
            <a:prstGeom prst="straightConnector1">
              <a:avLst/>
            </a:prstGeom>
            <a:noFill/>
            <a:ln w="9525" cap="flat" cmpd="sng">
              <a:solidFill>
                <a:srgbClr val="E4E4E3"/>
              </a:solidFill>
              <a:prstDash val="solid"/>
              <a:round/>
              <a:headEnd type="none" w="sm" len="sm"/>
              <a:tailEnd type="stealth" w="med" len="med"/>
            </a:ln>
          </p:spPr>
        </p:cxnSp>
        <p:sp>
          <p:nvSpPr>
            <p:cNvPr id="466" name="Google Shape;182;p1">
              <a:extLst>
                <a:ext uri="{FF2B5EF4-FFF2-40B4-BE49-F238E27FC236}">
                  <a16:creationId xmlns:a16="http://schemas.microsoft.com/office/drawing/2014/main" id="{01538FB3-AF10-63DD-7D40-1EA18A829CDE}"/>
                </a:ext>
              </a:extLst>
            </p:cNvPr>
            <p:cNvSpPr/>
            <p:nvPr/>
          </p:nvSpPr>
          <p:spPr>
            <a:xfrm>
              <a:off x="12128466" y="579843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468" name="Google Shape;193;p1">
              <a:extLst>
                <a:ext uri="{FF2B5EF4-FFF2-40B4-BE49-F238E27FC236}">
                  <a16:creationId xmlns:a16="http://schemas.microsoft.com/office/drawing/2014/main" id="{F6E8C7D3-7323-C063-1D44-1AC027DC9C1A}"/>
                </a:ext>
              </a:extLst>
            </p:cNvPr>
            <p:cNvCxnSpPr>
              <a:stCxn id="52" idx="6"/>
              <a:endCxn id="40" idx="2"/>
            </p:cNvCxnSpPr>
            <p:nvPr/>
          </p:nvCxnSpPr>
          <p:spPr>
            <a:xfrm>
              <a:off x="12002606" y="6583990"/>
              <a:ext cx="1258500" cy="148800"/>
            </a:xfrm>
            <a:prstGeom prst="straightConnector1">
              <a:avLst/>
            </a:prstGeom>
            <a:noFill/>
            <a:ln w="35850" cap="flat" cmpd="sng">
              <a:solidFill>
                <a:srgbClr val="E4E4E3"/>
              </a:solidFill>
              <a:prstDash val="solid"/>
              <a:round/>
              <a:headEnd type="stealth" w="med" len="med"/>
              <a:tailEnd type="none" w="sm" len="sm"/>
            </a:ln>
          </p:spPr>
        </p:cxnSp>
        <p:cxnSp>
          <p:nvCxnSpPr>
            <p:cNvPr id="470" name="Google Shape;194;p1">
              <a:extLst>
                <a:ext uri="{FF2B5EF4-FFF2-40B4-BE49-F238E27FC236}">
                  <a16:creationId xmlns:a16="http://schemas.microsoft.com/office/drawing/2014/main" id="{12FA740A-0947-7236-8C0F-4BB6A99DE559}"/>
                </a:ext>
              </a:extLst>
            </p:cNvPr>
            <p:cNvCxnSpPr>
              <a:stCxn id="44" idx="1"/>
              <a:endCxn id="46" idx="5"/>
            </p:cNvCxnSpPr>
            <p:nvPr/>
          </p:nvCxnSpPr>
          <p:spPr>
            <a:xfrm rot="10800000">
              <a:off x="11729045" y="5839432"/>
              <a:ext cx="1188600" cy="962700"/>
            </a:xfrm>
            <a:prstGeom prst="straightConnector1">
              <a:avLst/>
            </a:prstGeom>
            <a:noFill/>
            <a:ln w="9525" cap="flat" cmpd="sng">
              <a:solidFill>
                <a:schemeClr val="bg2">
                  <a:lumMod val="10000"/>
                </a:schemeClr>
              </a:solidFill>
              <a:prstDash val="solid"/>
              <a:round/>
              <a:headEnd type="none" w="sm" len="sm"/>
              <a:tailEnd type="stealth" w="med" len="med"/>
            </a:ln>
          </p:spPr>
        </p:cxnSp>
        <p:cxnSp>
          <p:nvCxnSpPr>
            <p:cNvPr id="471" name="Google Shape;195;p1">
              <a:extLst>
                <a:ext uri="{FF2B5EF4-FFF2-40B4-BE49-F238E27FC236}">
                  <a16:creationId xmlns:a16="http://schemas.microsoft.com/office/drawing/2014/main" id="{554EA779-2C8D-7FEC-1B34-333930568CDA}"/>
                </a:ext>
              </a:extLst>
            </p:cNvPr>
            <p:cNvCxnSpPr>
              <a:stCxn id="466" idx="3"/>
              <a:endCxn id="52" idx="7"/>
            </p:cNvCxnSpPr>
            <p:nvPr/>
          </p:nvCxnSpPr>
          <p:spPr>
            <a:xfrm flipH="1">
              <a:off x="11921428" y="5967439"/>
              <a:ext cx="235200" cy="415800"/>
            </a:xfrm>
            <a:prstGeom prst="straightConnector1">
              <a:avLst/>
            </a:prstGeom>
            <a:noFill/>
            <a:ln w="35850" cap="flat" cmpd="sng">
              <a:solidFill>
                <a:srgbClr val="E4E4E3"/>
              </a:solidFill>
              <a:prstDash val="solid"/>
              <a:round/>
              <a:headEnd type="none" w="sm" len="sm"/>
              <a:tailEnd type="stealth" w="med" len="med"/>
            </a:ln>
          </p:spPr>
        </p:cxnSp>
        <p:cxnSp>
          <p:nvCxnSpPr>
            <p:cNvPr id="472" name="Google Shape;196;p1">
              <a:extLst>
                <a:ext uri="{FF2B5EF4-FFF2-40B4-BE49-F238E27FC236}">
                  <a16:creationId xmlns:a16="http://schemas.microsoft.com/office/drawing/2014/main" id="{68257580-A5B2-E2CC-2F80-6F20033A6156}"/>
                </a:ext>
              </a:extLst>
            </p:cNvPr>
            <p:cNvCxnSpPr>
              <a:stCxn id="461" idx="5"/>
              <a:endCxn id="44" idx="1"/>
            </p:cNvCxnSpPr>
            <p:nvPr/>
          </p:nvCxnSpPr>
          <p:spPr>
            <a:xfrm>
              <a:off x="12525471" y="6012955"/>
              <a:ext cx="392100" cy="789300"/>
            </a:xfrm>
            <a:prstGeom prst="straightConnector1">
              <a:avLst/>
            </a:prstGeom>
            <a:noFill/>
            <a:ln w="9525" cap="flat" cmpd="sng">
              <a:solidFill>
                <a:schemeClr val="bg2">
                  <a:lumMod val="10000"/>
                </a:schemeClr>
              </a:solidFill>
              <a:prstDash val="solid"/>
              <a:round/>
              <a:headEnd type="none" w="sm" len="sm"/>
              <a:tailEnd type="stealth" w="med" len="med"/>
            </a:ln>
          </p:spPr>
        </p:cxnSp>
        <p:cxnSp>
          <p:nvCxnSpPr>
            <p:cNvPr id="473" name="Google Shape;197;p1">
              <a:extLst>
                <a:ext uri="{FF2B5EF4-FFF2-40B4-BE49-F238E27FC236}">
                  <a16:creationId xmlns:a16="http://schemas.microsoft.com/office/drawing/2014/main" id="{92E5CB37-37CE-826B-B9B4-6321C2D30FF0}"/>
                </a:ext>
              </a:extLst>
            </p:cNvPr>
            <p:cNvCxnSpPr>
              <a:stCxn id="33" idx="6"/>
              <a:endCxn id="39" idx="2"/>
            </p:cNvCxnSpPr>
            <p:nvPr/>
          </p:nvCxnSpPr>
          <p:spPr>
            <a:xfrm>
              <a:off x="12430043" y="5649161"/>
              <a:ext cx="560700" cy="94200"/>
            </a:xfrm>
            <a:prstGeom prst="straightConnector1">
              <a:avLst/>
            </a:prstGeom>
            <a:noFill/>
            <a:ln w="9525" cap="flat" cmpd="sng">
              <a:solidFill>
                <a:schemeClr val="bg2">
                  <a:lumMod val="10000"/>
                </a:schemeClr>
              </a:solidFill>
              <a:prstDash val="solid"/>
              <a:round/>
              <a:headEnd type="none" w="sm" len="sm"/>
              <a:tailEnd type="stealth" w="med" len="med"/>
            </a:ln>
          </p:spPr>
        </p:cxnSp>
        <p:cxnSp>
          <p:nvCxnSpPr>
            <p:cNvPr id="478" name="Google Shape;198;p1">
              <a:extLst>
                <a:ext uri="{FF2B5EF4-FFF2-40B4-BE49-F238E27FC236}">
                  <a16:creationId xmlns:a16="http://schemas.microsoft.com/office/drawing/2014/main" id="{ABE49376-CDC1-27E5-6030-81096E54484C}"/>
                </a:ext>
              </a:extLst>
            </p:cNvPr>
            <p:cNvCxnSpPr>
              <a:stCxn id="461" idx="6"/>
              <a:endCxn id="45" idx="2"/>
            </p:cNvCxnSpPr>
            <p:nvPr/>
          </p:nvCxnSpPr>
          <p:spPr>
            <a:xfrm>
              <a:off x="12553633" y="5942951"/>
              <a:ext cx="770400" cy="255300"/>
            </a:xfrm>
            <a:prstGeom prst="straightConnector1">
              <a:avLst/>
            </a:prstGeom>
            <a:noFill/>
            <a:ln w="9525" cap="flat" cmpd="sng">
              <a:solidFill>
                <a:schemeClr val="tx1">
                  <a:lumMod val="20000"/>
                  <a:lumOff val="80000"/>
                </a:schemeClr>
              </a:solidFill>
              <a:prstDash val="solid"/>
              <a:round/>
              <a:headEnd type="none" w="sm" len="sm"/>
              <a:tailEnd type="stealth" w="med" len="med"/>
            </a:ln>
          </p:spPr>
        </p:cxnSp>
        <p:cxnSp>
          <p:nvCxnSpPr>
            <p:cNvPr id="479" name="Google Shape;199;p1">
              <a:extLst>
                <a:ext uri="{FF2B5EF4-FFF2-40B4-BE49-F238E27FC236}">
                  <a16:creationId xmlns:a16="http://schemas.microsoft.com/office/drawing/2014/main" id="{FB2F88CB-EDBA-172F-ABA2-E94425F38BDB}"/>
                </a:ext>
              </a:extLst>
            </p:cNvPr>
            <p:cNvCxnSpPr>
              <a:stCxn id="461" idx="3"/>
              <a:endCxn id="52" idx="7"/>
            </p:cNvCxnSpPr>
            <p:nvPr/>
          </p:nvCxnSpPr>
          <p:spPr>
            <a:xfrm flipH="1">
              <a:off x="11921495" y="6012955"/>
              <a:ext cx="468000" cy="370200"/>
            </a:xfrm>
            <a:prstGeom prst="straightConnector1">
              <a:avLst/>
            </a:prstGeom>
            <a:noFill/>
            <a:ln w="9525" cap="flat" cmpd="sng">
              <a:solidFill>
                <a:schemeClr val="tx1">
                  <a:lumMod val="20000"/>
                  <a:lumOff val="80000"/>
                </a:schemeClr>
              </a:solidFill>
              <a:prstDash val="solid"/>
              <a:round/>
              <a:headEnd type="none" w="sm" len="sm"/>
              <a:tailEnd type="stealth" w="med" len="med"/>
            </a:ln>
          </p:spPr>
        </p:cxnSp>
        <p:cxnSp>
          <p:nvCxnSpPr>
            <p:cNvPr id="481" name="Google Shape;200;p1">
              <a:extLst>
                <a:ext uri="{FF2B5EF4-FFF2-40B4-BE49-F238E27FC236}">
                  <a16:creationId xmlns:a16="http://schemas.microsoft.com/office/drawing/2014/main" id="{C9205BFB-6D2D-E0E8-4417-5AE00819FA59}"/>
                </a:ext>
              </a:extLst>
            </p:cNvPr>
            <p:cNvCxnSpPr>
              <a:stCxn id="461" idx="6"/>
              <a:endCxn id="40" idx="1"/>
            </p:cNvCxnSpPr>
            <p:nvPr/>
          </p:nvCxnSpPr>
          <p:spPr>
            <a:xfrm>
              <a:off x="12553633" y="5942951"/>
              <a:ext cx="755400" cy="670800"/>
            </a:xfrm>
            <a:prstGeom prst="straightConnector1">
              <a:avLst/>
            </a:prstGeom>
            <a:noFill/>
            <a:ln w="17925" cap="flat" cmpd="sng">
              <a:solidFill>
                <a:schemeClr val="tx1">
                  <a:lumMod val="20000"/>
                  <a:lumOff val="80000"/>
                </a:schemeClr>
              </a:solidFill>
              <a:prstDash val="solid"/>
              <a:round/>
              <a:headEnd type="none" w="sm" len="sm"/>
              <a:tailEnd type="stealth" w="med" len="med"/>
            </a:ln>
          </p:spPr>
        </p:cxnSp>
      </p:grpSp>
      <p:pic>
        <p:nvPicPr>
          <p:cNvPr id="484" name="Graphic 483" descr="Arrow Right outline">
            <a:extLst>
              <a:ext uri="{FF2B5EF4-FFF2-40B4-BE49-F238E27FC236}">
                <a16:creationId xmlns:a16="http://schemas.microsoft.com/office/drawing/2014/main" id="{30681EB8-594D-A810-5324-9A1D61B384A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2700000">
            <a:off x="7591726" y="5830376"/>
            <a:ext cx="355067" cy="387922"/>
          </a:xfrm>
          <a:prstGeom prst="rect">
            <a:avLst/>
          </a:prstGeom>
        </p:spPr>
      </p:pic>
      <p:sp>
        <p:nvSpPr>
          <p:cNvPr id="488" name="Manipulate Variables">
            <a:extLst>
              <a:ext uri="{FF2B5EF4-FFF2-40B4-BE49-F238E27FC236}">
                <a16:creationId xmlns:a16="http://schemas.microsoft.com/office/drawing/2014/main" id="{DF0F07FD-A961-1FE2-9D6B-1B6EC28D4FFD}"/>
              </a:ext>
            </a:extLst>
          </p:cNvPr>
          <p:cNvSpPr txBox="1"/>
          <p:nvPr/>
        </p:nvSpPr>
        <p:spPr>
          <a:xfrm>
            <a:off x="9582328" y="2056725"/>
            <a:ext cx="1259960"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parse_*()</a:t>
            </a:r>
            <a:endParaRPr dirty="0"/>
          </a:p>
        </p:txBody>
      </p:sp>
      <p:sp>
        <p:nvSpPr>
          <p:cNvPr id="491" name="Create a visual hierarchy. Help users navigate the page with titles, subtitles, and subsubtitles">
            <a:extLst>
              <a:ext uri="{FF2B5EF4-FFF2-40B4-BE49-F238E27FC236}">
                <a16:creationId xmlns:a16="http://schemas.microsoft.com/office/drawing/2014/main" id="{915FDB2F-134A-C939-286D-865CEB285286}"/>
              </a:ext>
            </a:extLst>
          </p:cNvPr>
          <p:cNvSpPr txBox="1"/>
          <p:nvPr/>
        </p:nvSpPr>
        <p:spPr>
          <a:xfrm>
            <a:off x="9549043" y="2348387"/>
            <a:ext cx="4001355" cy="941203"/>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dirty="0">
                <a:latin typeface="Source Sans Pro" panose="020B0503030403020204" pitchFamily="34" charset="0"/>
                <a:ea typeface="Source Sans Pro" panose="020B0503030403020204" pitchFamily="34" charset="0"/>
              </a:rPr>
              <a:t>Parse functions take raw data sources, such as git logs, mailing lists, issue trackers, and normalize them into structured tables that transform functions can consume. This separation allows the same parsed data to be reused across multiple transforms without re-parsing the source.</a:t>
            </a:r>
            <a:endParaRPr dirty="0">
              <a:latin typeface="Source Sans Pro" panose="020B0503030403020204" pitchFamily="34" charset="0"/>
              <a:ea typeface="Source Sans Pro" panose="020B0503030403020204" pitchFamily="34" charset="0"/>
              <a:sym typeface="Source Sans Pro"/>
            </a:endParaRPr>
          </a:p>
        </p:txBody>
      </p:sp>
      <p:sp>
        <p:nvSpPr>
          <p:cNvPr id="492" name="Layout Suggestions">
            <a:extLst>
              <a:ext uri="{FF2B5EF4-FFF2-40B4-BE49-F238E27FC236}">
                <a16:creationId xmlns:a16="http://schemas.microsoft.com/office/drawing/2014/main" id="{73C3A558-CBB6-CF9C-EF62-8BD28ACF9332}"/>
              </a:ext>
            </a:extLst>
          </p:cNvPr>
          <p:cNvSpPr txBox="1"/>
          <p:nvPr/>
        </p:nvSpPr>
        <p:spPr>
          <a:xfrm>
            <a:off x="9276606" y="1519235"/>
            <a:ext cx="2658621"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t>Network Transform</a:t>
            </a:r>
            <a:endParaRPr dirty="0"/>
          </a:p>
        </p:txBody>
      </p:sp>
      <p:cxnSp>
        <p:nvCxnSpPr>
          <p:cNvPr id="498" name="Elbow Connector 497">
            <a:extLst>
              <a:ext uri="{FF2B5EF4-FFF2-40B4-BE49-F238E27FC236}">
                <a16:creationId xmlns:a16="http://schemas.microsoft.com/office/drawing/2014/main" id="{427D495E-E324-76A5-FFD5-CD1337C3DF9C}"/>
              </a:ext>
            </a:extLst>
          </p:cNvPr>
          <p:cNvCxnSpPr>
            <a:cxnSpLocks/>
            <a:endCxn id="488" idx="1"/>
          </p:cNvCxnSpPr>
          <p:nvPr/>
        </p:nvCxnSpPr>
        <p:spPr>
          <a:xfrm flipV="1">
            <a:off x="8221478" y="2226740"/>
            <a:ext cx="1360850" cy="876392"/>
          </a:xfrm>
          <a:prstGeom prst="bentConnector3">
            <a:avLst/>
          </a:prstGeom>
          <a:noFill/>
          <a:ln w="508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99" name="Elbow Connector 498">
            <a:extLst>
              <a:ext uri="{FF2B5EF4-FFF2-40B4-BE49-F238E27FC236}">
                <a16:creationId xmlns:a16="http://schemas.microsoft.com/office/drawing/2014/main" id="{7B61F8AF-33AF-AECB-DDD2-1FF8D645AADF}"/>
              </a:ext>
            </a:extLst>
          </p:cNvPr>
          <p:cNvCxnSpPr>
            <a:cxnSpLocks/>
            <a:endCxn id="326" idx="1"/>
          </p:cNvCxnSpPr>
          <p:nvPr/>
        </p:nvCxnSpPr>
        <p:spPr>
          <a:xfrm flipV="1">
            <a:off x="8389799" y="3503367"/>
            <a:ext cx="1211486" cy="429418"/>
          </a:xfrm>
          <a:prstGeom prst="bentConnector3">
            <a:avLst/>
          </a:prstGeom>
          <a:noFill/>
          <a:ln w="508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508" name="Create a visual hierarchy. Help users navigate the page with titles, subtitles, and subsubtitles">
            <a:extLst>
              <a:ext uri="{FF2B5EF4-FFF2-40B4-BE49-F238E27FC236}">
                <a16:creationId xmlns:a16="http://schemas.microsoft.com/office/drawing/2014/main" id="{50C0E9F5-D115-AA7B-BB5A-89619E6FB29A}"/>
              </a:ext>
            </a:extLst>
          </p:cNvPr>
          <p:cNvSpPr txBox="1"/>
          <p:nvPr/>
        </p:nvSpPr>
        <p:spPr>
          <a:xfrm>
            <a:off x="9580794" y="5060139"/>
            <a:ext cx="4001355" cy="122281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1" dirty="0">
                <a:latin typeface="Source Sans Pro"/>
                <a:ea typeface="Source Sans Pro"/>
                <a:cs typeface="Source Sans Pro"/>
                <a:sym typeface="Source Sans Pro"/>
              </a:rPr>
              <a:t>1. model_unimodal_graph()</a:t>
            </a: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a:latin typeface="Source Sans Pro" panose="020B0503030403020204" pitchFamily="34" charset="0"/>
                <a:ea typeface="Source Sans Pro" panose="020B0503030403020204" pitchFamily="34" charset="0"/>
              </a:rPr>
              <a:t>Builds S3 class vector for graphs where all nodes are the same type</a:t>
            </a:r>
            <a:endParaRPr lang="en-US" b="0" dirty="0">
              <a:latin typeface="Source Sans Pro"/>
              <a:ea typeface="Source Sans Pro"/>
              <a:cs typeface="Source Sans Pro"/>
              <a:sym typeface="Source Sans Pro"/>
            </a:endParaRP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1" dirty="0">
                <a:latin typeface="Source Sans Pro"/>
                <a:ea typeface="Source Sans Pro"/>
                <a:cs typeface="Source Sans Pro"/>
                <a:sym typeface="Source Sans Pro"/>
              </a:rPr>
              <a:t>2. model_multimodal_graph()</a:t>
            </a: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dirty="0">
                <a:latin typeface="Source Sans Pro" panose="020B0503030403020204" pitchFamily="34" charset="0"/>
                <a:ea typeface="Source Sans Pro" panose="020B0503030403020204" pitchFamily="34" charset="0"/>
              </a:rPr>
              <a:t>Builds S3 class vector for graphs with multiple node types such as authors and files.</a:t>
            </a:r>
            <a:endParaRPr lang="en-US" b="1" dirty="0">
              <a:latin typeface="Source Sans Pro" panose="020B0503030403020204" pitchFamily="34" charset="0"/>
              <a:ea typeface="Source Sans Pro" panose="020B0503030403020204" pitchFamily="34" charset="0"/>
              <a:sym typeface="Source Sans Pro"/>
            </a:endParaRPr>
          </a:p>
        </p:txBody>
      </p:sp>
      <p:cxnSp>
        <p:nvCxnSpPr>
          <p:cNvPr id="510" name="Elbow Connector 509">
            <a:extLst>
              <a:ext uri="{FF2B5EF4-FFF2-40B4-BE49-F238E27FC236}">
                <a16:creationId xmlns:a16="http://schemas.microsoft.com/office/drawing/2014/main" id="{26A09D74-7A8A-1FE4-0266-CF6EF4FCE88A}"/>
              </a:ext>
            </a:extLst>
          </p:cNvPr>
          <p:cNvCxnSpPr>
            <a:cxnSpLocks/>
            <a:endCxn id="6" idx="1"/>
          </p:cNvCxnSpPr>
          <p:nvPr/>
        </p:nvCxnSpPr>
        <p:spPr>
          <a:xfrm flipV="1">
            <a:off x="7710212" y="4948511"/>
            <a:ext cx="1891073" cy="198436"/>
          </a:xfrm>
          <a:prstGeom prst="bentConnector3">
            <a:avLst/>
          </a:prstGeom>
          <a:noFill/>
          <a:ln w="508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pic>
        <p:nvPicPr>
          <p:cNvPr id="256" name="Graphic 255" descr="Arrow Right outline">
            <a:extLst>
              <a:ext uri="{FF2B5EF4-FFF2-40B4-BE49-F238E27FC236}">
                <a16:creationId xmlns:a16="http://schemas.microsoft.com/office/drawing/2014/main" id="{8539EF9D-B11E-2B88-0AB5-B905287B024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5400000">
            <a:off x="6085216" y="5928185"/>
            <a:ext cx="441452" cy="387922"/>
          </a:xfrm>
          <a:prstGeom prst="rect">
            <a:avLst/>
          </a:prstGeom>
        </p:spPr>
      </p:pic>
      <p:sp>
        <p:nvSpPr>
          <p:cNvPr id="257" name="TextBox 256">
            <a:extLst>
              <a:ext uri="{FF2B5EF4-FFF2-40B4-BE49-F238E27FC236}">
                <a16:creationId xmlns:a16="http://schemas.microsoft.com/office/drawing/2014/main" id="{FF82AB06-8D0D-558F-C663-D889C966004A}"/>
              </a:ext>
            </a:extLst>
          </p:cNvPr>
          <p:cNvSpPr txBox="1"/>
          <p:nvPr/>
        </p:nvSpPr>
        <p:spPr>
          <a:xfrm>
            <a:off x="6070935" y="6732985"/>
            <a:ext cx="512359"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.dsmj</a:t>
            </a:r>
            <a:endParaRPr kumimoji="0" lang="en-US" sz="1000" b="0" i="0" u="none" strike="noStrike" cap="none" spc="0" normalizeH="0" baseline="0" dirty="0">
              <a:ln>
                <a:noFill/>
              </a:ln>
              <a:solidFill>
                <a:srgbClr val="4C4C4C"/>
              </a:solidFill>
              <a:effectLst/>
              <a:uFillTx/>
              <a:sym typeface="Source Sans Pro"/>
            </a:endParaRPr>
          </a:p>
        </p:txBody>
      </p:sp>
      <p:pic>
        <p:nvPicPr>
          <p:cNvPr id="258" name="Graphic 257" descr="Paper outline">
            <a:extLst>
              <a:ext uri="{FF2B5EF4-FFF2-40B4-BE49-F238E27FC236}">
                <a16:creationId xmlns:a16="http://schemas.microsoft.com/office/drawing/2014/main" id="{72501BD0-D253-6C33-0CB9-7F2614D7D66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111981" y="6385147"/>
            <a:ext cx="430268" cy="430268"/>
          </a:xfrm>
          <a:prstGeom prst="rect">
            <a:avLst/>
          </a:prstGeom>
        </p:spPr>
      </p:pic>
      <p:pic>
        <p:nvPicPr>
          <p:cNvPr id="259" name="Graphic 258" descr="Arrow Right outline">
            <a:extLst>
              <a:ext uri="{FF2B5EF4-FFF2-40B4-BE49-F238E27FC236}">
                <a16:creationId xmlns:a16="http://schemas.microsoft.com/office/drawing/2014/main" id="{248CD029-5255-48B7-4E01-FBD3E205CFD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2700000">
            <a:off x="4823122" y="7401292"/>
            <a:ext cx="355067" cy="387922"/>
          </a:xfrm>
          <a:prstGeom prst="rect">
            <a:avLst/>
          </a:prstGeom>
        </p:spPr>
      </p:pic>
      <p:pic>
        <p:nvPicPr>
          <p:cNvPr id="316" name="Graphic 315" descr="Arrow Right outline">
            <a:extLst>
              <a:ext uri="{FF2B5EF4-FFF2-40B4-BE49-F238E27FC236}">
                <a16:creationId xmlns:a16="http://schemas.microsoft.com/office/drawing/2014/main" id="{2AD239A4-86B6-A0EA-0422-00565349BC2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8100000">
            <a:off x="7595501" y="7401293"/>
            <a:ext cx="355067" cy="387922"/>
          </a:xfrm>
          <a:prstGeom prst="rect">
            <a:avLst/>
          </a:prstGeom>
        </p:spPr>
      </p:pic>
      <p:cxnSp>
        <p:nvCxnSpPr>
          <p:cNvPr id="323" name="Elbow Connector 322">
            <a:extLst>
              <a:ext uri="{FF2B5EF4-FFF2-40B4-BE49-F238E27FC236}">
                <a16:creationId xmlns:a16="http://schemas.microsoft.com/office/drawing/2014/main" id="{9F698F7A-ECF7-6201-4E63-02FE1D0C60A8}"/>
              </a:ext>
            </a:extLst>
          </p:cNvPr>
          <p:cNvCxnSpPr>
            <a:cxnSpLocks/>
            <a:endCxn id="421" idx="1"/>
          </p:cNvCxnSpPr>
          <p:nvPr/>
        </p:nvCxnSpPr>
        <p:spPr>
          <a:xfrm>
            <a:off x="7462782" y="8374848"/>
            <a:ext cx="2112824" cy="995765"/>
          </a:xfrm>
          <a:prstGeom prst="bentConnector3">
            <a:avLst>
              <a:gd name="adj1" fmla="val 50000"/>
            </a:avLst>
          </a:prstGeom>
          <a:noFill/>
          <a:ln w="508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70" name="Elbow Connector 369">
            <a:extLst>
              <a:ext uri="{FF2B5EF4-FFF2-40B4-BE49-F238E27FC236}">
                <a16:creationId xmlns:a16="http://schemas.microsoft.com/office/drawing/2014/main" id="{0432083C-2FC2-8EA8-ADDF-94A5B202AC04}"/>
              </a:ext>
            </a:extLst>
          </p:cNvPr>
          <p:cNvCxnSpPr>
            <a:cxnSpLocks/>
            <a:endCxn id="10" idx="1"/>
          </p:cNvCxnSpPr>
          <p:nvPr/>
        </p:nvCxnSpPr>
        <p:spPr>
          <a:xfrm flipV="1">
            <a:off x="8783917" y="6512887"/>
            <a:ext cx="830162" cy="220098"/>
          </a:xfrm>
          <a:prstGeom prst="bentConnector3">
            <a:avLst>
              <a:gd name="adj1" fmla="val 50000"/>
            </a:avLst>
          </a:prstGeom>
          <a:noFill/>
          <a:ln w="508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graphicFrame>
        <p:nvGraphicFramePr>
          <p:cNvPr id="430" name="Table">
            <a:extLst>
              <a:ext uri="{FF2B5EF4-FFF2-40B4-BE49-F238E27FC236}">
                <a16:creationId xmlns:a16="http://schemas.microsoft.com/office/drawing/2014/main" id="{0C77C4BF-75C1-C1A5-13BE-4E6DD7428035}"/>
              </a:ext>
            </a:extLst>
          </p:cNvPr>
          <p:cNvGraphicFramePr/>
          <p:nvPr>
            <p:extLst>
              <p:ext uri="{D42A27DB-BD31-4B8C-83A1-F6EECF244321}">
                <p14:modId xmlns:p14="http://schemas.microsoft.com/office/powerpoint/2010/main" val="2168080657"/>
              </p:ext>
            </p:extLst>
          </p:nvPr>
        </p:nvGraphicFramePr>
        <p:xfrm>
          <a:off x="4997942" y="3633893"/>
          <a:ext cx="418576"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graphicFrame>
        <p:nvGraphicFramePr>
          <p:cNvPr id="431" name="Table">
            <a:extLst>
              <a:ext uri="{FF2B5EF4-FFF2-40B4-BE49-F238E27FC236}">
                <a16:creationId xmlns:a16="http://schemas.microsoft.com/office/drawing/2014/main" id="{2DD6D0DC-BA80-DF84-E851-38EC10D31E3C}"/>
              </a:ext>
            </a:extLst>
          </p:cNvPr>
          <p:cNvGraphicFramePr/>
          <p:nvPr>
            <p:extLst>
              <p:ext uri="{D42A27DB-BD31-4B8C-83A1-F6EECF244321}">
                <p14:modId xmlns:p14="http://schemas.microsoft.com/office/powerpoint/2010/main" val="3336751811"/>
              </p:ext>
            </p:extLst>
          </p:nvPr>
        </p:nvGraphicFramePr>
        <p:xfrm>
          <a:off x="5842652" y="3635908"/>
          <a:ext cx="418576"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graphicFrame>
        <p:nvGraphicFramePr>
          <p:cNvPr id="432" name="Table">
            <a:extLst>
              <a:ext uri="{FF2B5EF4-FFF2-40B4-BE49-F238E27FC236}">
                <a16:creationId xmlns:a16="http://schemas.microsoft.com/office/drawing/2014/main" id="{2EBDA51B-F51D-DAEE-9FF8-EE7AF1AC3A41}"/>
              </a:ext>
            </a:extLst>
          </p:cNvPr>
          <p:cNvGraphicFramePr/>
          <p:nvPr>
            <p:extLst>
              <p:ext uri="{D42A27DB-BD31-4B8C-83A1-F6EECF244321}">
                <p14:modId xmlns:p14="http://schemas.microsoft.com/office/powerpoint/2010/main" val="943316954"/>
              </p:ext>
            </p:extLst>
          </p:nvPr>
        </p:nvGraphicFramePr>
        <p:xfrm>
          <a:off x="6336179" y="3632007"/>
          <a:ext cx="418576"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graphicFrame>
        <p:nvGraphicFramePr>
          <p:cNvPr id="438" name="Table">
            <a:extLst>
              <a:ext uri="{FF2B5EF4-FFF2-40B4-BE49-F238E27FC236}">
                <a16:creationId xmlns:a16="http://schemas.microsoft.com/office/drawing/2014/main" id="{C3E076BE-9ACC-A39E-9A18-FC4D9DD03555}"/>
              </a:ext>
            </a:extLst>
          </p:cNvPr>
          <p:cNvGraphicFramePr/>
          <p:nvPr>
            <p:extLst>
              <p:ext uri="{D42A27DB-BD31-4B8C-83A1-F6EECF244321}">
                <p14:modId xmlns:p14="http://schemas.microsoft.com/office/powerpoint/2010/main" val="1294886168"/>
              </p:ext>
            </p:extLst>
          </p:nvPr>
        </p:nvGraphicFramePr>
        <p:xfrm>
          <a:off x="7309375" y="3628967"/>
          <a:ext cx="418576"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graphicFrame>
        <p:nvGraphicFramePr>
          <p:cNvPr id="439" name="Table">
            <a:extLst>
              <a:ext uri="{FF2B5EF4-FFF2-40B4-BE49-F238E27FC236}">
                <a16:creationId xmlns:a16="http://schemas.microsoft.com/office/drawing/2014/main" id="{E55D6E66-7AD8-B264-4FA4-FBE16F586342}"/>
              </a:ext>
            </a:extLst>
          </p:cNvPr>
          <p:cNvGraphicFramePr/>
          <p:nvPr>
            <p:extLst>
              <p:ext uri="{D42A27DB-BD31-4B8C-83A1-F6EECF244321}">
                <p14:modId xmlns:p14="http://schemas.microsoft.com/office/powerpoint/2010/main" val="457018299"/>
              </p:ext>
            </p:extLst>
          </p:nvPr>
        </p:nvGraphicFramePr>
        <p:xfrm>
          <a:off x="7802902" y="3625066"/>
          <a:ext cx="418576"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cxnSp>
        <p:nvCxnSpPr>
          <p:cNvPr id="9" name="Straight Connector 8">
            <a:extLst>
              <a:ext uri="{FF2B5EF4-FFF2-40B4-BE49-F238E27FC236}">
                <a16:creationId xmlns:a16="http://schemas.microsoft.com/office/drawing/2014/main" id="{78F37825-F474-57B1-6674-58971B1724E0}"/>
              </a:ext>
            </a:extLst>
          </p:cNvPr>
          <p:cNvCxnSpPr>
            <a:stCxn id="359" idx="3"/>
            <a:endCxn id="338" idx="7"/>
          </p:cNvCxnSpPr>
          <p:nvPr/>
        </p:nvCxnSpPr>
        <p:spPr>
          <a:xfrm flipH="1">
            <a:off x="4628399" y="6707096"/>
            <a:ext cx="265539" cy="237744"/>
          </a:xfrm>
          <a:prstGeom prst="line">
            <a:avLst/>
          </a:prstGeom>
          <a:noFill/>
          <a:ln w="95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19" name="Straight Connector 18">
            <a:extLst>
              <a:ext uri="{FF2B5EF4-FFF2-40B4-BE49-F238E27FC236}">
                <a16:creationId xmlns:a16="http://schemas.microsoft.com/office/drawing/2014/main" id="{8C39FB33-727A-799F-E03D-583DEC1C14F7}"/>
              </a:ext>
            </a:extLst>
          </p:cNvPr>
          <p:cNvCxnSpPr>
            <a:cxnSpLocks/>
            <a:stCxn id="359" idx="5"/>
            <a:endCxn id="329" idx="1"/>
          </p:cNvCxnSpPr>
          <p:nvPr/>
        </p:nvCxnSpPr>
        <p:spPr>
          <a:xfrm>
            <a:off x="4971098" y="6707097"/>
            <a:ext cx="222541" cy="501036"/>
          </a:xfrm>
          <a:prstGeom prst="line">
            <a:avLst/>
          </a:prstGeom>
          <a:noFill/>
          <a:ln w="95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26" name="Straight Connector 25">
            <a:extLst>
              <a:ext uri="{FF2B5EF4-FFF2-40B4-BE49-F238E27FC236}">
                <a16:creationId xmlns:a16="http://schemas.microsoft.com/office/drawing/2014/main" id="{C5A36B3B-44B1-1F56-81E2-0CE8A0833092}"/>
              </a:ext>
            </a:extLst>
          </p:cNvPr>
          <p:cNvCxnSpPr>
            <a:stCxn id="359" idx="6"/>
            <a:endCxn id="328" idx="1"/>
          </p:cNvCxnSpPr>
          <p:nvPr/>
        </p:nvCxnSpPr>
        <p:spPr>
          <a:xfrm>
            <a:off x="4987079" y="6662653"/>
            <a:ext cx="428733" cy="425893"/>
          </a:xfrm>
          <a:prstGeom prst="line">
            <a:avLst/>
          </a:prstGeom>
          <a:noFill/>
          <a:ln w="127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2" name="Straight Connector 41">
            <a:extLst>
              <a:ext uri="{FF2B5EF4-FFF2-40B4-BE49-F238E27FC236}">
                <a16:creationId xmlns:a16="http://schemas.microsoft.com/office/drawing/2014/main" id="{0D305BA3-07A3-02D6-353A-C7E0ABA38182}"/>
              </a:ext>
            </a:extLst>
          </p:cNvPr>
          <p:cNvCxnSpPr>
            <a:stCxn id="359" idx="6"/>
            <a:endCxn id="331" idx="2"/>
          </p:cNvCxnSpPr>
          <p:nvPr/>
        </p:nvCxnSpPr>
        <p:spPr>
          <a:xfrm>
            <a:off x="4987079" y="6662653"/>
            <a:ext cx="437242" cy="162023"/>
          </a:xfrm>
          <a:prstGeom prst="line">
            <a:avLst/>
          </a:prstGeom>
          <a:noFill/>
          <a:ln w="95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8" name="Straight Connector 47">
            <a:extLst>
              <a:ext uri="{FF2B5EF4-FFF2-40B4-BE49-F238E27FC236}">
                <a16:creationId xmlns:a16="http://schemas.microsoft.com/office/drawing/2014/main" id="{2A1C78F3-9C52-0F7D-8B6C-30E51821D490}"/>
              </a:ext>
            </a:extLst>
          </p:cNvPr>
          <p:cNvCxnSpPr>
            <a:cxnSpLocks/>
            <a:stCxn id="359" idx="7"/>
            <a:endCxn id="327" idx="2"/>
          </p:cNvCxnSpPr>
          <p:nvPr/>
        </p:nvCxnSpPr>
        <p:spPr>
          <a:xfrm flipV="1">
            <a:off x="4971098" y="6535877"/>
            <a:ext cx="263939" cy="82331"/>
          </a:xfrm>
          <a:prstGeom prst="line">
            <a:avLst/>
          </a:prstGeom>
          <a:noFill/>
          <a:ln w="127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1308751145"/>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19E5DD-30C4-4E28-5CA7-9BA07B7C5B3C}"/>
            </a:ext>
          </a:extLst>
        </p:cNvPr>
        <p:cNvGrpSpPr/>
        <p:nvPr/>
      </p:nvGrpSpPr>
      <p:grpSpPr>
        <a:xfrm>
          <a:off x="0" y="0"/>
          <a:ext cx="0" cy="0"/>
          <a:chOff x="0" y="0"/>
          <a:chExt cx="0" cy="0"/>
        </a:xfrm>
      </p:grpSpPr>
      <p:sp>
        <p:nvSpPr>
          <p:cNvPr id="515" name="TextBox 514">
            <a:extLst>
              <a:ext uri="{FF2B5EF4-FFF2-40B4-BE49-F238E27FC236}">
                <a16:creationId xmlns:a16="http://schemas.microsoft.com/office/drawing/2014/main" id="{59688FC7-B3BB-5C31-368C-B8EEFD92FA74}"/>
              </a:ext>
            </a:extLst>
          </p:cNvPr>
          <p:cNvSpPr txBox="1"/>
          <p:nvPr/>
        </p:nvSpPr>
        <p:spPr>
          <a:xfrm>
            <a:off x="3851259" y="6652009"/>
            <a:ext cx="670876" cy="443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dirty="0">
                <a:ln>
                  <a:noFill/>
                </a:ln>
                <a:solidFill>
                  <a:srgbClr val="4C4C4C"/>
                </a:solidFill>
                <a:effectLst/>
                <a:uFillTx/>
                <a:sym typeface="Source Sans Pro"/>
              </a:rPr>
              <a:t>S3 Graph API</a:t>
            </a:r>
          </a:p>
        </p:txBody>
      </p:sp>
      <p:sp>
        <p:nvSpPr>
          <p:cNvPr id="514" name="TextBox 513">
            <a:extLst>
              <a:ext uri="{FF2B5EF4-FFF2-40B4-BE49-F238E27FC236}">
                <a16:creationId xmlns:a16="http://schemas.microsoft.com/office/drawing/2014/main" id="{C37DEE0A-3EDE-12D9-4A6B-F23FF14AE02F}"/>
              </a:ext>
            </a:extLst>
          </p:cNvPr>
          <p:cNvSpPr txBox="1"/>
          <p:nvPr/>
        </p:nvSpPr>
        <p:spPr>
          <a:xfrm>
            <a:off x="3875119" y="5027556"/>
            <a:ext cx="670876" cy="443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dirty="0">
                <a:ln>
                  <a:noFill/>
                </a:ln>
                <a:solidFill>
                  <a:srgbClr val="4C4C4C"/>
                </a:solidFill>
                <a:effectLst/>
                <a:uFillTx/>
                <a:sym typeface="Source Sans Pro"/>
              </a:rPr>
              <a:t>S3 Graph Class</a:t>
            </a:r>
          </a:p>
        </p:txBody>
      </p:sp>
      <p:pic>
        <p:nvPicPr>
          <p:cNvPr id="292" name="Image" descr="Image">
            <a:extLst>
              <a:ext uri="{FF2B5EF4-FFF2-40B4-BE49-F238E27FC236}">
                <a16:creationId xmlns:a16="http://schemas.microsoft.com/office/drawing/2014/main" id="{F705E0AA-F559-641B-DD11-F6CABD9CF367}"/>
              </a:ext>
            </a:extLst>
          </p:cNvPr>
          <p:cNvPicPr>
            <a:picLocks noChangeAspect="1"/>
          </p:cNvPicPr>
          <p:nvPr/>
        </p:nvPicPr>
        <p:blipFill>
          <a:blip r:embed="rId3"/>
          <a:stretch>
            <a:fillRect/>
          </a:stretch>
        </p:blipFill>
        <p:spPr>
          <a:xfrm>
            <a:off x="8867009" y="-681823"/>
            <a:ext cx="5121226" cy="2990088"/>
          </a:xfrm>
          <a:prstGeom prst="rect">
            <a:avLst/>
          </a:prstGeom>
          <a:ln w="12700">
            <a:miter lim="400000"/>
          </a:ln>
        </p:spPr>
      </p:pic>
      <p:sp>
        <p:nvSpPr>
          <p:cNvPr id="312" name="Line">
            <a:extLst>
              <a:ext uri="{FF2B5EF4-FFF2-40B4-BE49-F238E27FC236}">
                <a16:creationId xmlns:a16="http://schemas.microsoft.com/office/drawing/2014/main" id="{BFB59057-1A0E-14D8-C653-343A4D8D915D}"/>
              </a:ext>
            </a:extLst>
          </p:cNvPr>
          <p:cNvSpPr/>
          <p:nvPr/>
        </p:nvSpPr>
        <p:spPr>
          <a:xfrm flipV="1">
            <a:off x="213255" y="10296246"/>
            <a:ext cx="13462982" cy="39499"/>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313" name="YOUR LOGO…">
            <a:extLst>
              <a:ext uri="{FF2B5EF4-FFF2-40B4-BE49-F238E27FC236}">
                <a16:creationId xmlns:a16="http://schemas.microsoft.com/office/drawing/2014/main" id="{9A8897BD-4B57-CFE5-3B45-BB9E32C77BB9}"/>
              </a:ext>
            </a:extLst>
          </p:cNvPr>
          <p:cNvSpPr/>
          <p:nvPr/>
        </p:nvSpPr>
        <p:spPr>
          <a:xfrm>
            <a:off x="170343" y="10207710"/>
            <a:ext cx="1757945" cy="528270"/>
          </a:xfrm>
          <a:prstGeom prst="roundRect">
            <a:avLst>
              <a:gd name="adj" fmla="val 36061"/>
            </a:avLst>
          </a:prstGeom>
          <a:solidFill>
            <a:srgbClr val="FFFFFF"/>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lstStyle/>
          <a:p>
            <a:pPr algn="ctr">
              <a:lnSpc>
                <a:spcPct val="90000"/>
              </a:lnSpc>
              <a:spcBef>
                <a:spcPts val="0"/>
              </a:spcBef>
              <a:defRPr>
                <a:solidFill>
                  <a:srgbClr val="407AAA"/>
                </a:solidFill>
                <a:latin typeface="Helvetica Neue"/>
                <a:ea typeface="Helvetica Neue"/>
                <a:cs typeface="Helvetica Neue"/>
                <a:sym typeface="Helvetica Neue"/>
              </a:defRPr>
            </a:pPr>
            <a:r>
              <a:rPr lang="en-US" sz="2400" dirty="0"/>
              <a:t>Kaiāulu</a:t>
            </a:r>
            <a:endParaRPr sz="2400" dirty="0"/>
          </a:p>
        </p:txBody>
      </p:sp>
      <p:sp>
        <p:nvSpPr>
          <p:cNvPr id="314" name="Group">
            <a:extLst>
              <a:ext uri="{FF2B5EF4-FFF2-40B4-BE49-F238E27FC236}">
                <a16:creationId xmlns:a16="http://schemas.microsoft.com/office/drawing/2014/main" id="{7D52725C-BF2B-A5C1-5E07-106791E21563}"/>
              </a:ext>
            </a:extLst>
          </p:cNvPr>
          <p:cNvSpPr/>
          <p:nvPr/>
        </p:nvSpPr>
        <p:spPr>
          <a:xfrm>
            <a:off x="275721" y="3103132"/>
            <a:ext cx="3334486" cy="7021315"/>
          </a:xfrm>
          <a:prstGeom prst="rect">
            <a:avLst/>
          </a:prstGeom>
          <a:solidFill>
            <a:srgbClr val="79B0DC">
              <a:alpha val="23776"/>
            </a:srgbClr>
          </a:solidFill>
          <a:ln w="12700">
            <a:miter lim="400000"/>
          </a:ln>
        </p:spPr>
        <p:txBody>
          <a:bodyPr lIns="54570" tIns="54570" rIns="54570" bIns="54570" anchor="ctr"/>
          <a:lstStyle/>
          <a:p>
            <a:pPr>
              <a:lnSpc>
                <a:spcPct val="80000"/>
              </a:lnSpc>
              <a:spcBef>
                <a:spcPts val="0"/>
              </a:spcBef>
              <a:defRPr sz="1000" b="0">
                <a:solidFill>
                  <a:srgbClr val="000000"/>
                </a:solidFill>
              </a:defRPr>
            </a:pPr>
            <a:endParaRPr dirty="0"/>
          </a:p>
        </p:txBody>
      </p:sp>
      <p:sp>
        <p:nvSpPr>
          <p:cNvPr id="319" name="Basics">
            <a:extLst>
              <a:ext uri="{FF2B5EF4-FFF2-40B4-BE49-F238E27FC236}">
                <a16:creationId xmlns:a16="http://schemas.microsoft.com/office/drawing/2014/main" id="{C0FDE7CC-E6C0-174B-181F-3FA414A4C3F5}"/>
              </a:ext>
            </a:extLst>
          </p:cNvPr>
          <p:cNvSpPr txBox="1"/>
          <p:nvPr/>
        </p:nvSpPr>
        <p:spPr>
          <a:xfrm>
            <a:off x="444733" y="3272355"/>
            <a:ext cx="2766783"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Project Config Setup</a:t>
            </a:r>
            <a:endParaRPr dirty="0"/>
          </a:p>
        </p:txBody>
      </p:sp>
      <p:sp>
        <p:nvSpPr>
          <p:cNvPr id="324" name="Cheatsheets make it easy for R users…">
            <a:extLst>
              <a:ext uri="{FF2B5EF4-FFF2-40B4-BE49-F238E27FC236}">
                <a16:creationId xmlns:a16="http://schemas.microsoft.com/office/drawing/2014/main" id="{165C9C36-2B9F-7F40-2B4F-3C06EFD9D6E0}"/>
              </a:ext>
            </a:extLst>
          </p:cNvPr>
          <p:cNvSpPr txBox="1"/>
          <p:nvPr/>
        </p:nvSpPr>
        <p:spPr>
          <a:xfrm>
            <a:off x="757105" y="4232229"/>
            <a:ext cx="2426968" cy="4353816"/>
          </a:xfrm>
          <a:prstGeom prst="rect">
            <a:avLst/>
          </a:prstGeom>
          <a:solidFill>
            <a:schemeClr val="bg1"/>
          </a:solidFill>
          <a:ln w="12700">
            <a:solidFill>
              <a:schemeClr val="bg2"/>
            </a:solidFill>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12700" tIns="12700" rIns="12700" bIns="12700"/>
          <a:lstStyle/>
          <a:p>
            <a:pPr algn="ctr">
              <a:lnSpc>
                <a:spcPct val="90000"/>
              </a:lnSpc>
              <a:spcBef>
                <a:spcPts val="0"/>
              </a:spcBef>
              <a:defRPr>
                <a:solidFill>
                  <a:srgbClr val="000000"/>
                </a:solidFill>
              </a:defRPr>
            </a:pPr>
            <a:r>
              <a:rPr lang="en-US" sz="1400" dirty="0"/>
              <a:t>Required Fields</a:t>
            </a:r>
          </a:p>
          <a:p>
            <a:pPr algn="ctr">
              <a:lnSpc>
                <a:spcPct val="90000"/>
              </a:lnSpc>
              <a:spcBef>
                <a:spcPts val="0"/>
              </a:spcBef>
              <a:defRPr>
                <a:solidFill>
                  <a:srgbClr val="000000"/>
                </a:solidFill>
              </a:defRPr>
            </a:pPr>
            <a:endParaRPr lang="en-US" sz="1000" dirty="0"/>
          </a:p>
          <a:p>
            <a:pPr>
              <a:lnSpc>
                <a:spcPct val="90000"/>
              </a:lnSpc>
              <a:spcBef>
                <a:spcPts val="0"/>
              </a:spcBef>
              <a:defRPr>
                <a:solidFill>
                  <a:srgbClr val="000000"/>
                </a:solidFill>
              </a:defRPr>
            </a:pPr>
            <a:endParaRPr lang="en-US" dirty="0"/>
          </a:p>
          <a:p>
            <a:pPr>
              <a:lnSpc>
                <a:spcPct val="90000"/>
              </a:lnSpc>
              <a:spcBef>
                <a:spcPts val="0"/>
              </a:spcBef>
              <a:defRPr>
                <a:solidFill>
                  <a:srgbClr val="000000"/>
                </a:solidFill>
              </a:defRPr>
            </a:pPr>
            <a:r>
              <a:rPr lang="en-US" dirty="0"/>
              <a:t>          </a:t>
            </a:r>
          </a:p>
          <a:p>
            <a:pPr>
              <a:lnSpc>
                <a:spcPct val="90000"/>
              </a:lnSpc>
              <a:spcBef>
                <a:spcPts val="0"/>
              </a:spcBef>
              <a:defRPr>
                <a:solidFill>
                  <a:srgbClr val="000000"/>
                </a:solidFill>
              </a:defRPr>
            </a:pPr>
            <a:r>
              <a:rPr lang="en-US" dirty="0"/>
              <a:t>            </a:t>
            </a:r>
          </a:p>
          <a:p>
            <a:pPr>
              <a:lnSpc>
                <a:spcPct val="90000"/>
              </a:lnSpc>
              <a:spcBef>
                <a:spcPts val="0"/>
              </a:spcBef>
              <a:defRPr>
                <a:solidFill>
                  <a:srgbClr val="000000"/>
                </a:solidFill>
              </a:defRPr>
            </a:pPr>
            <a:endParaRPr lang="en-US" dirty="0"/>
          </a:p>
          <a:p>
            <a:pPr marL="171450" lvl="1" indent="-171450">
              <a:lnSpc>
                <a:spcPct val="90000"/>
              </a:lnSpc>
              <a:spcBef>
                <a:spcPts val="0"/>
              </a:spcBef>
              <a:buFont typeface="Arial" panose="020B0604020202020204" pitchFamily="34" charset="0"/>
              <a:buChar char="•"/>
              <a:defRPr>
                <a:solidFill>
                  <a:srgbClr val="000000"/>
                </a:solidFill>
              </a:defRPr>
            </a:pPr>
            <a:endParaRPr dirty="0"/>
          </a:p>
        </p:txBody>
      </p:sp>
      <p:sp>
        <p:nvSpPr>
          <p:cNvPr id="330" name="Line">
            <a:extLst>
              <a:ext uri="{FF2B5EF4-FFF2-40B4-BE49-F238E27FC236}">
                <a16:creationId xmlns:a16="http://schemas.microsoft.com/office/drawing/2014/main" id="{1A539CF2-1F11-FEF2-612A-B13147BE2E28}"/>
              </a:ext>
            </a:extLst>
          </p:cNvPr>
          <p:cNvSpPr/>
          <p:nvPr/>
        </p:nvSpPr>
        <p:spPr>
          <a:xfrm>
            <a:off x="275721" y="3103132"/>
            <a:ext cx="3334486" cy="712937"/>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334" name="Three Column Layout: : CHEAT SHEET">
            <a:extLst>
              <a:ext uri="{FF2B5EF4-FFF2-40B4-BE49-F238E27FC236}">
                <a16:creationId xmlns:a16="http://schemas.microsoft.com/office/drawing/2014/main" id="{F364068B-8984-A558-9EC0-B3B17AEEE341}"/>
              </a:ext>
            </a:extLst>
          </p:cNvPr>
          <p:cNvSpPr txBox="1">
            <a:spLocks noGrp="1"/>
          </p:cNvSpPr>
          <p:nvPr>
            <p:ph type="title"/>
          </p:nvPr>
        </p:nvSpPr>
        <p:spPr>
          <a:xfrm>
            <a:off x="275721" y="361177"/>
            <a:ext cx="10898129" cy="803346"/>
          </a:xfrm>
          <a:prstGeom prst="rect">
            <a:avLst/>
          </a:prstGeom>
        </p:spPr>
        <p:txBody>
          <a:bodyPr lIns="0" tIns="0" rIns="0" bIns="0" anchor="t"/>
          <a:lstStyle/>
          <a:p>
            <a:r>
              <a:rPr lang="en-US" dirty="0"/>
              <a:t>Network Transform</a:t>
            </a:r>
            <a:r>
              <a:rPr dirty="0"/>
              <a:t>: : </a:t>
            </a:r>
            <a:r>
              <a:rPr sz="3300" dirty="0">
                <a:latin typeface="Source Sans Pro Semibold"/>
                <a:ea typeface="Source Sans Pro Semibold"/>
                <a:cs typeface="Source Sans Pro Semibold"/>
                <a:sym typeface="Source Sans Pro Semibold"/>
              </a:rPr>
              <a:t>CHEAT SHEET</a:t>
            </a:r>
            <a:r>
              <a:rPr dirty="0"/>
              <a:t> </a:t>
            </a:r>
          </a:p>
        </p:txBody>
      </p:sp>
      <p:sp>
        <p:nvSpPr>
          <p:cNvPr id="384" name="Layout Suggestions">
            <a:extLst>
              <a:ext uri="{FF2B5EF4-FFF2-40B4-BE49-F238E27FC236}">
                <a16:creationId xmlns:a16="http://schemas.microsoft.com/office/drawing/2014/main" id="{D52E9C49-2492-6A99-B373-DB00443815FF}"/>
              </a:ext>
            </a:extLst>
          </p:cNvPr>
          <p:cNvSpPr txBox="1"/>
          <p:nvPr/>
        </p:nvSpPr>
        <p:spPr>
          <a:xfrm>
            <a:off x="275721" y="1459299"/>
            <a:ext cx="1349729"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t>About</a:t>
            </a:r>
            <a:endParaRPr dirty="0"/>
          </a:p>
        </p:txBody>
      </p:sp>
      <p:sp>
        <p:nvSpPr>
          <p:cNvPr id="3" name="Thank you for making a new cheatsheet for R! These cheatsheets have an important job:">
            <a:extLst>
              <a:ext uri="{FF2B5EF4-FFF2-40B4-BE49-F238E27FC236}">
                <a16:creationId xmlns:a16="http://schemas.microsoft.com/office/drawing/2014/main" id="{CE20FC5C-1BCE-E425-7D7E-4234199A043A}"/>
              </a:ext>
            </a:extLst>
          </p:cNvPr>
          <p:cNvSpPr txBox="1"/>
          <p:nvPr/>
        </p:nvSpPr>
        <p:spPr>
          <a:xfrm>
            <a:off x="444733" y="8789157"/>
            <a:ext cx="2906890" cy="38704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rmAutofit fontScale="92500" lnSpcReduction="20000"/>
          </a:bodyPr>
          <a:lstStyle/>
          <a:p>
            <a:pPr>
              <a:lnSpc>
                <a:spcPct val="90000"/>
              </a:lnSpc>
              <a:spcBef>
                <a:spcPts val="0"/>
              </a:spcBef>
              <a:buClr>
                <a:schemeClr val="accent4">
                  <a:hueOff val="384618"/>
                  <a:satOff val="3869"/>
                  <a:lumOff val="5802"/>
                </a:schemeClr>
              </a:buClr>
              <a:defRPr b="0">
                <a:solidFill>
                  <a:srgbClr val="000000"/>
                </a:solidFill>
              </a:defRPr>
            </a:pPr>
            <a:r>
              <a:rPr lang="en-US" b="1" dirty="0"/>
              <a:t>The file ”tools.yml” must also be configured. See README.md for more information on 3rd party software dependencies.</a:t>
            </a:r>
            <a:r>
              <a:rPr dirty="0"/>
              <a:t> </a:t>
            </a:r>
          </a:p>
        </p:txBody>
      </p:sp>
      <p:sp>
        <p:nvSpPr>
          <p:cNvPr id="4" name="Cheatsheets make it easy for R users…">
            <a:extLst>
              <a:ext uri="{FF2B5EF4-FFF2-40B4-BE49-F238E27FC236}">
                <a16:creationId xmlns:a16="http://schemas.microsoft.com/office/drawing/2014/main" id="{54144D7E-7CD7-31DF-A349-76930AB40C29}"/>
              </a:ext>
            </a:extLst>
          </p:cNvPr>
          <p:cNvSpPr txBox="1"/>
          <p:nvPr/>
        </p:nvSpPr>
        <p:spPr>
          <a:xfrm>
            <a:off x="444734" y="9247823"/>
            <a:ext cx="2906889" cy="728159"/>
          </a:xfrm>
          <a:prstGeom prst="rect">
            <a:avLst/>
          </a:prstGeom>
          <a:solidFill>
            <a:schemeClr val="accent3"/>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12700" tIns="12700" rIns="12700" bIns="12700"/>
          <a:lstStyle/>
          <a:p>
            <a:pPr algn="ctr">
              <a:lnSpc>
                <a:spcPct val="90000"/>
              </a:lnSpc>
              <a:spcBef>
                <a:spcPts val="0"/>
              </a:spcBef>
              <a:defRPr>
                <a:solidFill>
                  <a:srgbClr val="000000"/>
                </a:solidFill>
              </a:defRPr>
            </a:pPr>
            <a:r>
              <a:rPr lang="en-US" dirty="0"/>
              <a:t>Required Fields:</a:t>
            </a:r>
          </a:p>
        </p:txBody>
      </p:sp>
      <p:pic>
        <p:nvPicPr>
          <p:cNvPr id="8" name="Picture 7" descr="A picture containing text&#10;&#10;Description automatically generated">
            <a:extLst>
              <a:ext uri="{FF2B5EF4-FFF2-40B4-BE49-F238E27FC236}">
                <a16:creationId xmlns:a16="http://schemas.microsoft.com/office/drawing/2014/main" id="{316BD941-665B-520F-1CB4-DE60D708D42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214310" y="122459"/>
            <a:ext cx="1443262" cy="1676046"/>
          </a:xfrm>
          <a:prstGeom prst="rect">
            <a:avLst/>
          </a:prstGeom>
        </p:spPr>
      </p:pic>
      <p:sp>
        <p:nvSpPr>
          <p:cNvPr id="501" name="TextBox 500">
            <a:extLst>
              <a:ext uri="{FF2B5EF4-FFF2-40B4-BE49-F238E27FC236}">
                <a16:creationId xmlns:a16="http://schemas.microsoft.com/office/drawing/2014/main" id="{42B374CE-4A55-898F-E958-4E3CCF22E392}"/>
              </a:ext>
            </a:extLst>
          </p:cNvPr>
          <p:cNvSpPr txBox="1"/>
          <p:nvPr/>
        </p:nvSpPr>
        <p:spPr>
          <a:xfrm>
            <a:off x="213255" y="1755391"/>
            <a:ext cx="3396950" cy="1243849"/>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t>Data transformations produce standardized S3 graph objects encoding directionality, weight, and bipartiteness. New analyses can be added as S3 methods that automatically work with any graph the existing transforms produce, without rewriting upstream code.</a:t>
            </a:r>
            <a:endParaRPr kumimoji="0" lang="en-US" b="0"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265" name="Thank you for making a new cheatsheet for R! These cheatsheets have an important job:">
            <a:extLst>
              <a:ext uri="{FF2B5EF4-FFF2-40B4-BE49-F238E27FC236}">
                <a16:creationId xmlns:a16="http://schemas.microsoft.com/office/drawing/2014/main" id="{E29F0FA4-22D1-6538-E1B4-2D2983465A02}"/>
              </a:ext>
            </a:extLst>
          </p:cNvPr>
          <p:cNvSpPr txBox="1"/>
          <p:nvPr/>
        </p:nvSpPr>
        <p:spPr>
          <a:xfrm>
            <a:off x="489204" y="3673381"/>
            <a:ext cx="2906890" cy="38704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ormAutofit fontScale="92500" lnSpcReduction="20000"/>
          </a:bodyPr>
          <a:lstStyle/>
          <a:p>
            <a:pPr>
              <a:lnSpc>
                <a:spcPct val="90000"/>
              </a:lnSpc>
              <a:spcBef>
                <a:spcPts val="0"/>
              </a:spcBef>
              <a:buClr>
                <a:schemeClr val="accent4">
                  <a:hueOff val="384618"/>
                  <a:satOff val="3869"/>
                  <a:lumOff val="5802"/>
                </a:schemeClr>
              </a:buClr>
              <a:defRPr b="0">
                <a:solidFill>
                  <a:srgbClr val="000000"/>
                </a:solidFill>
              </a:defRPr>
            </a:pPr>
            <a:r>
              <a:rPr lang="en-US" b="1" dirty="0"/>
              <a:t>The first part of running any vignette is setting up your project configuration file (examples in kaiaulu/conf).</a:t>
            </a:r>
            <a:r>
              <a:rPr dirty="0"/>
              <a:t> </a:t>
            </a:r>
          </a:p>
        </p:txBody>
      </p:sp>
      <p:sp>
        <p:nvSpPr>
          <p:cNvPr id="424" name="Layout Suggestions">
            <a:extLst>
              <a:ext uri="{FF2B5EF4-FFF2-40B4-BE49-F238E27FC236}">
                <a16:creationId xmlns:a16="http://schemas.microsoft.com/office/drawing/2014/main" id="{4BED2DC4-5796-A78A-6F24-E53E74959760}"/>
              </a:ext>
            </a:extLst>
          </p:cNvPr>
          <p:cNvSpPr txBox="1"/>
          <p:nvPr/>
        </p:nvSpPr>
        <p:spPr>
          <a:xfrm>
            <a:off x="3978526" y="1472502"/>
            <a:ext cx="3892248"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t>Network Transform Pipeline</a:t>
            </a:r>
            <a:endParaRPr dirty="0"/>
          </a:p>
        </p:txBody>
      </p:sp>
      <p:sp>
        <p:nvSpPr>
          <p:cNvPr id="492" name="Layout Suggestions">
            <a:extLst>
              <a:ext uri="{FF2B5EF4-FFF2-40B4-BE49-F238E27FC236}">
                <a16:creationId xmlns:a16="http://schemas.microsoft.com/office/drawing/2014/main" id="{FB540F73-5586-2CEC-BF05-DBDEBB564D15}"/>
              </a:ext>
            </a:extLst>
          </p:cNvPr>
          <p:cNvSpPr txBox="1"/>
          <p:nvPr/>
        </p:nvSpPr>
        <p:spPr>
          <a:xfrm>
            <a:off x="9276606" y="1519235"/>
            <a:ext cx="2658621"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t>Network Transform</a:t>
            </a:r>
            <a:endParaRPr dirty="0"/>
          </a:p>
        </p:txBody>
      </p:sp>
      <p:cxnSp>
        <p:nvCxnSpPr>
          <p:cNvPr id="498" name="Elbow Connector 497">
            <a:extLst>
              <a:ext uri="{FF2B5EF4-FFF2-40B4-BE49-F238E27FC236}">
                <a16:creationId xmlns:a16="http://schemas.microsoft.com/office/drawing/2014/main" id="{FFEBF885-9FE1-C035-156F-8A2E37F5511B}"/>
              </a:ext>
            </a:extLst>
          </p:cNvPr>
          <p:cNvCxnSpPr>
            <a:cxnSpLocks/>
            <a:endCxn id="488" idx="1"/>
          </p:cNvCxnSpPr>
          <p:nvPr/>
        </p:nvCxnSpPr>
        <p:spPr>
          <a:xfrm flipV="1">
            <a:off x="8666681" y="2654534"/>
            <a:ext cx="1187572" cy="487743"/>
          </a:xfrm>
          <a:prstGeom prst="bentConnector3">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99" name="Elbow Connector 498">
            <a:extLst>
              <a:ext uri="{FF2B5EF4-FFF2-40B4-BE49-F238E27FC236}">
                <a16:creationId xmlns:a16="http://schemas.microsoft.com/office/drawing/2014/main" id="{80154520-E589-0DC1-CA63-115AD0F306B2}"/>
              </a:ext>
            </a:extLst>
          </p:cNvPr>
          <p:cNvCxnSpPr>
            <a:cxnSpLocks/>
            <a:endCxn id="326" idx="1"/>
          </p:cNvCxnSpPr>
          <p:nvPr/>
        </p:nvCxnSpPr>
        <p:spPr>
          <a:xfrm flipV="1">
            <a:off x="8858429" y="3394484"/>
            <a:ext cx="976867" cy="525593"/>
          </a:xfrm>
          <a:prstGeom prst="bentConnector3">
            <a:avLst>
              <a:gd name="adj1" fmla="val 50000"/>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510" name="Elbow Connector 509">
            <a:extLst>
              <a:ext uri="{FF2B5EF4-FFF2-40B4-BE49-F238E27FC236}">
                <a16:creationId xmlns:a16="http://schemas.microsoft.com/office/drawing/2014/main" id="{1D36F03B-F2E8-D276-D537-84FF1B2CD171}"/>
              </a:ext>
            </a:extLst>
          </p:cNvPr>
          <p:cNvCxnSpPr>
            <a:cxnSpLocks/>
            <a:endCxn id="6" idx="1"/>
          </p:cNvCxnSpPr>
          <p:nvPr/>
        </p:nvCxnSpPr>
        <p:spPr>
          <a:xfrm flipV="1">
            <a:off x="8207868" y="4159849"/>
            <a:ext cx="1646385" cy="998619"/>
          </a:xfrm>
          <a:prstGeom prst="bentConnector3">
            <a:avLst>
              <a:gd name="adj1" fmla="val 50000"/>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23" name="Elbow Connector 322">
            <a:extLst>
              <a:ext uri="{FF2B5EF4-FFF2-40B4-BE49-F238E27FC236}">
                <a16:creationId xmlns:a16="http://schemas.microsoft.com/office/drawing/2014/main" id="{BC3EC31F-136D-EFBC-FEEB-7B79025854DF}"/>
              </a:ext>
            </a:extLst>
          </p:cNvPr>
          <p:cNvCxnSpPr>
            <a:cxnSpLocks/>
            <a:endCxn id="421" idx="1"/>
          </p:cNvCxnSpPr>
          <p:nvPr/>
        </p:nvCxnSpPr>
        <p:spPr>
          <a:xfrm>
            <a:off x="5217803" y="7557652"/>
            <a:ext cx="4636450" cy="1584437"/>
          </a:xfrm>
          <a:prstGeom prst="bentConnector3">
            <a:avLst>
              <a:gd name="adj1" fmla="val 301"/>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326" name="Manipulate Variables">
            <a:extLst>
              <a:ext uri="{FF2B5EF4-FFF2-40B4-BE49-F238E27FC236}">
                <a16:creationId xmlns:a16="http://schemas.microsoft.com/office/drawing/2014/main" id="{ABD13ECB-21FF-F5D8-6682-713C23026A06}"/>
              </a:ext>
            </a:extLst>
          </p:cNvPr>
          <p:cNvSpPr txBox="1"/>
          <p:nvPr/>
        </p:nvSpPr>
        <p:spPr>
          <a:xfrm>
            <a:off x="9835296" y="3224469"/>
            <a:ext cx="1825821"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Transformers</a:t>
            </a:r>
            <a:endParaRPr dirty="0"/>
          </a:p>
        </p:txBody>
      </p:sp>
      <p:sp>
        <p:nvSpPr>
          <p:cNvPr id="342" name="Create a visual hierarchy. Help users navigate the page with titles, subtitles, and subsubtitles">
            <a:extLst>
              <a:ext uri="{FF2B5EF4-FFF2-40B4-BE49-F238E27FC236}">
                <a16:creationId xmlns:a16="http://schemas.microsoft.com/office/drawing/2014/main" id="{7F6962B4-0D2F-23AD-63EF-489A74F59141}"/>
              </a:ext>
            </a:extLst>
          </p:cNvPr>
          <p:cNvSpPr txBox="1"/>
          <p:nvPr/>
        </p:nvSpPr>
        <p:spPr>
          <a:xfrm>
            <a:off x="9835296" y="3526234"/>
            <a:ext cx="4001355" cy="44260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dirty="0">
                <a:latin typeface="Source Sans Pro" panose="020B0503030403020204" pitchFamily="34" charset="0"/>
                <a:ea typeface="Source Sans Pro" panose="020B0503030403020204" pitchFamily="34" charset="0"/>
              </a:rPr>
              <a:t>Transform functions construct S3 graph objects from parsed tables by defining nodes, edges, and relationships.</a:t>
            </a:r>
            <a:endParaRPr dirty="0">
              <a:latin typeface="Source Sans Pro" panose="020B0503030403020204" pitchFamily="34" charset="0"/>
              <a:ea typeface="Source Sans Pro" panose="020B0503030403020204" pitchFamily="34" charset="0"/>
              <a:sym typeface="Source Sans Pro"/>
            </a:endParaRPr>
          </a:p>
        </p:txBody>
      </p:sp>
      <p:sp>
        <p:nvSpPr>
          <p:cNvPr id="421" name="Manipulate Variables">
            <a:extLst>
              <a:ext uri="{FF2B5EF4-FFF2-40B4-BE49-F238E27FC236}">
                <a16:creationId xmlns:a16="http://schemas.microsoft.com/office/drawing/2014/main" id="{6C76BBA4-16BF-557C-E9B4-B74AD28A1B94}"/>
              </a:ext>
            </a:extLst>
          </p:cNvPr>
          <p:cNvSpPr txBox="1"/>
          <p:nvPr/>
        </p:nvSpPr>
        <p:spPr>
          <a:xfrm>
            <a:off x="9854253" y="8972074"/>
            <a:ext cx="3693319"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External Weight Integration</a:t>
            </a:r>
            <a:endParaRPr dirty="0"/>
          </a:p>
        </p:txBody>
      </p:sp>
      <p:sp>
        <p:nvSpPr>
          <p:cNvPr id="426" name="TextBox 425">
            <a:extLst>
              <a:ext uri="{FF2B5EF4-FFF2-40B4-BE49-F238E27FC236}">
                <a16:creationId xmlns:a16="http://schemas.microsoft.com/office/drawing/2014/main" id="{4959BE8B-F8D9-B4D3-1F16-CFDA90C5F9A9}"/>
              </a:ext>
            </a:extLst>
          </p:cNvPr>
          <p:cNvSpPr txBox="1"/>
          <p:nvPr/>
        </p:nvSpPr>
        <p:spPr>
          <a:xfrm>
            <a:off x="9854253" y="9224281"/>
            <a:ext cx="4138222" cy="111048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latin typeface="Source Sans Pro" panose="020B0503030403020204" pitchFamily="34" charset="0"/>
                <a:ea typeface="Source Sans Pro" panose="020B0503030403020204" pitchFamily="34" charset="0"/>
              </a:rPr>
              <a:t>The S3 class system allows new analyses like sentiment metric weight schemes to be added without modifying any existing transforms.</a:t>
            </a:r>
          </a:p>
          <a:p>
            <a:endParaRPr kumimoji="0" lang="en-US" b="0" i="0" u="none" strike="noStrike" cap="none" spc="0" normalizeH="0" baseline="0" dirty="0">
              <a:ln>
                <a:noFill/>
              </a:ln>
              <a:solidFill>
                <a:srgbClr val="4C4C4C"/>
              </a:solidFill>
              <a:effectLst/>
              <a:uFillTx/>
              <a:latin typeface="Source Sans Pro" panose="020B0503030403020204" pitchFamily="34" charset="0"/>
              <a:ea typeface="Source Sans Pro" panose="020B0503030403020204" pitchFamily="34" charset="0"/>
              <a:sym typeface="Source Sans Pro"/>
            </a:endParaRPr>
          </a:p>
          <a:p>
            <a:r>
              <a:rPr lang="en-US" dirty="0"/>
              <a:t>1. transform_reply_to_bipartite_network(weight,…)</a:t>
            </a:r>
          </a:p>
        </p:txBody>
      </p:sp>
      <p:sp>
        <p:nvSpPr>
          <p:cNvPr id="6" name="Manipulate Variables">
            <a:extLst>
              <a:ext uri="{FF2B5EF4-FFF2-40B4-BE49-F238E27FC236}">
                <a16:creationId xmlns:a16="http://schemas.microsoft.com/office/drawing/2014/main" id="{A1BC6E77-545A-2632-911F-CA21BCD720BC}"/>
              </a:ext>
            </a:extLst>
          </p:cNvPr>
          <p:cNvSpPr txBox="1"/>
          <p:nvPr/>
        </p:nvSpPr>
        <p:spPr>
          <a:xfrm>
            <a:off x="9854253" y="3989834"/>
            <a:ext cx="2644955"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Graph Constructors</a:t>
            </a:r>
            <a:endParaRPr dirty="0"/>
          </a:p>
        </p:txBody>
      </p:sp>
      <p:sp>
        <p:nvSpPr>
          <p:cNvPr id="10" name="Manipulate Variables">
            <a:extLst>
              <a:ext uri="{FF2B5EF4-FFF2-40B4-BE49-F238E27FC236}">
                <a16:creationId xmlns:a16="http://schemas.microsoft.com/office/drawing/2014/main" id="{792659F3-D362-7462-E502-1FF928FA8A12}"/>
              </a:ext>
            </a:extLst>
          </p:cNvPr>
          <p:cNvSpPr txBox="1"/>
          <p:nvPr/>
        </p:nvSpPr>
        <p:spPr>
          <a:xfrm>
            <a:off x="9854253" y="5610537"/>
            <a:ext cx="1808187"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S3 Functions</a:t>
            </a:r>
            <a:endParaRPr dirty="0"/>
          </a:p>
        </p:txBody>
      </p:sp>
      <p:sp>
        <p:nvSpPr>
          <p:cNvPr id="488" name="Manipulate Variables">
            <a:extLst>
              <a:ext uri="{FF2B5EF4-FFF2-40B4-BE49-F238E27FC236}">
                <a16:creationId xmlns:a16="http://schemas.microsoft.com/office/drawing/2014/main" id="{B01A7C60-8CDB-74F0-FFC9-2B88C9AE0932}"/>
              </a:ext>
            </a:extLst>
          </p:cNvPr>
          <p:cNvSpPr txBox="1"/>
          <p:nvPr/>
        </p:nvSpPr>
        <p:spPr>
          <a:xfrm>
            <a:off x="9854253" y="2484519"/>
            <a:ext cx="1017907"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Parsers</a:t>
            </a:r>
            <a:endParaRPr dirty="0"/>
          </a:p>
        </p:txBody>
      </p:sp>
      <p:sp>
        <p:nvSpPr>
          <p:cNvPr id="491" name="Create a visual hierarchy. Help users navigate the page with titles, subtitles, and subsubtitles">
            <a:extLst>
              <a:ext uri="{FF2B5EF4-FFF2-40B4-BE49-F238E27FC236}">
                <a16:creationId xmlns:a16="http://schemas.microsoft.com/office/drawing/2014/main" id="{BAA8D929-2E0E-A6E9-31C8-2510D437333B}"/>
              </a:ext>
            </a:extLst>
          </p:cNvPr>
          <p:cNvSpPr txBox="1"/>
          <p:nvPr/>
        </p:nvSpPr>
        <p:spPr>
          <a:xfrm>
            <a:off x="9835296" y="2790499"/>
            <a:ext cx="4001355" cy="442605"/>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dirty="0">
                <a:latin typeface="Source Sans Pro" panose="020B0503030403020204" pitchFamily="34" charset="0"/>
                <a:ea typeface="Source Sans Pro" panose="020B0503030403020204" pitchFamily="34" charset="0"/>
              </a:rPr>
              <a:t>Parse functions normalize raw data into structured tables reusable across multiple transforms.</a:t>
            </a:r>
            <a:endParaRPr dirty="0">
              <a:latin typeface="Source Sans Pro" panose="020B0503030403020204" pitchFamily="34" charset="0"/>
              <a:ea typeface="Source Sans Pro" panose="020B0503030403020204" pitchFamily="34" charset="0"/>
              <a:sym typeface="Source Sans Pro"/>
            </a:endParaRPr>
          </a:p>
        </p:txBody>
      </p:sp>
      <p:sp>
        <p:nvSpPr>
          <p:cNvPr id="2" name="TextBox 1">
            <a:extLst>
              <a:ext uri="{FF2B5EF4-FFF2-40B4-BE49-F238E27FC236}">
                <a16:creationId xmlns:a16="http://schemas.microsoft.com/office/drawing/2014/main" id="{26E63D36-A6FE-7D49-6B1C-89C90EF16EE8}"/>
              </a:ext>
            </a:extLst>
          </p:cNvPr>
          <p:cNvSpPr txBox="1"/>
          <p:nvPr/>
        </p:nvSpPr>
        <p:spPr>
          <a:xfrm>
            <a:off x="9846553" y="4230360"/>
            <a:ext cx="4177348" cy="137721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t>A graph structure generalizes different types of graphs, regardless of their data source.</a:t>
            </a:r>
            <a:endParaRPr lang="en-US" dirty="0"/>
          </a:p>
          <a:p>
            <a:r>
              <a:rPr lang="en-US" sz="1300" dirty="0"/>
              <a:t>1. model_unimodal_graph()</a:t>
            </a:r>
          </a:p>
          <a:p>
            <a:r>
              <a:rPr lang="en-US" b="0" dirty="0"/>
              <a:t>Represents a unimodal graph.</a:t>
            </a:r>
            <a:endParaRPr lang="en-US" dirty="0"/>
          </a:p>
          <a:p>
            <a:r>
              <a:rPr lang="en-US" sz="1300" dirty="0"/>
              <a:t>2. model_multimodal_graph()</a:t>
            </a:r>
          </a:p>
          <a:p>
            <a:r>
              <a:rPr lang="en-US" b="0" dirty="0"/>
              <a:t>Represents a multimodal graph.</a:t>
            </a:r>
          </a:p>
        </p:txBody>
      </p:sp>
      <p:sp>
        <p:nvSpPr>
          <p:cNvPr id="7" name="TextBox 6">
            <a:extLst>
              <a:ext uri="{FF2B5EF4-FFF2-40B4-BE49-F238E27FC236}">
                <a16:creationId xmlns:a16="http://schemas.microsoft.com/office/drawing/2014/main" id="{9E576DC8-4BB6-29E0-FFF3-9B4049B443B2}"/>
              </a:ext>
            </a:extLst>
          </p:cNvPr>
          <p:cNvSpPr txBox="1"/>
          <p:nvPr/>
        </p:nvSpPr>
        <p:spPr>
          <a:xfrm>
            <a:off x="9835296" y="5881747"/>
            <a:ext cx="4177348" cy="309050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t>S3 methods execute the correct behavior based on the graph's class, regardless of the data's origin.</a:t>
            </a:r>
          </a:p>
          <a:p>
            <a:endParaRPr lang="en-US" b="0" dirty="0"/>
          </a:p>
          <a:p>
            <a:r>
              <a:rPr lang="en-US" b="0" dirty="0"/>
              <a:t>Examples of S3 Generic Functions:</a:t>
            </a:r>
            <a:endParaRPr lang="en-US" dirty="0"/>
          </a:p>
          <a:p>
            <a:r>
              <a:rPr lang="en-US" sz="1300" dirty="0"/>
              <a:t>1. bipartite_graph_projection()</a:t>
            </a:r>
          </a:p>
          <a:p>
            <a:r>
              <a:rPr lang="en-US" b="0" dirty="0"/>
              <a:t>Performs bipartite projection on multimodal graphs.</a:t>
            </a:r>
            <a:endParaRPr lang="en-US" sz="1300" dirty="0"/>
          </a:p>
          <a:p>
            <a:r>
              <a:rPr lang="en-US" sz="1300" dirty="0"/>
              <a:t>2. temporal_graph_projection()</a:t>
            </a:r>
          </a:p>
          <a:p>
            <a:r>
              <a:rPr lang="en-US" b="0" dirty="0"/>
              <a:t>Performs temporal projection on multimodal graphs.</a:t>
            </a:r>
            <a:endParaRPr lang="en-US" sz="1300" dirty="0"/>
          </a:p>
          <a:p>
            <a:r>
              <a:rPr lang="en-US" sz="1300" dirty="0"/>
              <a:t>3. graph_to_dsmj()</a:t>
            </a:r>
          </a:p>
          <a:p>
            <a:r>
              <a:rPr lang="en-US" b="0" dirty="0"/>
              <a:t>Exports graph to a .dsmj file.</a:t>
            </a:r>
            <a:endParaRPr lang="en-US" dirty="0"/>
          </a:p>
          <a:p>
            <a:pPr marL="0" marR="0" indent="0" algn="l" defTabSz="584200" rtl="0" fontAlgn="auto" latinLnBrk="0" hangingPunct="0">
              <a:lnSpc>
                <a:spcPct val="100000"/>
              </a:lnSpc>
              <a:spcBef>
                <a:spcPts val="200"/>
              </a:spcBef>
              <a:spcAft>
                <a:spcPts val="0"/>
              </a:spcAft>
              <a:buClrTx/>
              <a:buSzTx/>
              <a:buFontTx/>
              <a:buNone/>
              <a:tabLst/>
            </a:pPr>
            <a:endParaRPr lang="en-US" dirty="0"/>
          </a:p>
          <a:p>
            <a:r>
              <a:rPr lang="en-US" b="0" dirty="0"/>
              <a:t>Example of S3 Auxiliary Functions:</a:t>
            </a:r>
            <a:endParaRPr lang="en-US" dirty="0"/>
          </a:p>
          <a:p>
            <a:r>
              <a:rPr lang="en-US" sz="1300" dirty="0"/>
              <a:t>4. subset_bipartite_from_multimodal()</a:t>
            </a:r>
          </a:p>
          <a:p>
            <a:r>
              <a:rPr lang="en-US" b="0" dirty="0"/>
              <a:t>Slices a bipartite graph from a multimodal graph.</a:t>
            </a:r>
          </a:p>
        </p:txBody>
      </p:sp>
      <p:cxnSp>
        <p:nvCxnSpPr>
          <p:cNvPr id="43" name="Elbow Connector 42">
            <a:extLst>
              <a:ext uri="{FF2B5EF4-FFF2-40B4-BE49-F238E27FC236}">
                <a16:creationId xmlns:a16="http://schemas.microsoft.com/office/drawing/2014/main" id="{19521E4A-5EE5-3F36-C415-1695A5283F0A}"/>
              </a:ext>
            </a:extLst>
          </p:cNvPr>
          <p:cNvCxnSpPr>
            <a:cxnSpLocks/>
            <a:stCxn id="258" idx="3"/>
          </p:cNvCxnSpPr>
          <p:nvPr/>
        </p:nvCxnSpPr>
        <p:spPr>
          <a:xfrm flipV="1">
            <a:off x="7130919" y="7742903"/>
            <a:ext cx="2704377" cy="697002"/>
          </a:xfrm>
          <a:prstGeom prst="bentConnector3">
            <a:avLst>
              <a:gd name="adj1" fmla="val 50000"/>
            </a:avLst>
          </a:prstGeom>
          <a:noFill/>
          <a:ln w="127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90" name="Elbow Connector 489">
            <a:extLst>
              <a:ext uri="{FF2B5EF4-FFF2-40B4-BE49-F238E27FC236}">
                <a16:creationId xmlns:a16="http://schemas.microsoft.com/office/drawing/2014/main" id="{1E0A8942-5A3C-AB91-9CD6-1E96BEE7CA90}"/>
              </a:ext>
            </a:extLst>
          </p:cNvPr>
          <p:cNvCxnSpPr>
            <a:cxnSpLocks/>
            <a:endCxn id="10" idx="1"/>
          </p:cNvCxnSpPr>
          <p:nvPr/>
        </p:nvCxnSpPr>
        <p:spPr>
          <a:xfrm rot="5400000" flipH="1" flipV="1">
            <a:off x="9066388" y="6123327"/>
            <a:ext cx="1130639" cy="445091"/>
          </a:xfrm>
          <a:prstGeom prst="bentConnector2">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pic>
        <p:nvPicPr>
          <p:cNvPr id="371" name="Graphic 370" descr="Arrow Right outline">
            <a:extLst>
              <a:ext uri="{FF2B5EF4-FFF2-40B4-BE49-F238E27FC236}">
                <a16:creationId xmlns:a16="http://schemas.microsoft.com/office/drawing/2014/main" id="{88E47CC6-EEF4-1A8A-21BF-D693DA771E6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7200000">
            <a:off x="5425284" y="5839761"/>
            <a:ext cx="442637" cy="387922"/>
          </a:xfrm>
          <a:prstGeom prst="rect">
            <a:avLst/>
          </a:prstGeom>
        </p:spPr>
      </p:pic>
      <p:pic>
        <p:nvPicPr>
          <p:cNvPr id="41" name="Graphic 40" descr="Arrow Right outline">
            <a:extLst>
              <a:ext uri="{FF2B5EF4-FFF2-40B4-BE49-F238E27FC236}">
                <a16:creationId xmlns:a16="http://schemas.microsoft.com/office/drawing/2014/main" id="{F0FA8537-3D44-BD4C-D68E-4D6B15A296D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5400000">
            <a:off x="5598889" y="2520589"/>
            <a:ext cx="186292" cy="387922"/>
          </a:xfrm>
          <a:prstGeom prst="rect">
            <a:avLst/>
          </a:prstGeom>
        </p:spPr>
      </p:pic>
      <p:pic>
        <p:nvPicPr>
          <p:cNvPr id="451" name="Graphic 450" descr="Arrow Right outline">
            <a:extLst>
              <a:ext uri="{FF2B5EF4-FFF2-40B4-BE49-F238E27FC236}">
                <a16:creationId xmlns:a16="http://schemas.microsoft.com/office/drawing/2014/main" id="{8D0AA019-7F7B-C3C3-DB3A-697233BC34B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5400000">
            <a:off x="5582599" y="3387114"/>
            <a:ext cx="186292" cy="387922"/>
          </a:xfrm>
          <a:prstGeom prst="rect">
            <a:avLst/>
          </a:prstGeom>
        </p:spPr>
      </p:pic>
      <p:pic>
        <p:nvPicPr>
          <p:cNvPr id="462" name="Graphic 461" descr="Arrow Right outline">
            <a:extLst>
              <a:ext uri="{FF2B5EF4-FFF2-40B4-BE49-F238E27FC236}">
                <a16:creationId xmlns:a16="http://schemas.microsoft.com/office/drawing/2014/main" id="{3810D378-4536-480D-2E7D-D51ECCC5D81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5400000">
            <a:off x="6829781" y="2476097"/>
            <a:ext cx="186292" cy="387922"/>
          </a:xfrm>
          <a:prstGeom prst="rect">
            <a:avLst/>
          </a:prstGeom>
        </p:spPr>
      </p:pic>
      <p:pic>
        <p:nvPicPr>
          <p:cNvPr id="480" name="Graphic 479" descr="Arrow Right outline">
            <a:extLst>
              <a:ext uri="{FF2B5EF4-FFF2-40B4-BE49-F238E27FC236}">
                <a16:creationId xmlns:a16="http://schemas.microsoft.com/office/drawing/2014/main" id="{8AA2DE78-1981-35A5-AED4-43937809C49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5400000">
            <a:off x="8103428" y="2495570"/>
            <a:ext cx="186292" cy="387922"/>
          </a:xfrm>
          <a:prstGeom prst="rect">
            <a:avLst/>
          </a:prstGeom>
        </p:spPr>
      </p:pic>
      <p:grpSp>
        <p:nvGrpSpPr>
          <p:cNvPr id="267" name="Google Shape;156;p1">
            <a:extLst>
              <a:ext uri="{FF2B5EF4-FFF2-40B4-BE49-F238E27FC236}">
                <a16:creationId xmlns:a16="http://schemas.microsoft.com/office/drawing/2014/main" id="{840975E1-B444-B3B8-3216-1B4668A0BB0A}"/>
              </a:ext>
            </a:extLst>
          </p:cNvPr>
          <p:cNvGrpSpPr/>
          <p:nvPr/>
        </p:nvGrpSpPr>
        <p:grpSpPr>
          <a:xfrm>
            <a:off x="5817574" y="4638565"/>
            <a:ext cx="2196419" cy="1216823"/>
            <a:chOff x="10592773" y="5229745"/>
            <a:chExt cx="3298954" cy="1741391"/>
          </a:xfrm>
          <a:solidFill>
            <a:schemeClr val="tx1"/>
          </a:solidFill>
        </p:grpSpPr>
        <p:sp>
          <p:nvSpPr>
            <p:cNvPr id="268" name="Google Shape;157;p1">
              <a:extLst>
                <a:ext uri="{FF2B5EF4-FFF2-40B4-BE49-F238E27FC236}">
                  <a16:creationId xmlns:a16="http://schemas.microsoft.com/office/drawing/2014/main" id="{6B0AEA9A-9240-0F99-E877-15998532D964}"/>
                </a:ext>
              </a:extLst>
            </p:cNvPr>
            <p:cNvSpPr/>
            <p:nvPr/>
          </p:nvSpPr>
          <p:spPr>
            <a:xfrm>
              <a:off x="12237743" y="5550161"/>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69" name="Google Shape;158;p1">
              <a:extLst>
                <a:ext uri="{FF2B5EF4-FFF2-40B4-BE49-F238E27FC236}">
                  <a16:creationId xmlns:a16="http://schemas.microsoft.com/office/drawing/2014/main" id="{5B6F4E79-2330-9972-431E-EEF1DAB26838}"/>
                </a:ext>
              </a:extLst>
            </p:cNvPr>
            <p:cNvSpPr/>
            <p:nvPr/>
          </p:nvSpPr>
          <p:spPr>
            <a:xfrm>
              <a:off x="12990609" y="5398089"/>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0" name="Google Shape;159;p1">
              <a:extLst>
                <a:ext uri="{FF2B5EF4-FFF2-40B4-BE49-F238E27FC236}">
                  <a16:creationId xmlns:a16="http://schemas.microsoft.com/office/drawing/2014/main" id="{588C7808-C56E-6B8F-9B51-CCE8AAAE2000}"/>
                </a:ext>
              </a:extLst>
            </p:cNvPr>
            <p:cNvSpPr/>
            <p:nvPr/>
          </p:nvSpPr>
          <p:spPr>
            <a:xfrm>
              <a:off x="13329043" y="5229745"/>
              <a:ext cx="192300" cy="198000"/>
            </a:xfrm>
            <a:prstGeom prst="ellipse">
              <a:avLst/>
            </a:prstGeom>
            <a:solidFill>
              <a:schemeClr val="accent3"/>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1" name="Google Shape;160;p1">
              <a:extLst>
                <a:ext uri="{FF2B5EF4-FFF2-40B4-BE49-F238E27FC236}">
                  <a16:creationId xmlns:a16="http://schemas.microsoft.com/office/drawing/2014/main" id="{00B775D0-1A7C-427E-6E91-09B2C6CB0D77}"/>
                </a:ext>
              </a:extLst>
            </p:cNvPr>
            <p:cNvSpPr/>
            <p:nvPr/>
          </p:nvSpPr>
          <p:spPr>
            <a:xfrm>
              <a:off x="13317282" y="5522084"/>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2" name="Google Shape;161;p1">
              <a:extLst>
                <a:ext uri="{FF2B5EF4-FFF2-40B4-BE49-F238E27FC236}">
                  <a16:creationId xmlns:a16="http://schemas.microsoft.com/office/drawing/2014/main" id="{B075C0D1-E4FF-1AA7-A344-54F703A88746}"/>
                </a:ext>
              </a:extLst>
            </p:cNvPr>
            <p:cNvSpPr/>
            <p:nvPr/>
          </p:nvSpPr>
          <p:spPr>
            <a:xfrm>
              <a:off x="13699427" y="5306906"/>
              <a:ext cx="192300" cy="198000"/>
            </a:xfrm>
            <a:prstGeom prst="ellipse">
              <a:avLst/>
            </a:prstGeom>
            <a:solidFill>
              <a:schemeClr val="accent3"/>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3" name="Google Shape;162;p1">
              <a:extLst>
                <a:ext uri="{FF2B5EF4-FFF2-40B4-BE49-F238E27FC236}">
                  <a16:creationId xmlns:a16="http://schemas.microsoft.com/office/drawing/2014/main" id="{E7F25F90-BC45-7A7D-1DD0-8A1663D7C4B9}"/>
                </a:ext>
              </a:extLst>
            </p:cNvPr>
            <p:cNvSpPr/>
            <p:nvPr/>
          </p:nvSpPr>
          <p:spPr>
            <a:xfrm>
              <a:off x="12990598" y="5644267"/>
              <a:ext cx="192300" cy="198000"/>
            </a:xfrm>
            <a:prstGeom prst="ellipse">
              <a:avLst/>
            </a:prstGeom>
            <a:solidFill>
              <a:schemeClr val="accent3"/>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4" name="Google Shape;163;p1">
              <a:extLst>
                <a:ext uri="{FF2B5EF4-FFF2-40B4-BE49-F238E27FC236}">
                  <a16:creationId xmlns:a16="http://schemas.microsoft.com/office/drawing/2014/main" id="{5FB0F885-5C37-754F-0237-7272621A019A}"/>
                </a:ext>
              </a:extLst>
            </p:cNvPr>
            <p:cNvSpPr/>
            <p:nvPr/>
          </p:nvSpPr>
          <p:spPr>
            <a:xfrm>
              <a:off x="13261106" y="6564434"/>
              <a:ext cx="328200" cy="3369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5" name="Google Shape;164;p1">
              <a:extLst>
                <a:ext uri="{FF2B5EF4-FFF2-40B4-BE49-F238E27FC236}">
                  <a16:creationId xmlns:a16="http://schemas.microsoft.com/office/drawing/2014/main" id="{A377189B-A370-4D78-EFF8-DB4A05CCC1BA}"/>
                </a:ext>
              </a:extLst>
            </p:cNvPr>
            <p:cNvSpPr/>
            <p:nvPr/>
          </p:nvSpPr>
          <p:spPr>
            <a:xfrm>
              <a:off x="12889483" y="6773136"/>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6" name="Google Shape;165;p1">
              <a:extLst>
                <a:ext uri="{FF2B5EF4-FFF2-40B4-BE49-F238E27FC236}">
                  <a16:creationId xmlns:a16="http://schemas.microsoft.com/office/drawing/2014/main" id="{67FDCCE9-6F59-9296-8001-C3FAF5601266}"/>
                </a:ext>
              </a:extLst>
            </p:cNvPr>
            <p:cNvSpPr/>
            <p:nvPr/>
          </p:nvSpPr>
          <p:spPr>
            <a:xfrm>
              <a:off x="13324166" y="6099152"/>
              <a:ext cx="192300" cy="198000"/>
            </a:xfrm>
            <a:prstGeom prst="ellipse">
              <a:avLst/>
            </a:prstGeom>
            <a:solidFill>
              <a:schemeClr val="accent3"/>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7" name="Google Shape;166;p1">
              <a:extLst>
                <a:ext uri="{FF2B5EF4-FFF2-40B4-BE49-F238E27FC236}">
                  <a16:creationId xmlns:a16="http://schemas.microsoft.com/office/drawing/2014/main" id="{705C1C22-333B-C4C1-BDEB-229FE4CA3339}"/>
                </a:ext>
              </a:extLst>
            </p:cNvPr>
            <p:cNvSpPr/>
            <p:nvPr/>
          </p:nvSpPr>
          <p:spPr>
            <a:xfrm>
              <a:off x="11468140" y="5576165"/>
              <a:ext cx="305700" cy="308400"/>
            </a:xfrm>
            <a:prstGeom prst="ellipse">
              <a:avLst/>
            </a:prstGeom>
            <a:solidFill>
              <a:schemeClr val="accent3"/>
            </a:solidFill>
            <a:ln w="179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8" name="Google Shape;167;p1">
              <a:extLst>
                <a:ext uri="{FF2B5EF4-FFF2-40B4-BE49-F238E27FC236}">
                  <a16:creationId xmlns:a16="http://schemas.microsoft.com/office/drawing/2014/main" id="{FB49F646-4009-44C9-D28E-F53B3A169964}"/>
                </a:ext>
              </a:extLst>
            </p:cNvPr>
            <p:cNvSpPr/>
            <p:nvPr/>
          </p:nvSpPr>
          <p:spPr>
            <a:xfrm>
              <a:off x="10719482" y="5925385"/>
              <a:ext cx="192300" cy="198000"/>
            </a:xfrm>
            <a:prstGeom prst="ellipse">
              <a:avLst/>
            </a:prstGeom>
            <a:solidFill>
              <a:schemeClr val="accent3"/>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9" name="Google Shape;168;p1">
              <a:extLst>
                <a:ext uri="{FF2B5EF4-FFF2-40B4-BE49-F238E27FC236}">
                  <a16:creationId xmlns:a16="http://schemas.microsoft.com/office/drawing/2014/main" id="{48126CDC-1F05-8E14-B819-799EDECC5D88}"/>
                </a:ext>
              </a:extLst>
            </p:cNvPr>
            <p:cNvSpPr/>
            <p:nvPr/>
          </p:nvSpPr>
          <p:spPr>
            <a:xfrm>
              <a:off x="11061232" y="5405652"/>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80" name="Google Shape;169;p1">
              <a:extLst>
                <a:ext uri="{FF2B5EF4-FFF2-40B4-BE49-F238E27FC236}">
                  <a16:creationId xmlns:a16="http://schemas.microsoft.com/office/drawing/2014/main" id="{087F0851-C0A8-1144-3BCC-56B763333841}"/>
                </a:ext>
              </a:extLst>
            </p:cNvPr>
            <p:cNvSpPr/>
            <p:nvPr/>
          </p:nvSpPr>
          <p:spPr>
            <a:xfrm>
              <a:off x="10592773" y="6139937"/>
              <a:ext cx="274500" cy="276300"/>
            </a:xfrm>
            <a:prstGeom prst="ellipse">
              <a:avLst/>
            </a:prstGeom>
            <a:solidFill>
              <a:schemeClr val="accent3"/>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81" name="Google Shape;170;p1">
              <a:extLst>
                <a:ext uri="{FF2B5EF4-FFF2-40B4-BE49-F238E27FC236}">
                  <a16:creationId xmlns:a16="http://schemas.microsoft.com/office/drawing/2014/main" id="{EAA43BFD-C021-2C8F-B816-832BD806B088}"/>
                </a:ext>
              </a:extLst>
            </p:cNvPr>
            <p:cNvSpPr/>
            <p:nvPr/>
          </p:nvSpPr>
          <p:spPr>
            <a:xfrm>
              <a:off x="11037864" y="6333062"/>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82" name="Google Shape;171;p1">
              <a:extLst>
                <a:ext uri="{FF2B5EF4-FFF2-40B4-BE49-F238E27FC236}">
                  <a16:creationId xmlns:a16="http://schemas.microsoft.com/office/drawing/2014/main" id="{1B4DBA2D-6E10-6E13-749B-F0EB0CC06FB3}"/>
                </a:ext>
              </a:extLst>
            </p:cNvPr>
            <p:cNvSpPr/>
            <p:nvPr/>
          </p:nvSpPr>
          <p:spPr>
            <a:xfrm>
              <a:off x="11449106" y="6300040"/>
              <a:ext cx="553500" cy="567900"/>
            </a:xfrm>
            <a:prstGeom prst="ellipse">
              <a:avLst/>
            </a:prstGeom>
            <a:solidFill>
              <a:schemeClr val="accent3"/>
            </a:solidFill>
            <a:ln w="26900"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283" name="Google Shape;172;p1">
              <a:extLst>
                <a:ext uri="{FF2B5EF4-FFF2-40B4-BE49-F238E27FC236}">
                  <a16:creationId xmlns:a16="http://schemas.microsoft.com/office/drawing/2014/main" id="{579E0506-B832-0DD6-3215-7C9A68320D2D}"/>
                </a:ext>
              </a:extLst>
            </p:cNvPr>
            <p:cNvCxnSpPr>
              <a:stCxn id="268" idx="2"/>
              <a:endCxn id="277" idx="6"/>
            </p:cNvCxnSpPr>
            <p:nvPr/>
          </p:nvCxnSpPr>
          <p:spPr>
            <a:xfrm flipH="1">
              <a:off x="11773943" y="5649161"/>
              <a:ext cx="463800" cy="813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84" name="Google Shape;173;p1">
              <a:extLst>
                <a:ext uri="{FF2B5EF4-FFF2-40B4-BE49-F238E27FC236}">
                  <a16:creationId xmlns:a16="http://schemas.microsoft.com/office/drawing/2014/main" id="{972311C5-60D5-377C-2967-6768710F5CCE}"/>
                </a:ext>
              </a:extLst>
            </p:cNvPr>
            <p:cNvCxnSpPr>
              <a:stCxn id="277" idx="2"/>
              <a:endCxn id="296" idx="6"/>
            </p:cNvCxnSpPr>
            <p:nvPr/>
          </p:nvCxnSpPr>
          <p:spPr>
            <a:xfrm flipH="1">
              <a:off x="11113540" y="5730365"/>
              <a:ext cx="354600" cy="306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85" name="Google Shape;175;p1">
              <a:extLst>
                <a:ext uri="{FF2B5EF4-FFF2-40B4-BE49-F238E27FC236}">
                  <a16:creationId xmlns:a16="http://schemas.microsoft.com/office/drawing/2014/main" id="{EE9A34F8-A026-23BA-8D86-42EE38CAB60A}"/>
                </a:ext>
              </a:extLst>
            </p:cNvPr>
            <p:cNvCxnSpPr>
              <a:stCxn id="282" idx="1"/>
              <a:endCxn id="293" idx="5"/>
            </p:cNvCxnSpPr>
            <p:nvPr/>
          </p:nvCxnSpPr>
          <p:spPr>
            <a:xfrm rot="10800000">
              <a:off x="11390064" y="6170507"/>
              <a:ext cx="140100" cy="2127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86" name="Google Shape;177;p1">
              <a:extLst>
                <a:ext uri="{FF2B5EF4-FFF2-40B4-BE49-F238E27FC236}">
                  <a16:creationId xmlns:a16="http://schemas.microsoft.com/office/drawing/2014/main" id="{FE8B074C-5C1D-BF2D-A6A5-5E2FC7256FAA}"/>
                </a:ext>
              </a:extLst>
            </p:cNvPr>
            <p:cNvCxnSpPr>
              <a:stCxn id="282" idx="2"/>
              <a:endCxn id="281" idx="5"/>
            </p:cNvCxnSpPr>
            <p:nvPr/>
          </p:nvCxnSpPr>
          <p:spPr>
            <a:xfrm rot="10800000">
              <a:off x="11201906" y="6502090"/>
              <a:ext cx="247200" cy="819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87" name="Google Shape;178;p1">
              <a:extLst>
                <a:ext uri="{FF2B5EF4-FFF2-40B4-BE49-F238E27FC236}">
                  <a16:creationId xmlns:a16="http://schemas.microsoft.com/office/drawing/2014/main" id="{3C365C73-49C1-E711-F93F-793955D0A520}"/>
                </a:ext>
              </a:extLst>
            </p:cNvPr>
            <p:cNvCxnSpPr>
              <a:stCxn id="281" idx="2"/>
              <a:endCxn id="280" idx="6"/>
            </p:cNvCxnSpPr>
            <p:nvPr/>
          </p:nvCxnSpPr>
          <p:spPr>
            <a:xfrm rot="10800000">
              <a:off x="10867164" y="6278162"/>
              <a:ext cx="170700" cy="1539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88" name="Google Shape;179;p1">
              <a:extLst>
                <a:ext uri="{FF2B5EF4-FFF2-40B4-BE49-F238E27FC236}">
                  <a16:creationId xmlns:a16="http://schemas.microsoft.com/office/drawing/2014/main" id="{C47934E4-5436-6AB6-B7A4-8F2163BF6440}"/>
                </a:ext>
              </a:extLst>
            </p:cNvPr>
            <p:cNvCxnSpPr>
              <a:stCxn id="293" idx="2"/>
              <a:endCxn id="278" idx="5"/>
            </p:cNvCxnSpPr>
            <p:nvPr/>
          </p:nvCxnSpPr>
          <p:spPr>
            <a:xfrm rot="10800000">
              <a:off x="10883737" y="6094319"/>
              <a:ext cx="342300" cy="63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89" name="Google Shape;180;p1">
              <a:extLst>
                <a:ext uri="{FF2B5EF4-FFF2-40B4-BE49-F238E27FC236}">
                  <a16:creationId xmlns:a16="http://schemas.microsoft.com/office/drawing/2014/main" id="{B330C1C5-8A71-9822-8AA3-47ACFBA3B268}"/>
                </a:ext>
              </a:extLst>
            </p:cNvPr>
            <p:cNvCxnSpPr>
              <a:stCxn id="277" idx="1"/>
              <a:endCxn id="279" idx="5"/>
            </p:cNvCxnSpPr>
            <p:nvPr/>
          </p:nvCxnSpPr>
          <p:spPr>
            <a:xfrm rot="10800000">
              <a:off x="11225509" y="5574529"/>
              <a:ext cx="287400" cy="468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90" name="Google Shape;181;p1">
              <a:extLst>
                <a:ext uri="{FF2B5EF4-FFF2-40B4-BE49-F238E27FC236}">
                  <a16:creationId xmlns:a16="http://schemas.microsoft.com/office/drawing/2014/main" id="{5923854F-57D5-1BFC-AACD-2C8545CB3F1C}"/>
                </a:ext>
              </a:extLst>
            </p:cNvPr>
            <p:cNvCxnSpPr>
              <a:stCxn id="304" idx="2"/>
              <a:endCxn id="293" idx="6"/>
            </p:cNvCxnSpPr>
            <p:nvPr/>
          </p:nvCxnSpPr>
          <p:spPr>
            <a:xfrm flipH="1">
              <a:off x="11418366" y="5897435"/>
              <a:ext cx="710100" cy="2031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91" name="Google Shape;183;p1">
              <a:extLst>
                <a:ext uri="{FF2B5EF4-FFF2-40B4-BE49-F238E27FC236}">
                  <a16:creationId xmlns:a16="http://schemas.microsoft.com/office/drawing/2014/main" id="{0F471A00-6819-D67F-1C7D-A5ECE4204F1C}"/>
                </a:ext>
              </a:extLst>
            </p:cNvPr>
            <p:cNvCxnSpPr>
              <a:stCxn id="304" idx="2"/>
              <a:endCxn id="278" idx="6"/>
            </p:cNvCxnSpPr>
            <p:nvPr/>
          </p:nvCxnSpPr>
          <p:spPr>
            <a:xfrm flipH="1">
              <a:off x="10911666" y="5897435"/>
              <a:ext cx="1216800" cy="1269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sp>
          <p:nvSpPr>
            <p:cNvPr id="293" name="Google Shape;176;p1">
              <a:extLst>
                <a:ext uri="{FF2B5EF4-FFF2-40B4-BE49-F238E27FC236}">
                  <a16:creationId xmlns:a16="http://schemas.microsoft.com/office/drawing/2014/main" id="{39388982-C192-B865-8238-4B8EAC388E0A}"/>
                </a:ext>
              </a:extLst>
            </p:cNvPr>
            <p:cNvSpPr/>
            <p:nvPr/>
          </p:nvSpPr>
          <p:spPr>
            <a:xfrm>
              <a:off x="11226037" y="6001619"/>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294" name="Google Shape;184;p1">
              <a:extLst>
                <a:ext uri="{FF2B5EF4-FFF2-40B4-BE49-F238E27FC236}">
                  <a16:creationId xmlns:a16="http://schemas.microsoft.com/office/drawing/2014/main" id="{248EEB5E-EC86-45D7-CD55-221BD18C7E8E}"/>
                </a:ext>
              </a:extLst>
            </p:cNvPr>
            <p:cNvCxnSpPr>
              <a:stCxn id="268" idx="2"/>
              <a:endCxn id="281" idx="7"/>
            </p:cNvCxnSpPr>
            <p:nvPr/>
          </p:nvCxnSpPr>
          <p:spPr>
            <a:xfrm flipH="1">
              <a:off x="11202143" y="5649161"/>
              <a:ext cx="1035600" cy="7128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95" name="Google Shape;185;p1">
              <a:extLst>
                <a:ext uri="{FF2B5EF4-FFF2-40B4-BE49-F238E27FC236}">
                  <a16:creationId xmlns:a16="http://schemas.microsoft.com/office/drawing/2014/main" id="{3341A254-CE23-C057-6C79-F325361399CD}"/>
                </a:ext>
              </a:extLst>
            </p:cNvPr>
            <p:cNvCxnSpPr>
              <a:stCxn id="268" idx="5"/>
              <a:endCxn id="274" idx="1"/>
            </p:cNvCxnSpPr>
            <p:nvPr/>
          </p:nvCxnSpPr>
          <p:spPr>
            <a:xfrm>
              <a:off x="12401881" y="5719165"/>
              <a:ext cx="907200" cy="8946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sp>
          <p:nvSpPr>
            <p:cNvPr id="296" name="Google Shape;174;p1">
              <a:extLst>
                <a:ext uri="{FF2B5EF4-FFF2-40B4-BE49-F238E27FC236}">
                  <a16:creationId xmlns:a16="http://schemas.microsoft.com/office/drawing/2014/main" id="{FC98FB1E-BAA8-0E79-F556-114B9BA75D95}"/>
                </a:ext>
              </a:extLst>
            </p:cNvPr>
            <p:cNvSpPr/>
            <p:nvPr/>
          </p:nvSpPr>
          <p:spPr>
            <a:xfrm>
              <a:off x="10921235" y="5662025"/>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297" name="Google Shape;186;p1">
              <a:extLst>
                <a:ext uri="{FF2B5EF4-FFF2-40B4-BE49-F238E27FC236}">
                  <a16:creationId xmlns:a16="http://schemas.microsoft.com/office/drawing/2014/main" id="{6AD71BA8-9FB5-66D3-9081-471BFEABEFEE}"/>
                </a:ext>
              </a:extLst>
            </p:cNvPr>
            <p:cNvCxnSpPr>
              <a:stCxn id="304" idx="2"/>
              <a:endCxn id="281" idx="6"/>
            </p:cNvCxnSpPr>
            <p:nvPr/>
          </p:nvCxnSpPr>
          <p:spPr>
            <a:xfrm flipH="1">
              <a:off x="11230266" y="5897435"/>
              <a:ext cx="898200" cy="5346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98" name="Google Shape;187;p1">
              <a:extLst>
                <a:ext uri="{FF2B5EF4-FFF2-40B4-BE49-F238E27FC236}">
                  <a16:creationId xmlns:a16="http://schemas.microsoft.com/office/drawing/2014/main" id="{922427D2-8A06-49BB-C26E-E97BA3A9D51F}"/>
                </a:ext>
              </a:extLst>
            </p:cNvPr>
            <p:cNvCxnSpPr>
              <a:stCxn id="302" idx="6"/>
              <a:endCxn id="273" idx="2"/>
            </p:cNvCxnSpPr>
            <p:nvPr/>
          </p:nvCxnSpPr>
          <p:spPr>
            <a:xfrm rot="10800000" flipH="1">
              <a:off x="12553633" y="5743151"/>
              <a:ext cx="437100" cy="199800"/>
            </a:xfrm>
            <a:prstGeom prst="straightConnector1">
              <a:avLst/>
            </a:prstGeom>
            <a:grpFill/>
            <a:ln w="9525" cap="flat" cmpd="sng">
              <a:solidFill>
                <a:schemeClr val="bg2">
                  <a:lumMod val="10000"/>
                </a:schemeClr>
              </a:solidFill>
              <a:prstDash val="solid"/>
              <a:round/>
              <a:headEnd type="none" w="sm" len="sm"/>
              <a:tailEnd type="stealth" w="med" len="med"/>
            </a:ln>
          </p:spPr>
        </p:cxnSp>
        <p:cxnSp>
          <p:nvCxnSpPr>
            <p:cNvPr id="299" name="Google Shape;189;p1">
              <a:extLst>
                <a:ext uri="{FF2B5EF4-FFF2-40B4-BE49-F238E27FC236}">
                  <a16:creationId xmlns:a16="http://schemas.microsoft.com/office/drawing/2014/main" id="{4489F1E6-2834-78DB-ED1C-8C9BA2BF79CF}"/>
                </a:ext>
              </a:extLst>
            </p:cNvPr>
            <p:cNvCxnSpPr>
              <a:stCxn id="273" idx="7"/>
              <a:endCxn id="271" idx="2"/>
            </p:cNvCxnSpPr>
            <p:nvPr/>
          </p:nvCxnSpPr>
          <p:spPr>
            <a:xfrm rot="10800000" flipH="1">
              <a:off x="13154736" y="5621063"/>
              <a:ext cx="162600" cy="522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300" name="Google Shape;190;p1">
              <a:extLst>
                <a:ext uri="{FF2B5EF4-FFF2-40B4-BE49-F238E27FC236}">
                  <a16:creationId xmlns:a16="http://schemas.microsoft.com/office/drawing/2014/main" id="{709C9E6C-6DA3-3580-93DA-19FE62641511}"/>
                </a:ext>
              </a:extLst>
            </p:cNvPr>
            <p:cNvCxnSpPr>
              <a:stCxn id="271" idx="6"/>
              <a:endCxn id="272" idx="2"/>
            </p:cNvCxnSpPr>
            <p:nvPr/>
          </p:nvCxnSpPr>
          <p:spPr>
            <a:xfrm rot="10800000" flipH="1">
              <a:off x="13509582" y="5405984"/>
              <a:ext cx="189900" cy="2151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301" name="Google Shape;191;p1">
              <a:extLst>
                <a:ext uri="{FF2B5EF4-FFF2-40B4-BE49-F238E27FC236}">
                  <a16:creationId xmlns:a16="http://schemas.microsoft.com/office/drawing/2014/main" id="{D0B6B7FC-FD42-526D-0561-171CCE2D1061}"/>
                </a:ext>
              </a:extLst>
            </p:cNvPr>
            <p:cNvCxnSpPr>
              <a:stCxn id="268" idx="6"/>
              <a:endCxn id="269" idx="2"/>
            </p:cNvCxnSpPr>
            <p:nvPr/>
          </p:nvCxnSpPr>
          <p:spPr>
            <a:xfrm rot="10800000" flipH="1">
              <a:off x="12430043" y="5497061"/>
              <a:ext cx="560700" cy="1521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sp>
          <p:nvSpPr>
            <p:cNvPr id="302" name="Google Shape;188;p1">
              <a:extLst>
                <a:ext uri="{FF2B5EF4-FFF2-40B4-BE49-F238E27FC236}">
                  <a16:creationId xmlns:a16="http://schemas.microsoft.com/office/drawing/2014/main" id="{247F6ABC-C4EA-79E6-C969-25479EDFF4D0}"/>
                </a:ext>
              </a:extLst>
            </p:cNvPr>
            <p:cNvSpPr/>
            <p:nvPr/>
          </p:nvSpPr>
          <p:spPr>
            <a:xfrm>
              <a:off x="12361333" y="5843951"/>
              <a:ext cx="192300" cy="198000"/>
            </a:xfrm>
            <a:prstGeom prst="ellipse">
              <a:avLst/>
            </a:prstGeom>
            <a:solidFill>
              <a:schemeClr val="accent3"/>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303" name="Google Shape;192;p1">
              <a:extLst>
                <a:ext uri="{FF2B5EF4-FFF2-40B4-BE49-F238E27FC236}">
                  <a16:creationId xmlns:a16="http://schemas.microsoft.com/office/drawing/2014/main" id="{CC7C68C5-871D-C2CD-CEBE-EBFAC26EEA2B}"/>
                </a:ext>
              </a:extLst>
            </p:cNvPr>
            <p:cNvCxnSpPr>
              <a:stCxn id="269" idx="7"/>
              <a:endCxn id="270" idx="2"/>
            </p:cNvCxnSpPr>
            <p:nvPr/>
          </p:nvCxnSpPr>
          <p:spPr>
            <a:xfrm rot="10800000" flipH="1">
              <a:off x="13154747" y="5328685"/>
              <a:ext cx="174300" cy="984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sp>
          <p:nvSpPr>
            <p:cNvPr id="304" name="Google Shape;182;p1">
              <a:extLst>
                <a:ext uri="{FF2B5EF4-FFF2-40B4-BE49-F238E27FC236}">
                  <a16:creationId xmlns:a16="http://schemas.microsoft.com/office/drawing/2014/main" id="{E276D9D2-4662-EF75-3072-D233DF1BC46C}"/>
                </a:ext>
              </a:extLst>
            </p:cNvPr>
            <p:cNvSpPr/>
            <p:nvPr/>
          </p:nvSpPr>
          <p:spPr>
            <a:xfrm>
              <a:off x="12128466" y="5798435"/>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305" name="Google Shape;193;p1">
              <a:extLst>
                <a:ext uri="{FF2B5EF4-FFF2-40B4-BE49-F238E27FC236}">
                  <a16:creationId xmlns:a16="http://schemas.microsoft.com/office/drawing/2014/main" id="{E9F86AAA-4FF2-D4CE-766A-65BBD34994EE}"/>
                </a:ext>
              </a:extLst>
            </p:cNvPr>
            <p:cNvCxnSpPr>
              <a:stCxn id="282" idx="6"/>
              <a:endCxn id="274" idx="2"/>
            </p:cNvCxnSpPr>
            <p:nvPr/>
          </p:nvCxnSpPr>
          <p:spPr>
            <a:xfrm>
              <a:off x="12002606" y="6583990"/>
              <a:ext cx="1258500" cy="148800"/>
            </a:xfrm>
            <a:prstGeom prst="straightConnector1">
              <a:avLst/>
            </a:prstGeom>
            <a:grpFill/>
            <a:ln>
              <a:solidFill>
                <a:schemeClr val="bg2">
                  <a:lumMod val="10000"/>
                </a:schemeClr>
              </a:solidFill>
              <a:headEnd type="stealth" w="med" len="med"/>
              <a:tailEnd type="none" w="sm" len="sm"/>
            </a:ln>
          </p:spPr>
          <p:style>
            <a:lnRef idx="1">
              <a:schemeClr val="dk1"/>
            </a:lnRef>
            <a:fillRef idx="0">
              <a:schemeClr val="dk1"/>
            </a:fillRef>
            <a:effectRef idx="0">
              <a:schemeClr val="dk1"/>
            </a:effectRef>
            <a:fontRef idx="minor">
              <a:schemeClr val="tx1"/>
            </a:fontRef>
          </p:style>
        </p:cxnSp>
        <p:cxnSp>
          <p:nvCxnSpPr>
            <p:cNvPr id="306" name="Google Shape;194;p1">
              <a:extLst>
                <a:ext uri="{FF2B5EF4-FFF2-40B4-BE49-F238E27FC236}">
                  <a16:creationId xmlns:a16="http://schemas.microsoft.com/office/drawing/2014/main" id="{A4475891-3AA9-9E56-450C-113727AA3B59}"/>
                </a:ext>
              </a:extLst>
            </p:cNvPr>
            <p:cNvCxnSpPr>
              <a:stCxn id="275" idx="1"/>
              <a:endCxn id="277" idx="5"/>
            </p:cNvCxnSpPr>
            <p:nvPr/>
          </p:nvCxnSpPr>
          <p:spPr>
            <a:xfrm rot="10800000">
              <a:off x="11729045" y="5839432"/>
              <a:ext cx="1188600" cy="9627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307" name="Google Shape;195;p1">
              <a:extLst>
                <a:ext uri="{FF2B5EF4-FFF2-40B4-BE49-F238E27FC236}">
                  <a16:creationId xmlns:a16="http://schemas.microsoft.com/office/drawing/2014/main" id="{0D039795-125D-3844-1F12-50DD923E4EF3}"/>
                </a:ext>
              </a:extLst>
            </p:cNvPr>
            <p:cNvCxnSpPr>
              <a:stCxn id="304" idx="3"/>
              <a:endCxn id="282" idx="7"/>
            </p:cNvCxnSpPr>
            <p:nvPr/>
          </p:nvCxnSpPr>
          <p:spPr>
            <a:xfrm flipH="1">
              <a:off x="11921428" y="5967439"/>
              <a:ext cx="235200" cy="4158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308" name="Google Shape;196;p1">
              <a:extLst>
                <a:ext uri="{FF2B5EF4-FFF2-40B4-BE49-F238E27FC236}">
                  <a16:creationId xmlns:a16="http://schemas.microsoft.com/office/drawing/2014/main" id="{9178589E-BDFC-5592-1B18-D320046B6CC6}"/>
                </a:ext>
              </a:extLst>
            </p:cNvPr>
            <p:cNvCxnSpPr>
              <a:stCxn id="302" idx="5"/>
              <a:endCxn id="275" idx="1"/>
            </p:cNvCxnSpPr>
            <p:nvPr/>
          </p:nvCxnSpPr>
          <p:spPr>
            <a:xfrm>
              <a:off x="12525471" y="6012955"/>
              <a:ext cx="392100" cy="789300"/>
            </a:xfrm>
            <a:prstGeom prst="straightConnector1">
              <a:avLst/>
            </a:prstGeom>
            <a:grpFill/>
            <a:ln w="9525" cap="flat" cmpd="sng">
              <a:solidFill>
                <a:schemeClr val="bg2">
                  <a:lumMod val="10000"/>
                </a:schemeClr>
              </a:solidFill>
              <a:prstDash val="solid"/>
              <a:round/>
              <a:headEnd type="none" w="sm" len="sm"/>
              <a:tailEnd type="stealth" w="med" len="med"/>
            </a:ln>
          </p:spPr>
        </p:cxnSp>
        <p:cxnSp>
          <p:nvCxnSpPr>
            <p:cNvPr id="309" name="Google Shape;197;p1">
              <a:extLst>
                <a:ext uri="{FF2B5EF4-FFF2-40B4-BE49-F238E27FC236}">
                  <a16:creationId xmlns:a16="http://schemas.microsoft.com/office/drawing/2014/main" id="{3387F681-A19C-64A5-6D60-CA7F45899E04}"/>
                </a:ext>
              </a:extLst>
            </p:cNvPr>
            <p:cNvCxnSpPr>
              <a:stCxn id="268" idx="6"/>
              <a:endCxn id="273" idx="2"/>
            </p:cNvCxnSpPr>
            <p:nvPr/>
          </p:nvCxnSpPr>
          <p:spPr>
            <a:xfrm>
              <a:off x="12430043" y="5649161"/>
              <a:ext cx="560700" cy="942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310" name="Google Shape;198;p1">
              <a:extLst>
                <a:ext uri="{FF2B5EF4-FFF2-40B4-BE49-F238E27FC236}">
                  <a16:creationId xmlns:a16="http://schemas.microsoft.com/office/drawing/2014/main" id="{9807C465-A831-0BFB-66A5-D0108BF3B201}"/>
                </a:ext>
              </a:extLst>
            </p:cNvPr>
            <p:cNvCxnSpPr>
              <a:stCxn id="302" idx="6"/>
              <a:endCxn id="276" idx="2"/>
            </p:cNvCxnSpPr>
            <p:nvPr/>
          </p:nvCxnSpPr>
          <p:spPr>
            <a:xfrm>
              <a:off x="12553633" y="5942951"/>
              <a:ext cx="770400" cy="255300"/>
            </a:xfrm>
            <a:prstGeom prst="straightConnector1">
              <a:avLst/>
            </a:prstGeom>
            <a:grpFill/>
            <a:ln w="9525" cap="flat" cmpd="sng">
              <a:solidFill>
                <a:schemeClr val="bg2">
                  <a:lumMod val="10000"/>
                </a:schemeClr>
              </a:solidFill>
              <a:prstDash val="solid"/>
              <a:round/>
              <a:headEnd type="none" w="sm" len="sm"/>
              <a:tailEnd type="stealth" w="med" len="med"/>
            </a:ln>
          </p:spPr>
        </p:cxnSp>
        <p:cxnSp>
          <p:nvCxnSpPr>
            <p:cNvPr id="311" name="Google Shape;199;p1">
              <a:extLst>
                <a:ext uri="{FF2B5EF4-FFF2-40B4-BE49-F238E27FC236}">
                  <a16:creationId xmlns:a16="http://schemas.microsoft.com/office/drawing/2014/main" id="{A67B84F7-0723-8E89-571B-1CC8C19318B5}"/>
                </a:ext>
              </a:extLst>
            </p:cNvPr>
            <p:cNvCxnSpPr>
              <a:stCxn id="302" idx="3"/>
              <a:endCxn id="282" idx="7"/>
            </p:cNvCxnSpPr>
            <p:nvPr/>
          </p:nvCxnSpPr>
          <p:spPr>
            <a:xfrm flipH="1">
              <a:off x="11921495" y="6012955"/>
              <a:ext cx="468000" cy="370200"/>
            </a:xfrm>
            <a:prstGeom prst="straightConnector1">
              <a:avLst/>
            </a:prstGeom>
            <a:grpFill/>
            <a:ln w="9525" cap="flat" cmpd="sng">
              <a:solidFill>
                <a:schemeClr val="bg2">
                  <a:lumMod val="10000"/>
                </a:schemeClr>
              </a:solidFill>
              <a:prstDash val="solid"/>
              <a:round/>
              <a:headEnd type="none" w="sm" len="sm"/>
              <a:tailEnd type="stealth" w="med" len="med"/>
            </a:ln>
          </p:spPr>
        </p:cxnSp>
        <p:cxnSp>
          <p:nvCxnSpPr>
            <p:cNvPr id="315" name="Google Shape;200;p1">
              <a:extLst>
                <a:ext uri="{FF2B5EF4-FFF2-40B4-BE49-F238E27FC236}">
                  <a16:creationId xmlns:a16="http://schemas.microsoft.com/office/drawing/2014/main" id="{F926AF66-195F-CDB0-417F-773E71393B70}"/>
                </a:ext>
              </a:extLst>
            </p:cNvPr>
            <p:cNvCxnSpPr>
              <a:stCxn id="302" idx="6"/>
              <a:endCxn id="274" idx="1"/>
            </p:cNvCxnSpPr>
            <p:nvPr/>
          </p:nvCxnSpPr>
          <p:spPr>
            <a:xfrm>
              <a:off x="12553633" y="5942951"/>
              <a:ext cx="755400" cy="670800"/>
            </a:xfrm>
            <a:prstGeom prst="straightConnector1">
              <a:avLst/>
            </a:prstGeom>
            <a:grpFill/>
            <a:ln w="17925" cap="flat" cmpd="sng">
              <a:solidFill>
                <a:schemeClr val="bg2">
                  <a:lumMod val="10000"/>
                </a:schemeClr>
              </a:solidFill>
              <a:prstDash val="solid"/>
              <a:round/>
              <a:headEnd type="none" w="sm" len="sm"/>
              <a:tailEnd type="stealth" w="med" len="med"/>
            </a:ln>
          </p:spPr>
        </p:cxnSp>
      </p:grpSp>
      <p:graphicFrame>
        <p:nvGraphicFramePr>
          <p:cNvPr id="12" name="Table">
            <a:extLst>
              <a:ext uri="{FF2B5EF4-FFF2-40B4-BE49-F238E27FC236}">
                <a16:creationId xmlns:a16="http://schemas.microsoft.com/office/drawing/2014/main" id="{C6970299-29E4-B56E-EE20-8811ADAC7BE2}"/>
              </a:ext>
            </a:extLst>
          </p:cNvPr>
          <p:cNvGraphicFramePr/>
          <p:nvPr>
            <p:extLst>
              <p:ext uri="{D42A27DB-BD31-4B8C-83A1-F6EECF244321}">
                <p14:modId xmlns:p14="http://schemas.microsoft.com/office/powerpoint/2010/main" val="4122355918"/>
              </p:ext>
            </p:extLst>
          </p:nvPr>
        </p:nvGraphicFramePr>
        <p:xfrm>
          <a:off x="5367268" y="2895990"/>
          <a:ext cx="627864"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4"/>
                  </a:ext>
                </a:extLst>
              </a:tr>
            </a:tbl>
          </a:graphicData>
        </a:graphic>
      </p:graphicFrame>
      <p:graphicFrame>
        <p:nvGraphicFramePr>
          <p:cNvPr id="13" name="Table">
            <a:extLst>
              <a:ext uri="{FF2B5EF4-FFF2-40B4-BE49-F238E27FC236}">
                <a16:creationId xmlns:a16="http://schemas.microsoft.com/office/drawing/2014/main" id="{AFA42515-49FC-62CA-9949-887DFF2176B8}"/>
              </a:ext>
            </a:extLst>
          </p:cNvPr>
          <p:cNvGraphicFramePr/>
          <p:nvPr>
            <p:extLst>
              <p:ext uri="{D42A27DB-BD31-4B8C-83A1-F6EECF244321}">
                <p14:modId xmlns:p14="http://schemas.microsoft.com/office/powerpoint/2010/main" val="933703095"/>
              </p:ext>
            </p:extLst>
          </p:nvPr>
        </p:nvGraphicFramePr>
        <p:xfrm>
          <a:off x="5217803" y="3688170"/>
          <a:ext cx="418576"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pic>
        <p:nvPicPr>
          <p:cNvPr id="14" name="Graphic 13" descr="Arrow Right outline">
            <a:extLst>
              <a:ext uri="{FF2B5EF4-FFF2-40B4-BE49-F238E27FC236}">
                <a16:creationId xmlns:a16="http://schemas.microsoft.com/office/drawing/2014/main" id="{86B0CBA5-0E0A-954E-4655-BC049B047F0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5400000">
            <a:off x="6826820" y="3359609"/>
            <a:ext cx="186292" cy="387922"/>
          </a:xfrm>
          <a:prstGeom prst="rect">
            <a:avLst/>
          </a:prstGeom>
        </p:spPr>
      </p:pic>
      <p:graphicFrame>
        <p:nvGraphicFramePr>
          <p:cNvPr id="15" name="Table">
            <a:extLst>
              <a:ext uri="{FF2B5EF4-FFF2-40B4-BE49-F238E27FC236}">
                <a16:creationId xmlns:a16="http://schemas.microsoft.com/office/drawing/2014/main" id="{F5C46334-D4EF-B3ED-2BF2-B19AEAC9D3CC}"/>
              </a:ext>
            </a:extLst>
          </p:cNvPr>
          <p:cNvGraphicFramePr/>
          <p:nvPr>
            <p:extLst>
              <p:ext uri="{D42A27DB-BD31-4B8C-83A1-F6EECF244321}">
                <p14:modId xmlns:p14="http://schemas.microsoft.com/office/powerpoint/2010/main" val="3625728238"/>
              </p:ext>
            </p:extLst>
          </p:nvPr>
        </p:nvGraphicFramePr>
        <p:xfrm>
          <a:off x="6614203" y="2858778"/>
          <a:ext cx="627864"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4"/>
                  </a:ext>
                </a:extLst>
              </a:tr>
            </a:tbl>
          </a:graphicData>
        </a:graphic>
      </p:graphicFrame>
      <p:pic>
        <p:nvPicPr>
          <p:cNvPr id="17" name="Graphic 16" descr="Arrow Right outline">
            <a:extLst>
              <a:ext uri="{FF2B5EF4-FFF2-40B4-BE49-F238E27FC236}">
                <a16:creationId xmlns:a16="http://schemas.microsoft.com/office/drawing/2014/main" id="{73BB2B83-B390-DA32-17ED-70FE9CD6E34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5400000">
            <a:off x="8103428" y="3342353"/>
            <a:ext cx="186292" cy="387922"/>
          </a:xfrm>
          <a:prstGeom prst="rect">
            <a:avLst/>
          </a:prstGeom>
        </p:spPr>
      </p:pic>
      <p:graphicFrame>
        <p:nvGraphicFramePr>
          <p:cNvPr id="18" name="Table">
            <a:extLst>
              <a:ext uri="{FF2B5EF4-FFF2-40B4-BE49-F238E27FC236}">
                <a16:creationId xmlns:a16="http://schemas.microsoft.com/office/drawing/2014/main" id="{B8F09685-AEB2-E30A-485D-E403A14BB100}"/>
              </a:ext>
            </a:extLst>
          </p:cNvPr>
          <p:cNvGraphicFramePr/>
          <p:nvPr>
            <p:extLst>
              <p:ext uri="{D42A27DB-BD31-4B8C-83A1-F6EECF244321}">
                <p14:modId xmlns:p14="http://schemas.microsoft.com/office/powerpoint/2010/main" val="2931261596"/>
              </p:ext>
            </p:extLst>
          </p:nvPr>
        </p:nvGraphicFramePr>
        <p:xfrm>
          <a:off x="7890671" y="2841521"/>
          <a:ext cx="627864"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4"/>
                  </a:ext>
                </a:extLst>
              </a:tr>
            </a:tbl>
          </a:graphicData>
        </a:graphic>
      </p:graphicFrame>
      <p:sp>
        <p:nvSpPr>
          <p:cNvPr id="20" name="TextBox 19">
            <a:extLst>
              <a:ext uri="{FF2B5EF4-FFF2-40B4-BE49-F238E27FC236}">
                <a16:creationId xmlns:a16="http://schemas.microsoft.com/office/drawing/2014/main" id="{911D4175-BC46-B7AA-CE98-F75233309236}"/>
              </a:ext>
            </a:extLst>
          </p:cNvPr>
          <p:cNvSpPr txBox="1"/>
          <p:nvPr/>
        </p:nvSpPr>
        <p:spPr>
          <a:xfrm>
            <a:off x="6659605" y="2309615"/>
            <a:ext cx="512359" cy="23644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.json</a:t>
            </a:r>
            <a:endParaRPr kumimoji="0" lang="en-US" sz="1000" b="0" i="0" u="none" strike="noStrike" cap="none" spc="0" normalizeH="0" baseline="0" dirty="0">
              <a:ln>
                <a:noFill/>
              </a:ln>
              <a:solidFill>
                <a:srgbClr val="4C4C4C"/>
              </a:solidFill>
              <a:effectLst/>
              <a:uFillTx/>
              <a:sym typeface="Source Sans Pro"/>
            </a:endParaRPr>
          </a:p>
        </p:txBody>
      </p:sp>
      <p:pic>
        <p:nvPicPr>
          <p:cNvPr id="21" name="Graphic 20" descr="Paper outline">
            <a:extLst>
              <a:ext uri="{FF2B5EF4-FFF2-40B4-BE49-F238E27FC236}">
                <a16:creationId xmlns:a16="http://schemas.microsoft.com/office/drawing/2014/main" id="{F2092B0A-DECC-7C48-1518-0A36240B049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700650" y="1935126"/>
            <a:ext cx="430268" cy="430268"/>
          </a:xfrm>
          <a:prstGeom prst="rect">
            <a:avLst/>
          </a:prstGeom>
        </p:spPr>
      </p:pic>
      <p:sp>
        <p:nvSpPr>
          <p:cNvPr id="24" name="TextBox 23">
            <a:extLst>
              <a:ext uri="{FF2B5EF4-FFF2-40B4-BE49-F238E27FC236}">
                <a16:creationId xmlns:a16="http://schemas.microsoft.com/office/drawing/2014/main" id="{6FC2BD6C-912C-2EC7-0148-FB6BAF70BEE8}"/>
              </a:ext>
            </a:extLst>
          </p:cNvPr>
          <p:cNvSpPr txBox="1"/>
          <p:nvPr/>
        </p:nvSpPr>
        <p:spPr>
          <a:xfrm>
            <a:off x="7942729" y="2295378"/>
            <a:ext cx="512359" cy="23644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.mbox</a:t>
            </a:r>
            <a:endParaRPr kumimoji="0" lang="en-US" sz="1000" b="0" i="0" u="none" strike="noStrike" cap="none" spc="0" normalizeH="0" baseline="0" dirty="0">
              <a:ln>
                <a:noFill/>
              </a:ln>
              <a:solidFill>
                <a:srgbClr val="4C4C4C"/>
              </a:solidFill>
              <a:effectLst/>
              <a:uFillTx/>
              <a:sym typeface="Source Sans Pro"/>
            </a:endParaRPr>
          </a:p>
        </p:txBody>
      </p:sp>
      <p:pic>
        <p:nvPicPr>
          <p:cNvPr id="25" name="Graphic 24" descr="Paper outline">
            <a:extLst>
              <a:ext uri="{FF2B5EF4-FFF2-40B4-BE49-F238E27FC236}">
                <a16:creationId xmlns:a16="http://schemas.microsoft.com/office/drawing/2014/main" id="{354C7812-3B0C-6FF1-8C0E-E19599CCEEB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983775" y="1920889"/>
            <a:ext cx="430268" cy="430268"/>
          </a:xfrm>
          <a:prstGeom prst="rect">
            <a:avLst/>
          </a:prstGeom>
        </p:spPr>
      </p:pic>
      <p:pic>
        <p:nvPicPr>
          <p:cNvPr id="27" name="Graphic 26" descr="Folder outline">
            <a:extLst>
              <a:ext uri="{FF2B5EF4-FFF2-40B4-BE49-F238E27FC236}">
                <a16:creationId xmlns:a16="http://schemas.microsoft.com/office/drawing/2014/main" id="{45ABCF4A-16E3-C49B-78AE-F810D1D6903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407260" y="1871399"/>
            <a:ext cx="550611" cy="550611"/>
          </a:xfrm>
          <a:prstGeom prst="rect">
            <a:avLst/>
          </a:prstGeom>
        </p:spPr>
      </p:pic>
      <p:sp>
        <p:nvSpPr>
          <p:cNvPr id="28" name="TextBox 27">
            <a:extLst>
              <a:ext uri="{FF2B5EF4-FFF2-40B4-BE49-F238E27FC236}">
                <a16:creationId xmlns:a16="http://schemas.microsoft.com/office/drawing/2014/main" id="{1BFDBA6C-57D1-5F4E-901D-043F223D23B9}"/>
              </a:ext>
            </a:extLst>
          </p:cNvPr>
          <p:cNvSpPr txBox="1"/>
          <p:nvPr/>
        </p:nvSpPr>
        <p:spPr>
          <a:xfrm>
            <a:off x="5422867" y="2337169"/>
            <a:ext cx="512359" cy="23644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.git</a:t>
            </a:r>
            <a:endParaRPr kumimoji="0" lang="en-US" sz="1000" b="0" i="0" u="none" strike="noStrike" cap="none" spc="0" normalizeH="0" baseline="0" dirty="0">
              <a:ln>
                <a:noFill/>
              </a:ln>
              <a:solidFill>
                <a:srgbClr val="4C4C4C"/>
              </a:solidFill>
              <a:effectLst/>
              <a:uFillTx/>
              <a:sym typeface="Source Sans Pro"/>
            </a:endParaRPr>
          </a:p>
        </p:txBody>
      </p:sp>
      <p:pic>
        <p:nvPicPr>
          <p:cNvPr id="29" name="Graphic 28" descr="Arrow Right outline">
            <a:extLst>
              <a:ext uri="{FF2B5EF4-FFF2-40B4-BE49-F238E27FC236}">
                <a16:creationId xmlns:a16="http://schemas.microsoft.com/office/drawing/2014/main" id="{EE3E7DDA-BD54-D87F-994E-11BF5BEA603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2700000">
            <a:off x="5515287" y="4348711"/>
            <a:ext cx="432006" cy="387922"/>
          </a:xfrm>
          <a:prstGeom prst="rect">
            <a:avLst/>
          </a:prstGeom>
        </p:spPr>
      </p:pic>
      <p:pic>
        <p:nvPicPr>
          <p:cNvPr id="30" name="Graphic 29" descr="Arrow Right outline">
            <a:extLst>
              <a:ext uri="{FF2B5EF4-FFF2-40B4-BE49-F238E27FC236}">
                <a16:creationId xmlns:a16="http://schemas.microsoft.com/office/drawing/2014/main" id="{1AD3DB91-206D-73D8-CD37-0D883D5BFFB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5400000">
            <a:off x="6695456" y="4299263"/>
            <a:ext cx="440655" cy="387922"/>
          </a:xfrm>
          <a:prstGeom prst="rect">
            <a:avLst/>
          </a:prstGeom>
        </p:spPr>
      </p:pic>
      <p:pic>
        <p:nvPicPr>
          <p:cNvPr id="31" name="Graphic 30" descr="Arrow Right outline">
            <a:extLst>
              <a:ext uri="{FF2B5EF4-FFF2-40B4-BE49-F238E27FC236}">
                <a16:creationId xmlns:a16="http://schemas.microsoft.com/office/drawing/2014/main" id="{2AF8010F-6230-1E6D-94DE-A2AEBB85AFC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8100000">
            <a:off x="7851209" y="4235888"/>
            <a:ext cx="414510" cy="387922"/>
          </a:xfrm>
          <a:prstGeom prst="rect">
            <a:avLst/>
          </a:prstGeom>
        </p:spPr>
      </p:pic>
      <p:pic>
        <p:nvPicPr>
          <p:cNvPr id="484" name="Graphic 483" descr="Arrow Right outline">
            <a:extLst>
              <a:ext uri="{FF2B5EF4-FFF2-40B4-BE49-F238E27FC236}">
                <a16:creationId xmlns:a16="http://schemas.microsoft.com/office/drawing/2014/main" id="{0D789C33-E50B-BF65-1D2F-EA428880FB5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2700000">
            <a:off x="7993558" y="5905515"/>
            <a:ext cx="532992" cy="387922"/>
          </a:xfrm>
          <a:prstGeom prst="rect">
            <a:avLst/>
          </a:prstGeom>
        </p:spPr>
      </p:pic>
      <p:pic>
        <p:nvPicPr>
          <p:cNvPr id="256" name="Graphic 255" descr="Arrow Right outline">
            <a:extLst>
              <a:ext uri="{FF2B5EF4-FFF2-40B4-BE49-F238E27FC236}">
                <a16:creationId xmlns:a16="http://schemas.microsoft.com/office/drawing/2014/main" id="{99F64B31-432B-9D91-0531-E440A9D65AD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5400000">
            <a:off x="6707792" y="5817086"/>
            <a:ext cx="430269" cy="387922"/>
          </a:xfrm>
          <a:prstGeom prst="rect">
            <a:avLst/>
          </a:prstGeom>
        </p:spPr>
      </p:pic>
      <p:sp>
        <p:nvSpPr>
          <p:cNvPr id="257" name="TextBox 256">
            <a:extLst>
              <a:ext uri="{FF2B5EF4-FFF2-40B4-BE49-F238E27FC236}">
                <a16:creationId xmlns:a16="http://schemas.microsoft.com/office/drawing/2014/main" id="{4428F809-2A74-3343-6538-F261D77FB896}"/>
              </a:ext>
            </a:extLst>
          </p:cNvPr>
          <p:cNvSpPr txBox="1"/>
          <p:nvPr/>
        </p:nvSpPr>
        <p:spPr>
          <a:xfrm>
            <a:off x="6659605" y="8572609"/>
            <a:ext cx="512359"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.dsmj</a:t>
            </a:r>
            <a:endParaRPr kumimoji="0" lang="en-US" sz="1000" b="0" i="0" u="none" strike="noStrike" cap="none" spc="0" normalizeH="0" baseline="0" dirty="0">
              <a:ln>
                <a:noFill/>
              </a:ln>
              <a:solidFill>
                <a:srgbClr val="4C4C4C"/>
              </a:solidFill>
              <a:effectLst/>
              <a:uFillTx/>
              <a:sym typeface="Source Sans Pro"/>
            </a:endParaRPr>
          </a:p>
        </p:txBody>
      </p:sp>
      <p:pic>
        <p:nvPicPr>
          <p:cNvPr id="258" name="Graphic 257" descr="Paper outline">
            <a:extLst>
              <a:ext uri="{FF2B5EF4-FFF2-40B4-BE49-F238E27FC236}">
                <a16:creationId xmlns:a16="http://schemas.microsoft.com/office/drawing/2014/main" id="{17593596-3BB4-6CFA-6701-C469C7B94D1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700651" y="8224771"/>
            <a:ext cx="430268" cy="430268"/>
          </a:xfrm>
          <a:prstGeom prst="rect">
            <a:avLst/>
          </a:prstGeom>
        </p:spPr>
      </p:pic>
      <p:graphicFrame>
        <p:nvGraphicFramePr>
          <p:cNvPr id="430" name="Table">
            <a:extLst>
              <a:ext uri="{FF2B5EF4-FFF2-40B4-BE49-F238E27FC236}">
                <a16:creationId xmlns:a16="http://schemas.microsoft.com/office/drawing/2014/main" id="{9490547F-FA62-8EBD-2E16-1D6CE31948EF}"/>
              </a:ext>
            </a:extLst>
          </p:cNvPr>
          <p:cNvGraphicFramePr/>
          <p:nvPr>
            <p:extLst>
              <p:ext uri="{D42A27DB-BD31-4B8C-83A1-F6EECF244321}">
                <p14:modId xmlns:p14="http://schemas.microsoft.com/office/powerpoint/2010/main" val="868703564"/>
              </p:ext>
            </p:extLst>
          </p:nvPr>
        </p:nvGraphicFramePr>
        <p:xfrm>
          <a:off x="5717228" y="3688170"/>
          <a:ext cx="418576"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graphicFrame>
        <p:nvGraphicFramePr>
          <p:cNvPr id="431" name="Table">
            <a:extLst>
              <a:ext uri="{FF2B5EF4-FFF2-40B4-BE49-F238E27FC236}">
                <a16:creationId xmlns:a16="http://schemas.microsoft.com/office/drawing/2014/main" id="{E73D0028-0783-6294-ED8B-F4B129E6C047}"/>
              </a:ext>
            </a:extLst>
          </p:cNvPr>
          <p:cNvGraphicFramePr/>
          <p:nvPr>
            <p:extLst>
              <p:ext uri="{D42A27DB-BD31-4B8C-83A1-F6EECF244321}">
                <p14:modId xmlns:p14="http://schemas.microsoft.com/office/powerpoint/2010/main" val="2566384510"/>
              </p:ext>
            </p:extLst>
          </p:nvPr>
        </p:nvGraphicFramePr>
        <p:xfrm>
          <a:off x="6459637" y="3662929"/>
          <a:ext cx="418576"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graphicFrame>
        <p:nvGraphicFramePr>
          <p:cNvPr id="432" name="Table">
            <a:extLst>
              <a:ext uri="{FF2B5EF4-FFF2-40B4-BE49-F238E27FC236}">
                <a16:creationId xmlns:a16="http://schemas.microsoft.com/office/drawing/2014/main" id="{57B900A1-98F5-6AC0-D2AE-4B26751CE46A}"/>
              </a:ext>
            </a:extLst>
          </p:cNvPr>
          <p:cNvGraphicFramePr/>
          <p:nvPr>
            <p:extLst>
              <p:ext uri="{D42A27DB-BD31-4B8C-83A1-F6EECF244321}">
                <p14:modId xmlns:p14="http://schemas.microsoft.com/office/powerpoint/2010/main" val="2387695491"/>
              </p:ext>
            </p:extLst>
          </p:nvPr>
        </p:nvGraphicFramePr>
        <p:xfrm>
          <a:off x="6953164" y="3659028"/>
          <a:ext cx="418576"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graphicFrame>
        <p:nvGraphicFramePr>
          <p:cNvPr id="438" name="Table">
            <a:extLst>
              <a:ext uri="{FF2B5EF4-FFF2-40B4-BE49-F238E27FC236}">
                <a16:creationId xmlns:a16="http://schemas.microsoft.com/office/drawing/2014/main" id="{44C0F35B-D1D4-9F42-3977-2124809DC01D}"/>
              </a:ext>
            </a:extLst>
          </p:cNvPr>
          <p:cNvGraphicFramePr/>
          <p:nvPr>
            <p:extLst>
              <p:ext uri="{D42A27DB-BD31-4B8C-83A1-F6EECF244321}">
                <p14:modId xmlns:p14="http://schemas.microsoft.com/office/powerpoint/2010/main" val="3596876685"/>
              </p:ext>
            </p:extLst>
          </p:nvPr>
        </p:nvGraphicFramePr>
        <p:xfrm>
          <a:off x="7737264" y="3641200"/>
          <a:ext cx="418576"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graphicFrame>
        <p:nvGraphicFramePr>
          <p:cNvPr id="439" name="Table">
            <a:extLst>
              <a:ext uri="{FF2B5EF4-FFF2-40B4-BE49-F238E27FC236}">
                <a16:creationId xmlns:a16="http://schemas.microsoft.com/office/drawing/2014/main" id="{B27A5471-8F3D-335C-A99A-C9196E401C03}"/>
              </a:ext>
            </a:extLst>
          </p:cNvPr>
          <p:cNvGraphicFramePr/>
          <p:nvPr>
            <p:extLst>
              <p:ext uri="{D42A27DB-BD31-4B8C-83A1-F6EECF244321}">
                <p14:modId xmlns:p14="http://schemas.microsoft.com/office/powerpoint/2010/main" val="3433853918"/>
              </p:ext>
            </p:extLst>
          </p:nvPr>
        </p:nvGraphicFramePr>
        <p:xfrm>
          <a:off x="8230791" y="3637299"/>
          <a:ext cx="418576"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grpSp>
        <p:nvGrpSpPr>
          <p:cNvPr id="373" name="Google Shape;156;p1">
            <a:extLst>
              <a:ext uri="{FF2B5EF4-FFF2-40B4-BE49-F238E27FC236}">
                <a16:creationId xmlns:a16="http://schemas.microsoft.com/office/drawing/2014/main" id="{BD38CFE9-CED1-E3BA-7134-8AA19FB2A82E}"/>
              </a:ext>
            </a:extLst>
          </p:cNvPr>
          <p:cNvGrpSpPr/>
          <p:nvPr/>
        </p:nvGrpSpPr>
        <p:grpSpPr>
          <a:xfrm>
            <a:off x="4743746" y="6295553"/>
            <a:ext cx="1467990" cy="1173376"/>
            <a:chOff x="10592773" y="4524354"/>
            <a:chExt cx="3298954" cy="2446782"/>
          </a:xfrm>
        </p:grpSpPr>
        <p:sp>
          <p:nvSpPr>
            <p:cNvPr id="374" name="Google Shape;157;p1">
              <a:extLst>
                <a:ext uri="{FF2B5EF4-FFF2-40B4-BE49-F238E27FC236}">
                  <a16:creationId xmlns:a16="http://schemas.microsoft.com/office/drawing/2014/main" id="{7235DAD1-0836-B559-3881-6A7D24FF5A6C}"/>
                </a:ext>
              </a:extLst>
            </p:cNvPr>
            <p:cNvSpPr/>
            <p:nvPr/>
          </p:nvSpPr>
          <p:spPr>
            <a:xfrm>
              <a:off x="12237743" y="5550161"/>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75" name="Google Shape;158;p1">
              <a:extLst>
                <a:ext uri="{FF2B5EF4-FFF2-40B4-BE49-F238E27FC236}">
                  <a16:creationId xmlns:a16="http://schemas.microsoft.com/office/drawing/2014/main" id="{EC9799DC-1638-78B0-B7E7-93E2DB91167D}"/>
                </a:ext>
              </a:extLst>
            </p:cNvPr>
            <p:cNvSpPr/>
            <p:nvPr/>
          </p:nvSpPr>
          <p:spPr>
            <a:xfrm>
              <a:off x="12990609" y="5398089"/>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76" name="Google Shape;159;p1">
              <a:extLst>
                <a:ext uri="{FF2B5EF4-FFF2-40B4-BE49-F238E27FC236}">
                  <a16:creationId xmlns:a16="http://schemas.microsoft.com/office/drawing/2014/main" id="{D1DCC1CA-990A-69F8-F944-7A313A1925F0}"/>
                </a:ext>
              </a:extLst>
            </p:cNvPr>
            <p:cNvSpPr/>
            <p:nvPr/>
          </p:nvSpPr>
          <p:spPr>
            <a:xfrm>
              <a:off x="13329043" y="522974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77" name="Google Shape;160;p1">
              <a:extLst>
                <a:ext uri="{FF2B5EF4-FFF2-40B4-BE49-F238E27FC236}">
                  <a16:creationId xmlns:a16="http://schemas.microsoft.com/office/drawing/2014/main" id="{610D019B-66E0-1B44-B4DB-339802640631}"/>
                </a:ext>
              </a:extLst>
            </p:cNvPr>
            <p:cNvSpPr/>
            <p:nvPr/>
          </p:nvSpPr>
          <p:spPr>
            <a:xfrm>
              <a:off x="13317282" y="5522084"/>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78" name="Google Shape;161;p1">
              <a:extLst>
                <a:ext uri="{FF2B5EF4-FFF2-40B4-BE49-F238E27FC236}">
                  <a16:creationId xmlns:a16="http://schemas.microsoft.com/office/drawing/2014/main" id="{8FB1401F-48EE-1F15-E333-5BD525DE4F8C}"/>
                </a:ext>
              </a:extLst>
            </p:cNvPr>
            <p:cNvSpPr/>
            <p:nvPr/>
          </p:nvSpPr>
          <p:spPr>
            <a:xfrm>
              <a:off x="13699427" y="5306906"/>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79" name="Google Shape;162;p1">
              <a:extLst>
                <a:ext uri="{FF2B5EF4-FFF2-40B4-BE49-F238E27FC236}">
                  <a16:creationId xmlns:a16="http://schemas.microsoft.com/office/drawing/2014/main" id="{D82A7D4E-528C-2D63-D730-7E0D42DAA3B1}"/>
                </a:ext>
              </a:extLst>
            </p:cNvPr>
            <p:cNvSpPr/>
            <p:nvPr/>
          </p:nvSpPr>
          <p:spPr>
            <a:xfrm>
              <a:off x="12990598" y="5644267"/>
              <a:ext cx="192300" cy="198000"/>
            </a:xfrm>
            <a:prstGeom prst="ellipse">
              <a:avLst/>
            </a:prstGeom>
            <a:solidFill>
              <a:schemeClr val="accent3"/>
            </a:solidFill>
            <a:ln w="9525" cap="flat" cmpd="sng">
              <a:solidFill>
                <a:srgbClr val="262626"/>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80" name="Google Shape;163;p1">
              <a:extLst>
                <a:ext uri="{FF2B5EF4-FFF2-40B4-BE49-F238E27FC236}">
                  <a16:creationId xmlns:a16="http://schemas.microsoft.com/office/drawing/2014/main" id="{FBD255C6-0257-D256-8A1B-2070EB2C6827}"/>
                </a:ext>
              </a:extLst>
            </p:cNvPr>
            <p:cNvSpPr/>
            <p:nvPr/>
          </p:nvSpPr>
          <p:spPr>
            <a:xfrm>
              <a:off x="13261106" y="6564434"/>
              <a:ext cx="328200" cy="336900"/>
            </a:xfrm>
            <a:prstGeom prst="ellipse">
              <a:avLst/>
            </a:prstGeom>
            <a:solidFill>
              <a:schemeClr val="tx1"/>
            </a:solidFill>
            <a:ln w="9525" cap="flat" cmpd="sng">
              <a:solidFill>
                <a:srgbClr val="000000"/>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81" name="Google Shape;164;p1">
              <a:extLst>
                <a:ext uri="{FF2B5EF4-FFF2-40B4-BE49-F238E27FC236}">
                  <a16:creationId xmlns:a16="http://schemas.microsoft.com/office/drawing/2014/main" id="{C5DC913B-BF61-1691-CB4D-E9CA9BE7E67E}"/>
                </a:ext>
              </a:extLst>
            </p:cNvPr>
            <p:cNvSpPr/>
            <p:nvPr/>
          </p:nvSpPr>
          <p:spPr>
            <a:xfrm>
              <a:off x="12889483" y="6773136"/>
              <a:ext cx="192300" cy="198000"/>
            </a:xfrm>
            <a:prstGeom prst="ellipse">
              <a:avLst/>
            </a:prstGeom>
            <a:solidFill>
              <a:schemeClr val="tx1"/>
            </a:solidFill>
            <a:ln w="9525" cap="flat" cmpd="sng">
              <a:solidFill>
                <a:srgbClr val="000000"/>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83" name="Google Shape;165;p1">
              <a:extLst>
                <a:ext uri="{FF2B5EF4-FFF2-40B4-BE49-F238E27FC236}">
                  <a16:creationId xmlns:a16="http://schemas.microsoft.com/office/drawing/2014/main" id="{07624F31-CDBD-26C7-ABF1-97495690AA87}"/>
                </a:ext>
              </a:extLst>
            </p:cNvPr>
            <p:cNvSpPr/>
            <p:nvPr/>
          </p:nvSpPr>
          <p:spPr>
            <a:xfrm>
              <a:off x="13324166" y="6099152"/>
              <a:ext cx="192300" cy="198000"/>
            </a:xfrm>
            <a:prstGeom prst="ellipse">
              <a:avLst/>
            </a:prstGeom>
            <a:solidFill>
              <a:schemeClr val="accent3"/>
            </a:solidFill>
            <a:ln w="9525" cap="flat" cmpd="sng">
              <a:solidFill>
                <a:srgbClr val="000000"/>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85" name="Google Shape;166;p1">
              <a:extLst>
                <a:ext uri="{FF2B5EF4-FFF2-40B4-BE49-F238E27FC236}">
                  <a16:creationId xmlns:a16="http://schemas.microsoft.com/office/drawing/2014/main" id="{DC20F5C6-C5DF-D3D7-7B06-47E3472105F8}"/>
                </a:ext>
              </a:extLst>
            </p:cNvPr>
            <p:cNvSpPr/>
            <p:nvPr/>
          </p:nvSpPr>
          <p:spPr>
            <a:xfrm>
              <a:off x="11468140" y="5576165"/>
              <a:ext cx="305700" cy="308400"/>
            </a:xfrm>
            <a:prstGeom prst="ellipse">
              <a:avLst/>
            </a:prstGeom>
            <a:solidFill>
              <a:srgbClr val="E4E4E3"/>
            </a:solidFill>
            <a:ln w="179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86" name="Google Shape;167;p1">
              <a:extLst>
                <a:ext uri="{FF2B5EF4-FFF2-40B4-BE49-F238E27FC236}">
                  <a16:creationId xmlns:a16="http://schemas.microsoft.com/office/drawing/2014/main" id="{5AE3765D-62BF-565C-38DB-2BC4AD416163}"/>
                </a:ext>
              </a:extLst>
            </p:cNvPr>
            <p:cNvSpPr/>
            <p:nvPr/>
          </p:nvSpPr>
          <p:spPr>
            <a:xfrm>
              <a:off x="10719482" y="592538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87" name="Google Shape;168;p1">
              <a:extLst>
                <a:ext uri="{FF2B5EF4-FFF2-40B4-BE49-F238E27FC236}">
                  <a16:creationId xmlns:a16="http://schemas.microsoft.com/office/drawing/2014/main" id="{E788235D-7905-0FB6-4645-FAD3FEF0EF6C}"/>
                </a:ext>
              </a:extLst>
            </p:cNvPr>
            <p:cNvSpPr/>
            <p:nvPr/>
          </p:nvSpPr>
          <p:spPr>
            <a:xfrm>
              <a:off x="11061232" y="5405652"/>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88" name="Google Shape;169;p1">
              <a:extLst>
                <a:ext uri="{FF2B5EF4-FFF2-40B4-BE49-F238E27FC236}">
                  <a16:creationId xmlns:a16="http://schemas.microsoft.com/office/drawing/2014/main" id="{EFC20165-AB62-D971-C2DA-B3101034BFF4}"/>
                </a:ext>
              </a:extLst>
            </p:cNvPr>
            <p:cNvSpPr/>
            <p:nvPr/>
          </p:nvSpPr>
          <p:spPr>
            <a:xfrm>
              <a:off x="10592773" y="6139937"/>
              <a:ext cx="274500" cy="2763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89" name="Google Shape;170;p1">
              <a:extLst>
                <a:ext uri="{FF2B5EF4-FFF2-40B4-BE49-F238E27FC236}">
                  <a16:creationId xmlns:a16="http://schemas.microsoft.com/office/drawing/2014/main" id="{EE55CB63-04DF-98C3-5356-5D96545170A5}"/>
                </a:ext>
              </a:extLst>
            </p:cNvPr>
            <p:cNvSpPr/>
            <p:nvPr/>
          </p:nvSpPr>
          <p:spPr>
            <a:xfrm>
              <a:off x="11037864" y="6333062"/>
              <a:ext cx="192300" cy="198000"/>
            </a:xfrm>
            <a:prstGeom prst="ellipse">
              <a:avLst/>
            </a:prstGeom>
            <a:solidFill>
              <a:srgbClr val="D9D9D9"/>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90" name="Google Shape;171;p1">
              <a:extLst>
                <a:ext uri="{FF2B5EF4-FFF2-40B4-BE49-F238E27FC236}">
                  <a16:creationId xmlns:a16="http://schemas.microsoft.com/office/drawing/2014/main" id="{58613F70-F1EC-DBC7-A588-2396D8C52D06}"/>
                </a:ext>
              </a:extLst>
            </p:cNvPr>
            <p:cNvSpPr/>
            <p:nvPr/>
          </p:nvSpPr>
          <p:spPr>
            <a:xfrm>
              <a:off x="11449106" y="6300040"/>
              <a:ext cx="553500" cy="567900"/>
            </a:xfrm>
            <a:prstGeom prst="ellipse">
              <a:avLst/>
            </a:prstGeom>
            <a:solidFill>
              <a:srgbClr val="FFE599"/>
            </a:solidFill>
            <a:ln w="26900" cap="flat" cmpd="sng">
              <a:solidFill>
                <a:schemeClr val="dk2"/>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391" name="Google Shape;172;p1">
              <a:extLst>
                <a:ext uri="{FF2B5EF4-FFF2-40B4-BE49-F238E27FC236}">
                  <a16:creationId xmlns:a16="http://schemas.microsoft.com/office/drawing/2014/main" id="{454BC1C1-0ACA-6EB6-EC98-13D75DD7F2C9}"/>
                </a:ext>
              </a:extLst>
            </p:cNvPr>
            <p:cNvCxnSpPr>
              <a:stCxn id="374" idx="2"/>
              <a:endCxn id="385" idx="6"/>
            </p:cNvCxnSpPr>
            <p:nvPr/>
          </p:nvCxnSpPr>
          <p:spPr>
            <a:xfrm flipH="1">
              <a:off x="11773943" y="5649161"/>
              <a:ext cx="463800" cy="81300"/>
            </a:xfrm>
            <a:prstGeom prst="straightConnector1">
              <a:avLst/>
            </a:prstGeom>
            <a:noFill/>
            <a:ln w="9525" cap="flat" cmpd="sng">
              <a:solidFill>
                <a:srgbClr val="CCCCCC"/>
              </a:solidFill>
              <a:prstDash val="solid"/>
              <a:round/>
              <a:headEnd type="none" w="sm" len="sm"/>
              <a:tailEnd type="stealth" w="med" len="med"/>
            </a:ln>
          </p:spPr>
        </p:cxnSp>
        <p:cxnSp>
          <p:nvCxnSpPr>
            <p:cNvPr id="392" name="Google Shape;173;p1">
              <a:extLst>
                <a:ext uri="{FF2B5EF4-FFF2-40B4-BE49-F238E27FC236}">
                  <a16:creationId xmlns:a16="http://schemas.microsoft.com/office/drawing/2014/main" id="{D72D6665-3918-21F6-3773-9FEE2E755EB9}"/>
                </a:ext>
              </a:extLst>
            </p:cNvPr>
            <p:cNvCxnSpPr>
              <a:stCxn id="385" idx="2"/>
              <a:endCxn id="403" idx="6"/>
            </p:cNvCxnSpPr>
            <p:nvPr/>
          </p:nvCxnSpPr>
          <p:spPr>
            <a:xfrm flipH="1">
              <a:off x="11113540" y="5730365"/>
              <a:ext cx="354600" cy="30600"/>
            </a:xfrm>
            <a:prstGeom prst="straightConnector1">
              <a:avLst/>
            </a:prstGeom>
            <a:noFill/>
            <a:ln w="9525" cap="flat" cmpd="sng">
              <a:solidFill>
                <a:srgbClr val="CCCCCC"/>
              </a:solidFill>
              <a:prstDash val="solid"/>
              <a:round/>
              <a:headEnd type="none" w="sm" len="sm"/>
              <a:tailEnd type="stealth" w="med" len="med"/>
            </a:ln>
          </p:spPr>
        </p:cxnSp>
        <p:cxnSp>
          <p:nvCxnSpPr>
            <p:cNvPr id="393" name="Google Shape;175;p1">
              <a:extLst>
                <a:ext uri="{FF2B5EF4-FFF2-40B4-BE49-F238E27FC236}">
                  <a16:creationId xmlns:a16="http://schemas.microsoft.com/office/drawing/2014/main" id="{FF6570AB-A8AB-CE30-BEC3-58DF6229AA83}"/>
                </a:ext>
              </a:extLst>
            </p:cNvPr>
            <p:cNvCxnSpPr>
              <a:stCxn id="390" idx="1"/>
              <a:endCxn id="400" idx="5"/>
            </p:cNvCxnSpPr>
            <p:nvPr/>
          </p:nvCxnSpPr>
          <p:spPr>
            <a:xfrm rot="10800000">
              <a:off x="11390064" y="6170507"/>
              <a:ext cx="140100" cy="212700"/>
            </a:xfrm>
            <a:prstGeom prst="straightConnector1">
              <a:avLst/>
            </a:prstGeom>
            <a:noFill/>
            <a:ln w="9525" cap="flat" cmpd="sng">
              <a:solidFill>
                <a:srgbClr val="CCCCCC"/>
              </a:solidFill>
              <a:prstDash val="solid"/>
              <a:round/>
              <a:headEnd type="none" w="sm" len="sm"/>
              <a:tailEnd type="stealth" w="med" len="med"/>
            </a:ln>
          </p:spPr>
        </p:cxnSp>
        <p:cxnSp>
          <p:nvCxnSpPr>
            <p:cNvPr id="394" name="Google Shape;177;p1">
              <a:extLst>
                <a:ext uri="{FF2B5EF4-FFF2-40B4-BE49-F238E27FC236}">
                  <a16:creationId xmlns:a16="http://schemas.microsoft.com/office/drawing/2014/main" id="{69ED0874-84C3-38CE-13CB-B037CE1BC7BC}"/>
                </a:ext>
              </a:extLst>
            </p:cNvPr>
            <p:cNvCxnSpPr>
              <a:stCxn id="390" idx="2"/>
              <a:endCxn id="389" idx="5"/>
            </p:cNvCxnSpPr>
            <p:nvPr/>
          </p:nvCxnSpPr>
          <p:spPr>
            <a:xfrm rot="10800000">
              <a:off x="11201906" y="6502090"/>
              <a:ext cx="247200" cy="81900"/>
            </a:xfrm>
            <a:prstGeom prst="straightConnector1">
              <a:avLst/>
            </a:prstGeom>
            <a:noFill/>
            <a:ln w="9525" cap="flat" cmpd="sng">
              <a:solidFill>
                <a:srgbClr val="CCCCCC"/>
              </a:solidFill>
              <a:prstDash val="solid"/>
              <a:round/>
              <a:headEnd type="none" w="sm" len="sm"/>
              <a:tailEnd type="stealth" w="med" len="med"/>
            </a:ln>
          </p:spPr>
        </p:cxnSp>
        <p:cxnSp>
          <p:nvCxnSpPr>
            <p:cNvPr id="395" name="Google Shape;178;p1">
              <a:extLst>
                <a:ext uri="{FF2B5EF4-FFF2-40B4-BE49-F238E27FC236}">
                  <a16:creationId xmlns:a16="http://schemas.microsoft.com/office/drawing/2014/main" id="{46D06A87-24E8-0F03-5EF0-D6556751714F}"/>
                </a:ext>
              </a:extLst>
            </p:cNvPr>
            <p:cNvCxnSpPr>
              <a:stCxn id="389" idx="2"/>
              <a:endCxn id="388" idx="6"/>
            </p:cNvCxnSpPr>
            <p:nvPr/>
          </p:nvCxnSpPr>
          <p:spPr>
            <a:xfrm rot="10800000">
              <a:off x="10867164" y="6278162"/>
              <a:ext cx="170700" cy="153900"/>
            </a:xfrm>
            <a:prstGeom prst="straightConnector1">
              <a:avLst/>
            </a:prstGeom>
            <a:noFill/>
            <a:ln w="9525" cap="flat" cmpd="sng">
              <a:solidFill>
                <a:srgbClr val="B7B7B7"/>
              </a:solidFill>
              <a:prstDash val="solid"/>
              <a:round/>
              <a:headEnd type="none" w="sm" len="sm"/>
              <a:tailEnd type="stealth" w="med" len="med"/>
            </a:ln>
          </p:spPr>
        </p:cxnSp>
        <p:cxnSp>
          <p:nvCxnSpPr>
            <p:cNvPr id="396" name="Google Shape;179;p1">
              <a:extLst>
                <a:ext uri="{FF2B5EF4-FFF2-40B4-BE49-F238E27FC236}">
                  <a16:creationId xmlns:a16="http://schemas.microsoft.com/office/drawing/2014/main" id="{D8FBF2F4-E514-7AA6-9B7B-0342CF8F7B1C}"/>
                </a:ext>
              </a:extLst>
            </p:cNvPr>
            <p:cNvCxnSpPr>
              <a:stCxn id="400" idx="2"/>
              <a:endCxn id="386" idx="5"/>
            </p:cNvCxnSpPr>
            <p:nvPr/>
          </p:nvCxnSpPr>
          <p:spPr>
            <a:xfrm rot="10800000">
              <a:off x="10883737" y="6094319"/>
              <a:ext cx="342300" cy="6300"/>
            </a:xfrm>
            <a:prstGeom prst="straightConnector1">
              <a:avLst/>
            </a:prstGeom>
            <a:noFill/>
            <a:ln w="9525" cap="flat" cmpd="sng">
              <a:solidFill>
                <a:srgbClr val="CCCCCC"/>
              </a:solidFill>
              <a:prstDash val="solid"/>
              <a:round/>
              <a:headEnd type="none" w="sm" len="sm"/>
              <a:tailEnd type="stealth" w="med" len="med"/>
            </a:ln>
          </p:spPr>
        </p:cxnSp>
        <p:cxnSp>
          <p:nvCxnSpPr>
            <p:cNvPr id="397" name="Google Shape;180;p1">
              <a:extLst>
                <a:ext uri="{FF2B5EF4-FFF2-40B4-BE49-F238E27FC236}">
                  <a16:creationId xmlns:a16="http://schemas.microsoft.com/office/drawing/2014/main" id="{1AB3912F-C7B6-93D7-8D6B-550F20B3770D}"/>
                </a:ext>
              </a:extLst>
            </p:cNvPr>
            <p:cNvCxnSpPr>
              <a:stCxn id="385" idx="1"/>
              <a:endCxn id="387" idx="5"/>
            </p:cNvCxnSpPr>
            <p:nvPr/>
          </p:nvCxnSpPr>
          <p:spPr>
            <a:xfrm rot="10800000">
              <a:off x="11225509" y="5574529"/>
              <a:ext cx="287400" cy="46800"/>
            </a:xfrm>
            <a:prstGeom prst="straightConnector1">
              <a:avLst/>
            </a:prstGeom>
            <a:noFill/>
            <a:ln w="9525" cap="flat" cmpd="sng">
              <a:solidFill>
                <a:srgbClr val="CCCCCC"/>
              </a:solidFill>
              <a:prstDash val="solid"/>
              <a:round/>
              <a:headEnd type="none" w="sm" len="sm"/>
              <a:tailEnd type="stealth" w="med" len="med"/>
            </a:ln>
          </p:spPr>
        </p:cxnSp>
        <p:cxnSp>
          <p:nvCxnSpPr>
            <p:cNvPr id="398" name="Google Shape;181;p1">
              <a:extLst>
                <a:ext uri="{FF2B5EF4-FFF2-40B4-BE49-F238E27FC236}">
                  <a16:creationId xmlns:a16="http://schemas.microsoft.com/office/drawing/2014/main" id="{13935E84-989B-BE64-F0F6-B9669873E1C0}"/>
                </a:ext>
              </a:extLst>
            </p:cNvPr>
            <p:cNvCxnSpPr>
              <a:stCxn id="411" idx="2"/>
              <a:endCxn id="400" idx="6"/>
            </p:cNvCxnSpPr>
            <p:nvPr/>
          </p:nvCxnSpPr>
          <p:spPr>
            <a:xfrm flipH="1">
              <a:off x="11418366" y="5897435"/>
              <a:ext cx="710100" cy="203100"/>
            </a:xfrm>
            <a:prstGeom prst="straightConnector1">
              <a:avLst/>
            </a:prstGeom>
            <a:noFill/>
            <a:ln w="9525" cap="flat" cmpd="sng">
              <a:solidFill>
                <a:srgbClr val="CCCCCC"/>
              </a:solidFill>
              <a:prstDash val="solid"/>
              <a:round/>
              <a:headEnd type="none" w="sm" len="sm"/>
              <a:tailEnd type="stealth" w="med" len="med"/>
            </a:ln>
          </p:spPr>
        </p:cxnSp>
        <p:cxnSp>
          <p:nvCxnSpPr>
            <p:cNvPr id="399" name="Google Shape;183;p1">
              <a:extLst>
                <a:ext uri="{FF2B5EF4-FFF2-40B4-BE49-F238E27FC236}">
                  <a16:creationId xmlns:a16="http://schemas.microsoft.com/office/drawing/2014/main" id="{D652ADAF-FCDB-28A0-4732-D8282CF83842}"/>
                </a:ext>
              </a:extLst>
            </p:cNvPr>
            <p:cNvCxnSpPr>
              <a:stCxn id="411" idx="2"/>
              <a:endCxn id="386" idx="6"/>
            </p:cNvCxnSpPr>
            <p:nvPr/>
          </p:nvCxnSpPr>
          <p:spPr>
            <a:xfrm flipH="1">
              <a:off x="10911666" y="5897435"/>
              <a:ext cx="1216800" cy="126900"/>
            </a:xfrm>
            <a:prstGeom prst="straightConnector1">
              <a:avLst/>
            </a:prstGeom>
            <a:noFill/>
            <a:ln w="9525" cap="flat" cmpd="sng">
              <a:solidFill>
                <a:srgbClr val="CCCCCC"/>
              </a:solidFill>
              <a:prstDash val="solid"/>
              <a:round/>
              <a:headEnd type="none" w="sm" len="sm"/>
              <a:tailEnd type="stealth" w="med" len="med"/>
            </a:ln>
          </p:spPr>
        </p:cxnSp>
        <p:sp>
          <p:nvSpPr>
            <p:cNvPr id="400" name="Google Shape;176;p1">
              <a:extLst>
                <a:ext uri="{FF2B5EF4-FFF2-40B4-BE49-F238E27FC236}">
                  <a16:creationId xmlns:a16="http://schemas.microsoft.com/office/drawing/2014/main" id="{7BEFD258-C636-8FCA-AB6C-247EC8EE9B4B}"/>
                </a:ext>
              </a:extLst>
            </p:cNvPr>
            <p:cNvSpPr/>
            <p:nvPr/>
          </p:nvSpPr>
          <p:spPr>
            <a:xfrm>
              <a:off x="11226037" y="6001619"/>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401" name="Google Shape;184;p1">
              <a:extLst>
                <a:ext uri="{FF2B5EF4-FFF2-40B4-BE49-F238E27FC236}">
                  <a16:creationId xmlns:a16="http://schemas.microsoft.com/office/drawing/2014/main" id="{AF7CA6DC-964A-11A9-E104-13F7FC2AA205}"/>
                </a:ext>
              </a:extLst>
            </p:cNvPr>
            <p:cNvCxnSpPr>
              <a:stCxn id="374" idx="2"/>
              <a:endCxn id="389" idx="7"/>
            </p:cNvCxnSpPr>
            <p:nvPr/>
          </p:nvCxnSpPr>
          <p:spPr>
            <a:xfrm flipH="1">
              <a:off x="11202143" y="5649161"/>
              <a:ext cx="1035600" cy="712800"/>
            </a:xfrm>
            <a:prstGeom prst="straightConnector1">
              <a:avLst/>
            </a:prstGeom>
            <a:noFill/>
            <a:ln w="9525" cap="flat" cmpd="sng">
              <a:solidFill>
                <a:srgbClr val="CCCCCC"/>
              </a:solidFill>
              <a:prstDash val="solid"/>
              <a:round/>
              <a:headEnd type="none" w="sm" len="sm"/>
              <a:tailEnd type="stealth" w="med" len="med"/>
            </a:ln>
          </p:spPr>
        </p:cxnSp>
        <p:cxnSp>
          <p:nvCxnSpPr>
            <p:cNvPr id="402" name="Google Shape;185;p1">
              <a:extLst>
                <a:ext uri="{FF2B5EF4-FFF2-40B4-BE49-F238E27FC236}">
                  <a16:creationId xmlns:a16="http://schemas.microsoft.com/office/drawing/2014/main" id="{C74087E1-6043-DAAA-3421-7730363660BC}"/>
                </a:ext>
              </a:extLst>
            </p:cNvPr>
            <p:cNvCxnSpPr>
              <a:stCxn id="374" idx="5"/>
              <a:endCxn id="380" idx="1"/>
            </p:cNvCxnSpPr>
            <p:nvPr/>
          </p:nvCxnSpPr>
          <p:spPr>
            <a:xfrm>
              <a:off x="12401881" y="5719165"/>
              <a:ext cx="907200" cy="894600"/>
            </a:xfrm>
            <a:prstGeom prst="straightConnector1">
              <a:avLst/>
            </a:prstGeom>
            <a:noFill/>
            <a:ln w="17925" cap="flat" cmpd="sng">
              <a:solidFill>
                <a:srgbClr val="D9D9D9"/>
              </a:solidFill>
              <a:prstDash val="solid"/>
              <a:round/>
              <a:headEnd type="none" w="sm" len="sm"/>
              <a:tailEnd type="stealth" w="med" len="med"/>
            </a:ln>
          </p:spPr>
        </p:cxnSp>
        <p:sp>
          <p:nvSpPr>
            <p:cNvPr id="403" name="Google Shape;174;p1">
              <a:extLst>
                <a:ext uri="{FF2B5EF4-FFF2-40B4-BE49-F238E27FC236}">
                  <a16:creationId xmlns:a16="http://schemas.microsoft.com/office/drawing/2014/main" id="{0B135FEC-AD3C-21CE-1F72-65627FF65502}"/>
                </a:ext>
              </a:extLst>
            </p:cNvPr>
            <p:cNvSpPr/>
            <p:nvPr/>
          </p:nvSpPr>
          <p:spPr>
            <a:xfrm>
              <a:off x="10921235" y="566202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404" name="Google Shape;186;p1">
              <a:extLst>
                <a:ext uri="{FF2B5EF4-FFF2-40B4-BE49-F238E27FC236}">
                  <a16:creationId xmlns:a16="http://schemas.microsoft.com/office/drawing/2014/main" id="{73ABE1EF-8126-7EB1-CE6A-A6980A964E55}"/>
                </a:ext>
              </a:extLst>
            </p:cNvPr>
            <p:cNvCxnSpPr>
              <a:stCxn id="411" idx="2"/>
              <a:endCxn id="389" idx="6"/>
            </p:cNvCxnSpPr>
            <p:nvPr/>
          </p:nvCxnSpPr>
          <p:spPr>
            <a:xfrm flipH="1">
              <a:off x="11230266" y="5897435"/>
              <a:ext cx="898200" cy="534600"/>
            </a:xfrm>
            <a:prstGeom prst="straightConnector1">
              <a:avLst/>
            </a:prstGeom>
            <a:noFill/>
            <a:ln w="9525" cap="flat" cmpd="sng">
              <a:solidFill>
                <a:srgbClr val="CCCCCC"/>
              </a:solidFill>
              <a:prstDash val="solid"/>
              <a:round/>
              <a:headEnd type="none" w="sm" len="sm"/>
              <a:tailEnd type="stealth" w="med" len="med"/>
            </a:ln>
          </p:spPr>
        </p:cxnSp>
        <p:cxnSp>
          <p:nvCxnSpPr>
            <p:cNvPr id="405" name="Google Shape;187;p1">
              <a:extLst>
                <a:ext uri="{FF2B5EF4-FFF2-40B4-BE49-F238E27FC236}">
                  <a16:creationId xmlns:a16="http://schemas.microsoft.com/office/drawing/2014/main" id="{165DF0FB-AAA2-799C-4EE7-63BB11E3F59B}"/>
                </a:ext>
              </a:extLst>
            </p:cNvPr>
            <p:cNvCxnSpPr>
              <a:stCxn id="409" idx="6"/>
              <a:endCxn id="379" idx="2"/>
            </p:cNvCxnSpPr>
            <p:nvPr/>
          </p:nvCxnSpPr>
          <p:spPr>
            <a:xfrm rot="10800000" flipH="1">
              <a:off x="12553633" y="5743151"/>
              <a:ext cx="437100" cy="199800"/>
            </a:xfrm>
            <a:prstGeom prst="straightConnector1">
              <a:avLst/>
            </a:prstGeom>
            <a:noFill/>
            <a:ln w="9525" cap="flat" cmpd="sng">
              <a:solidFill>
                <a:schemeClr val="accent1"/>
              </a:solidFill>
              <a:prstDash val="solid"/>
              <a:round/>
              <a:headEnd type="none" w="sm" len="sm"/>
              <a:tailEnd type="stealth" w="med" len="med"/>
            </a:ln>
          </p:spPr>
        </p:cxnSp>
        <p:cxnSp>
          <p:nvCxnSpPr>
            <p:cNvPr id="406" name="Google Shape;189;p1">
              <a:extLst>
                <a:ext uri="{FF2B5EF4-FFF2-40B4-BE49-F238E27FC236}">
                  <a16:creationId xmlns:a16="http://schemas.microsoft.com/office/drawing/2014/main" id="{9926D082-A7BA-5F2F-C20F-24429BC80EB0}"/>
                </a:ext>
              </a:extLst>
            </p:cNvPr>
            <p:cNvCxnSpPr>
              <a:stCxn id="379" idx="7"/>
              <a:endCxn id="377" idx="2"/>
            </p:cNvCxnSpPr>
            <p:nvPr/>
          </p:nvCxnSpPr>
          <p:spPr>
            <a:xfrm rot="10800000" flipH="1">
              <a:off x="13154736" y="5621063"/>
              <a:ext cx="162600" cy="52200"/>
            </a:xfrm>
            <a:prstGeom prst="straightConnector1">
              <a:avLst/>
            </a:prstGeom>
            <a:noFill/>
            <a:ln w="9525" cap="flat" cmpd="sng">
              <a:solidFill>
                <a:srgbClr val="E4E4E3"/>
              </a:solidFill>
              <a:prstDash val="solid"/>
              <a:round/>
              <a:headEnd type="none" w="sm" len="sm"/>
              <a:tailEnd type="stealth" w="med" len="med"/>
            </a:ln>
          </p:spPr>
        </p:cxnSp>
        <p:cxnSp>
          <p:nvCxnSpPr>
            <p:cNvPr id="407" name="Google Shape;190;p1">
              <a:extLst>
                <a:ext uri="{FF2B5EF4-FFF2-40B4-BE49-F238E27FC236}">
                  <a16:creationId xmlns:a16="http://schemas.microsoft.com/office/drawing/2014/main" id="{178DB1C6-0072-24B6-FD4C-5FCDFBDD104E}"/>
                </a:ext>
              </a:extLst>
            </p:cNvPr>
            <p:cNvCxnSpPr>
              <a:stCxn id="377" idx="6"/>
              <a:endCxn id="378" idx="2"/>
            </p:cNvCxnSpPr>
            <p:nvPr/>
          </p:nvCxnSpPr>
          <p:spPr>
            <a:xfrm rot="10800000" flipH="1">
              <a:off x="13509582" y="5405984"/>
              <a:ext cx="189900" cy="215100"/>
            </a:xfrm>
            <a:prstGeom prst="straightConnector1">
              <a:avLst/>
            </a:prstGeom>
            <a:noFill/>
            <a:ln w="9525" cap="flat" cmpd="sng">
              <a:solidFill>
                <a:srgbClr val="E4E4E3"/>
              </a:solidFill>
              <a:prstDash val="solid"/>
              <a:round/>
              <a:headEnd type="none" w="sm" len="sm"/>
              <a:tailEnd type="stealth" w="med" len="med"/>
            </a:ln>
          </p:spPr>
        </p:cxnSp>
        <p:cxnSp>
          <p:nvCxnSpPr>
            <p:cNvPr id="408" name="Google Shape;191;p1">
              <a:extLst>
                <a:ext uri="{FF2B5EF4-FFF2-40B4-BE49-F238E27FC236}">
                  <a16:creationId xmlns:a16="http://schemas.microsoft.com/office/drawing/2014/main" id="{C94F6BC5-5E7F-6228-0071-337F9CCE80CE}"/>
                </a:ext>
              </a:extLst>
            </p:cNvPr>
            <p:cNvCxnSpPr>
              <a:stCxn id="374" idx="6"/>
              <a:endCxn id="375" idx="2"/>
            </p:cNvCxnSpPr>
            <p:nvPr/>
          </p:nvCxnSpPr>
          <p:spPr>
            <a:xfrm rot="10800000" flipH="1">
              <a:off x="12430043" y="5497061"/>
              <a:ext cx="560700" cy="152100"/>
            </a:xfrm>
            <a:prstGeom prst="straightConnector1">
              <a:avLst/>
            </a:prstGeom>
            <a:noFill/>
            <a:ln w="9525" cap="flat" cmpd="sng">
              <a:solidFill>
                <a:srgbClr val="E4E4E3"/>
              </a:solidFill>
              <a:prstDash val="solid"/>
              <a:round/>
              <a:headEnd type="none" w="sm" len="sm"/>
              <a:tailEnd type="stealth" w="med" len="med"/>
            </a:ln>
          </p:spPr>
        </p:cxnSp>
        <p:sp>
          <p:nvSpPr>
            <p:cNvPr id="409" name="Google Shape;188;p1">
              <a:extLst>
                <a:ext uri="{FF2B5EF4-FFF2-40B4-BE49-F238E27FC236}">
                  <a16:creationId xmlns:a16="http://schemas.microsoft.com/office/drawing/2014/main" id="{87D9F4C4-FD3F-C4C0-D88C-07EFA6EBD90F}"/>
                </a:ext>
              </a:extLst>
            </p:cNvPr>
            <p:cNvSpPr/>
            <p:nvPr/>
          </p:nvSpPr>
          <p:spPr>
            <a:xfrm>
              <a:off x="12361333" y="5843951"/>
              <a:ext cx="192300" cy="198000"/>
            </a:xfrm>
            <a:prstGeom prst="ellipse">
              <a:avLst/>
            </a:prstGeom>
            <a:solidFill>
              <a:schemeClr val="tx1"/>
            </a:solidFill>
            <a:ln w="9525" cap="flat" cmpd="sng">
              <a:solidFill>
                <a:schemeClr val="dk2"/>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410" name="Google Shape;192;p1">
              <a:extLst>
                <a:ext uri="{FF2B5EF4-FFF2-40B4-BE49-F238E27FC236}">
                  <a16:creationId xmlns:a16="http://schemas.microsoft.com/office/drawing/2014/main" id="{EFEB9716-A511-DA2A-5370-9282B347EFE2}"/>
                </a:ext>
              </a:extLst>
            </p:cNvPr>
            <p:cNvCxnSpPr>
              <a:stCxn id="375" idx="7"/>
              <a:endCxn id="376" idx="2"/>
            </p:cNvCxnSpPr>
            <p:nvPr/>
          </p:nvCxnSpPr>
          <p:spPr>
            <a:xfrm rot="10800000" flipH="1">
              <a:off x="13154747" y="5328685"/>
              <a:ext cx="174300" cy="98400"/>
            </a:xfrm>
            <a:prstGeom prst="straightConnector1">
              <a:avLst/>
            </a:prstGeom>
            <a:noFill/>
            <a:ln w="9525" cap="flat" cmpd="sng">
              <a:solidFill>
                <a:srgbClr val="E4E4E3"/>
              </a:solidFill>
              <a:prstDash val="solid"/>
              <a:round/>
              <a:headEnd type="none" w="sm" len="sm"/>
              <a:tailEnd type="stealth" w="med" len="med"/>
            </a:ln>
          </p:spPr>
        </p:cxnSp>
        <p:sp>
          <p:nvSpPr>
            <p:cNvPr id="411" name="Google Shape;182;p1">
              <a:extLst>
                <a:ext uri="{FF2B5EF4-FFF2-40B4-BE49-F238E27FC236}">
                  <a16:creationId xmlns:a16="http://schemas.microsoft.com/office/drawing/2014/main" id="{80F063DA-7A9E-9111-4890-09B6EBA59AA7}"/>
                </a:ext>
              </a:extLst>
            </p:cNvPr>
            <p:cNvSpPr/>
            <p:nvPr/>
          </p:nvSpPr>
          <p:spPr>
            <a:xfrm>
              <a:off x="12128466" y="579843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412" name="Google Shape;193;p1">
              <a:extLst>
                <a:ext uri="{FF2B5EF4-FFF2-40B4-BE49-F238E27FC236}">
                  <a16:creationId xmlns:a16="http://schemas.microsoft.com/office/drawing/2014/main" id="{8383963D-2BE1-2F5A-D915-083F411940CC}"/>
                </a:ext>
              </a:extLst>
            </p:cNvPr>
            <p:cNvCxnSpPr>
              <a:stCxn id="390" idx="6"/>
              <a:endCxn id="380" idx="2"/>
            </p:cNvCxnSpPr>
            <p:nvPr/>
          </p:nvCxnSpPr>
          <p:spPr>
            <a:xfrm>
              <a:off x="12002606" y="6583990"/>
              <a:ext cx="1258500" cy="148800"/>
            </a:xfrm>
            <a:prstGeom prst="straightConnector1">
              <a:avLst/>
            </a:prstGeom>
            <a:noFill/>
            <a:ln w="35850" cap="flat" cmpd="sng">
              <a:solidFill>
                <a:srgbClr val="E4E4E3"/>
              </a:solidFill>
              <a:prstDash val="solid"/>
              <a:round/>
              <a:headEnd type="stealth" w="med" len="med"/>
              <a:tailEnd type="none" w="sm" len="sm"/>
            </a:ln>
          </p:spPr>
        </p:cxnSp>
        <p:cxnSp>
          <p:nvCxnSpPr>
            <p:cNvPr id="413" name="Google Shape;194;p1">
              <a:extLst>
                <a:ext uri="{FF2B5EF4-FFF2-40B4-BE49-F238E27FC236}">
                  <a16:creationId xmlns:a16="http://schemas.microsoft.com/office/drawing/2014/main" id="{0FB41F9D-EBA8-FC90-E590-B73EED2C7B74}"/>
                </a:ext>
              </a:extLst>
            </p:cNvPr>
            <p:cNvCxnSpPr>
              <a:stCxn id="381" idx="1"/>
              <a:endCxn id="385" idx="5"/>
            </p:cNvCxnSpPr>
            <p:nvPr/>
          </p:nvCxnSpPr>
          <p:spPr>
            <a:xfrm rot="10800000">
              <a:off x="11729045" y="5839432"/>
              <a:ext cx="1188600" cy="962700"/>
            </a:xfrm>
            <a:prstGeom prst="straightConnector1">
              <a:avLst/>
            </a:prstGeom>
            <a:noFill/>
            <a:ln w="9525" cap="flat" cmpd="sng">
              <a:solidFill>
                <a:srgbClr val="CCCCCC"/>
              </a:solidFill>
              <a:prstDash val="solid"/>
              <a:round/>
              <a:headEnd type="none" w="sm" len="sm"/>
              <a:tailEnd type="stealth" w="med" len="med"/>
            </a:ln>
          </p:spPr>
        </p:cxnSp>
        <p:cxnSp>
          <p:nvCxnSpPr>
            <p:cNvPr id="414" name="Google Shape;195;p1">
              <a:extLst>
                <a:ext uri="{FF2B5EF4-FFF2-40B4-BE49-F238E27FC236}">
                  <a16:creationId xmlns:a16="http://schemas.microsoft.com/office/drawing/2014/main" id="{85C34D23-F749-0B6A-6514-607F61359B0E}"/>
                </a:ext>
              </a:extLst>
            </p:cNvPr>
            <p:cNvCxnSpPr>
              <a:stCxn id="411" idx="3"/>
              <a:endCxn id="390" idx="7"/>
            </p:cNvCxnSpPr>
            <p:nvPr/>
          </p:nvCxnSpPr>
          <p:spPr>
            <a:xfrm flipH="1">
              <a:off x="11921428" y="5967439"/>
              <a:ext cx="235200" cy="415800"/>
            </a:xfrm>
            <a:prstGeom prst="straightConnector1">
              <a:avLst/>
            </a:prstGeom>
            <a:noFill/>
            <a:ln w="35850" cap="flat" cmpd="sng">
              <a:solidFill>
                <a:srgbClr val="E4E4E3"/>
              </a:solidFill>
              <a:prstDash val="solid"/>
              <a:round/>
              <a:headEnd type="none" w="sm" len="sm"/>
              <a:tailEnd type="stealth" w="med" len="med"/>
            </a:ln>
          </p:spPr>
        </p:cxnSp>
        <p:cxnSp>
          <p:nvCxnSpPr>
            <p:cNvPr id="415" name="Google Shape;196;p1">
              <a:extLst>
                <a:ext uri="{FF2B5EF4-FFF2-40B4-BE49-F238E27FC236}">
                  <a16:creationId xmlns:a16="http://schemas.microsoft.com/office/drawing/2014/main" id="{61BE28CA-7DC8-EDC0-4497-282C4EEBF190}"/>
                </a:ext>
              </a:extLst>
            </p:cNvPr>
            <p:cNvCxnSpPr>
              <a:stCxn id="409" idx="5"/>
              <a:endCxn id="381" idx="1"/>
            </p:cNvCxnSpPr>
            <p:nvPr/>
          </p:nvCxnSpPr>
          <p:spPr>
            <a:xfrm>
              <a:off x="12525471" y="6012955"/>
              <a:ext cx="392100" cy="789300"/>
            </a:xfrm>
            <a:prstGeom prst="straightConnector1">
              <a:avLst/>
            </a:prstGeom>
            <a:noFill/>
            <a:ln w="9525" cap="flat" cmpd="sng">
              <a:solidFill>
                <a:schemeClr val="accent1"/>
              </a:solidFill>
              <a:prstDash val="solid"/>
              <a:round/>
              <a:headEnd type="none" w="sm" len="sm"/>
              <a:tailEnd type="stealth" w="med" len="med"/>
            </a:ln>
          </p:spPr>
        </p:cxnSp>
        <p:cxnSp>
          <p:nvCxnSpPr>
            <p:cNvPr id="416" name="Google Shape;197;p1">
              <a:extLst>
                <a:ext uri="{FF2B5EF4-FFF2-40B4-BE49-F238E27FC236}">
                  <a16:creationId xmlns:a16="http://schemas.microsoft.com/office/drawing/2014/main" id="{DB5D2A2A-28CB-B2C0-911F-32AC136CB49B}"/>
                </a:ext>
              </a:extLst>
            </p:cNvPr>
            <p:cNvCxnSpPr>
              <a:stCxn id="374" idx="6"/>
              <a:endCxn id="379" idx="2"/>
            </p:cNvCxnSpPr>
            <p:nvPr/>
          </p:nvCxnSpPr>
          <p:spPr>
            <a:xfrm>
              <a:off x="12430043" y="5649161"/>
              <a:ext cx="560700" cy="94200"/>
            </a:xfrm>
            <a:prstGeom prst="straightConnector1">
              <a:avLst/>
            </a:prstGeom>
            <a:noFill/>
            <a:ln w="9525" cap="flat" cmpd="sng">
              <a:solidFill>
                <a:srgbClr val="E4E4E3"/>
              </a:solidFill>
              <a:prstDash val="solid"/>
              <a:round/>
              <a:headEnd type="none" w="sm" len="sm"/>
              <a:tailEnd type="stealth" w="med" len="med"/>
            </a:ln>
          </p:spPr>
        </p:cxnSp>
        <p:cxnSp>
          <p:nvCxnSpPr>
            <p:cNvPr id="417" name="Google Shape;198;p1">
              <a:extLst>
                <a:ext uri="{FF2B5EF4-FFF2-40B4-BE49-F238E27FC236}">
                  <a16:creationId xmlns:a16="http://schemas.microsoft.com/office/drawing/2014/main" id="{D8229E3E-45DE-185F-328A-9EE31C3AB380}"/>
                </a:ext>
              </a:extLst>
            </p:cNvPr>
            <p:cNvCxnSpPr>
              <a:stCxn id="409" idx="6"/>
              <a:endCxn id="383" idx="2"/>
            </p:cNvCxnSpPr>
            <p:nvPr/>
          </p:nvCxnSpPr>
          <p:spPr>
            <a:xfrm>
              <a:off x="12553633" y="5942951"/>
              <a:ext cx="770400" cy="255300"/>
            </a:xfrm>
            <a:prstGeom prst="straightConnector1">
              <a:avLst/>
            </a:prstGeom>
            <a:noFill/>
            <a:ln w="9525" cap="flat" cmpd="sng">
              <a:solidFill>
                <a:schemeClr val="accent1"/>
              </a:solidFill>
              <a:prstDash val="solid"/>
              <a:round/>
              <a:headEnd type="none" w="sm" len="sm"/>
              <a:tailEnd type="stealth" w="med" len="med"/>
            </a:ln>
          </p:spPr>
        </p:cxnSp>
        <p:cxnSp>
          <p:nvCxnSpPr>
            <p:cNvPr id="418" name="Google Shape;199;p1">
              <a:extLst>
                <a:ext uri="{FF2B5EF4-FFF2-40B4-BE49-F238E27FC236}">
                  <a16:creationId xmlns:a16="http://schemas.microsoft.com/office/drawing/2014/main" id="{EF8AED54-F792-A39C-60B1-C99D662BE8D4}"/>
                </a:ext>
              </a:extLst>
            </p:cNvPr>
            <p:cNvCxnSpPr>
              <a:stCxn id="409" idx="3"/>
              <a:endCxn id="390" idx="7"/>
            </p:cNvCxnSpPr>
            <p:nvPr/>
          </p:nvCxnSpPr>
          <p:spPr>
            <a:xfrm flipH="1">
              <a:off x="11921495" y="6012955"/>
              <a:ext cx="468000" cy="370200"/>
            </a:xfrm>
            <a:prstGeom prst="straightConnector1">
              <a:avLst/>
            </a:prstGeom>
            <a:noFill/>
            <a:ln w="9525" cap="flat" cmpd="sng">
              <a:solidFill>
                <a:schemeClr val="accent1"/>
              </a:solidFill>
              <a:prstDash val="solid"/>
              <a:round/>
              <a:headEnd type="none" w="sm" len="sm"/>
              <a:tailEnd type="stealth" w="med" len="med"/>
            </a:ln>
          </p:spPr>
        </p:cxnSp>
        <p:cxnSp>
          <p:nvCxnSpPr>
            <p:cNvPr id="419" name="Google Shape;200;p1">
              <a:extLst>
                <a:ext uri="{FF2B5EF4-FFF2-40B4-BE49-F238E27FC236}">
                  <a16:creationId xmlns:a16="http://schemas.microsoft.com/office/drawing/2014/main" id="{D4A7CFB6-A614-D37D-02C9-2BA28D00C160}"/>
                </a:ext>
              </a:extLst>
            </p:cNvPr>
            <p:cNvCxnSpPr>
              <a:stCxn id="409" idx="6"/>
              <a:endCxn id="380" idx="1"/>
            </p:cNvCxnSpPr>
            <p:nvPr/>
          </p:nvCxnSpPr>
          <p:spPr>
            <a:xfrm>
              <a:off x="12553633" y="5942951"/>
              <a:ext cx="755400" cy="670800"/>
            </a:xfrm>
            <a:prstGeom prst="straightConnector1">
              <a:avLst/>
            </a:prstGeom>
            <a:noFill/>
            <a:ln w="17925" cap="flat" cmpd="sng">
              <a:solidFill>
                <a:schemeClr val="accent1"/>
              </a:solidFill>
              <a:prstDash val="solid"/>
              <a:round/>
              <a:headEnd type="none" w="sm" len="sm"/>
              <a:tailEnd type="stealth" w="med" len="med"/>
            </a:ln>
          </p:spPr>
        </p:cxnSp>
        <p:sp>
          <p:nvSpPr>
            <p:cNvPr id="420" name="Google Shape;201;p1">
              <a:extLst>
                <a:ext uri="{FF2B5EF4-FFF2-40B4-BE49-F238E27FC236}">
                  <a16:creationId xmlns:a16="http://schemas.microsoft.com/office/drawing/2014/main" id="{9277FF6C-AFF7-EBC5-6BED-D48A77F23F43}"/>
                </a:ext>
              </a:extLst>
            </p:cNvPr>
            <p:cNvSpPr/>
            <p:nvPr/>
          </p:nvSpPr>
          <p:spPr>
            <a:xfrm>
              <a:off x="10889318" y="4524354"/>
              <a:ext cx="2891521" cy="666192"/>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dirty="0">
                  <a:solidFill>
                    <a:schemeClr val="accent1"/>
                  </a:solidFill>
                  <a:latin typeface="Source Sans Pro" panose="020B0503030403020204" pitchFamily="34" charset="0"/>
                  <a:ea typeface="Source Sans Pro" panose="020B0503030403020204" pitchFamily="34" charset="0"/>
                  <a:sym typeface="Helvetica Neue"/>
                </a:rPr>
                <a:t>Sentiment Metrics </a:t>
              </a:r>
              <a:endParaRPr sz="1000" b="0" i="0" u="none" strike="noStrike" cap="none" dirty="0">
                <a:solidFill>
                  <a:schemeClr val="accent1"/>
                </a:solidFill>
                <a:latin typeface="Source Sans Pro" panose="020B0503030403020204" pitchFamily="34" charset="0"/>
                <a:ea typeface="Source Sans Pro" panose="020B0503030403020204" pitchFamily="34" charset="0"/>
                <a:sym typeface="Helvetica Neue"/>
              </a:endParaRPr>
            </a:p>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dirty="0">
                  <a:solidFill>
                    <a:schemeClr val="accent1"/>
                  </a:solidFill>
                  <a:latin typeface="Source Sans Pro" panose="020B0503030403020204" pitchFamily="34" charset="0"/>
                  <a:ea typeface="Source Sans Pro" panose="020B0503030403020204" pitchFamily="34" charset="0"/>
                  <a:sym typeface="Helvetica Neue"/>
                </a:rPr>
                <a:t>…………</a:t>
              </a:r>
              <a:endParaRPr sz="1000" b="0" i="0" u="none" strike="noStrike" cap="none" dirty="0">
                <a:solidFill>
                  <a:schemeClr val="accent1"/>
                </a:solidFill>
                <a:latin typeface="Source Sans Pro" panose="020B0503030403020204" pitchFamily="34" charset="0"/>
                <a:ea typeface="Source Sans Pro" panose="020B0503030403020204" pitchFamily="34" charset="0"/>
                <a:sym typeface="Helvetica Neue"/>
              </a:endParaRPr>
            </a:p>
          </p:txBody>
        </p:sp>
      </p:grpSp>
      <p:grpSp>
        <p:nvGrpSpPr>
          <p:cNvPr id="317" name="Google Shape;156;p1">
            <a:extLst>
              <a:ext uri="{FF2B5EF4-FFF2-40B4-BE49-F238E27FC236}">
                <a16:creationId xmlns:a16="http://schemas.microsoft.com/office/drawing/2014/main" id="{87E35303-6438-0389-E9FB-F9A23C24F872}"/>
              </a:ext>
            </a:extLst>
          </p:cNvPr>
          <p:cNvGrpSpPr/>
          <p:nvPr/>
        </p:nvGrpSpPr>
        <p:grpSpPr>
          <a:xfrm>
            <a:off x="7852504" y="6496126"/>
            <a:ext cx="1357791" cy="804343"/>
            <a:chOff x="10592773" y="5229745"/>
            <a:chExt cx="3298954" cy="1741391"/>
          </a:xfrm>
        </p:grpSpPr>
        <p:sp>
          <p:nvSpPr>
            <p:cNvPr id="318" name="Google Shape;157;p1">
              <a:extLst>
                <a:ext uri="{FF2B5EF4-FFF2-40B4-BE49-F238E27FC236}">
                  <a16:creationId xmlns:a16="http://schemas.microsoft.com/office/drawing/2014/main" id="{E3ED3EF7-AA07-815A-C2F0-EE55F0FB2D82}"/>
                </a:ext>
              </a:extLst>
            </p:cNvPr>
            <p:cNvSpPr/>
            <p:nvPr/>
          </p:nvSpPr>
          <p:spPr>
            <a:xfrm>
              <a:off x="12237743" y="5550161"/>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20" name="Google Shape;158;p1">
              <a:extLst>
                <a:ext uri="{FF2B5EF4-FFF2-40B4-BE49-F238E27FC236}">
                  <a16:creationId xmlns:a16="http://schemas.microsoft.com/office/drawing/2014/main" id="{63CCDF99-8816-C4E8-0203-5A13F64109F4}"/>
                </a:ext>
              </a:extLst>
            </p:cNvPr>
            <p:cNvSpPr/>
            <p:nvPr/>
          </p:nvSpPr>
          <p:spPr>
            <a:xfrm>
              <a:off x="12990609" y="5398089"/>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21" name="Google Shape;159;p1">
              <a:extLst>
                <a:ext uri="{FF2B5EF4-FFF2-40B4-BE49-F238E27FC236}">
                  <a16:creationId xmlns:a16="http://schemas.microsoft.com/office/drawing/2014/main" id="{EBE89DFB-8363-5733-06C8-79FA6AE4D709}"/>
                </a:ext>
              </a:extLst>
            </p:cNvPr>
            <p:cNvSpPr/>
            <p:nvPr/>
          </p:nvSpPr>
          <p:spPr>
            <a:xfrm>
              <a:off x="13329043" y="522974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22" name="Google Shape;160;p1">
              <a:extLst>
                <a:ext uri="{FF2B5EF4-FFF2-40B4-BE49-F238E27FC236}">
                  <a16:creationId xmlns:a16="http://schemas.microsoft.com/office/drawing/2014/main" id="{A234011D-81A0-3560-821D-9883485B71E3}"/>
                </a:ext>
              </a:extLst>
            </p:cNvPr>
            <p:cNvSpPr/>
            <p:nvPr/>
          </p:nvSpPr>
          <p:spPr>
            <a:xfrm>
              <a:off x="13317282" y="5522084"/>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25" name="Google Shape;161;p1">
              <a:extLst>
                <a:ext uri="{FF2B5EF4-FFF2-40B4-BE49-F238E27FC236}">
                  <a16:creationId xmlns:a16="http://schemas.microsoft.com/office/drawing/2014/main" id="{9FE04EEE-E7F9-29DF-010F-A1590EA928CE}"/>
                </a:ext>
              </a:extLst>
            </p:cNvPr>
            <p:cNvSpPr/>
            <p:nvPr/>
          </p:nvSpPr>
          <p:spPr>
            <a:xfrm>
              <a:off x="13699427" y="5306906"/>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27" name="Google Shape;162;p1">
              <a:extLst>
                <a:ext uri="{FF2B5EF4-FFF2-40B4-BE49-F238E27FC236}">
                  <a16:creationId xmlns:a16="http://schemas.microsoft.com/office/drawing/2014/main" id="{ACB805E6-8AB9-B8FC-ABF3-42FEE1E70051}"/>
                </a:ext>
              </a:extLst>
            </p:cNvPr>
            <p:cNvSpPr/>
            <p:nvPr/>
          </p:nvSpPr>
          <p:spPr>
            <a:xfrm>
              <a:off x="12990598" y="5644267"/>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28" name="Google Shape;163;p1">
              <a:extLst>
                <a:ext uri="{FF2B5EF4-FFF2-40B4-BE49-F238E27FC236}">
                  <a16:creationId xmlns:a16="http://schemas.microsoft.com/office/drawing/2014/main" id="{C31C0C95-0489-0916-519F-652D16364B7A}"/>
                </a:ext>
              </a:extLst>
            </p:cNvPr>
            <p:cNvSpPr/>
            <p:nvPr/>
          </p:nvSpPr>
          <p:spPr>
            <a:xfrm>
              <a:off x="13261106" y="6564434"/>
              <a:ext cx="328200" cy="3369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29" name="Google Shape;164;p1">
              <a:extLst>
                <a:ext uri="{FF2B5EF4-FFF2-40B4-BE49-F238E27FC236}">
                  <a16:creationId xmlns:a16="http://schemas.microsoft.com/office/drawing/2014/main" id="{FDBCCDF7-8CB0-DBB4-1897-C865BD471AAA}"/>
                </a:ext>
              </a:extLst>
            </p:cNvPr>
            <p:cNvSpPr/>
            <p:nvPr/>
          </p:nvSpPr>
          <p:spPr>
            <a:xfrm>
              <a:off x="12889483" y="6773136"/>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31" name="Google Shape;165;p1">
              <a:extLst>
                <a:ext uri="{FF2B5EF4-FFF2-40B4-BE49-F238E27FC236}">
                  <a16:creationId xmlns:a16="http://schemas.microsoft.com/office/drawing/2014/main" id="{E4287922-2435-82FF-2109-FBD193282990}"/>
                </a:ext>
              </a:extLst>
            </p:cNvPr>
            <p:cNvSpPr/>
            <p:nvPr/>
          </p:nvSpPr>
          <p:spPr>
            <a:xfrm>
              <a:off x="13324166" y="6099152"/>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32" name="Google Shape;166;p1">
              <a:extLst>
                <a:ext uri="{FF2B5EF4-FFF2-40B4-BE49-F238E27FC236}">
                  <a16:creationId xmlns:a16="http://schemas.microsoft.com/office/drawing/2014/main" id="{0DF3359E-9FAA-9A35-BB0D-53C903E9B879}"/>
                </a:ext>
              </a:extLst>
            </p:cNvPr>
            <p:cNvSpPr/>
            <p:nvPr/>
          </p:nvSpPr>
          <p:spPr>
            <a:xfrm>
              <a:off x="11468140" y="5576165"/>
              <a:ext cx="305700" cy="308400"/>
            </a:xfrm>
            <a:prstGeom prst="ellipse">
              <a:avLst/>
            </a:prstGeom>
            <a:solidFill>
              <a:srgbClr val="E4E4E3"/>
            </a:solidFill>
            <a:ln w="179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33" name="Google Shape;167;p1">
              <a:extLst>
                <a:ext uri="{FF2B5EF4-FFF2-40B4-BE49-F238E27FC236}">
                  <a16:creationId xmlns:a16="http://schemas.microsoft.com/office/drawing/2014/main" id="{A9D13071-E031-9F94-CDA4-241D74481907}"/>
                </a:ext>
              </a:extLst>
            </p:cNvPr>
            <p:cNvSpPr/>
            <p:nvPr/>
          </p:nvSpPr>
          <p:spPr>
            <a:xfrm>
              <a:off x="10719482" y="592538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35" name="Google Shape;168;p1">
              <a:extLst>
                <a:ext uri="{FF2B5EF4-FFF2-40B4-BE49-F238E27FC236}">
                  <a16:creationId xmlns:a16="http://schemas.microsoft.com/office/drawing/2014/main" id="{77B41716-E4D3-0AA7-1355-29E795E16D91}"/>
                </a:ext>
              </a:extLst>
            </p:cNvPr>
            <p:cNvSpPr/>
            <p:nvPr/>
          </p:nvSpPr>
          <p:spPr>
            <a:xfrm>
              <a:off x="11061232" y="5405652"/>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36" name="Google Shape;169;p1">
              <a:extLst>
                <a:ext uri="{FF2B5EF4-FFF2-40B4-BE49-F238E27FC236}">
                  <a16:creationId xmlns:a16="http://schemas.microsoft.com/office/drawing/2014/main" id="{ED36A43C-1DD6-0A1E-B3E0-12EEB3B89A03}"/>
                </a:ext>
              </a:extLst>
            </p:cNvPr>
            <p:cNvSpPr/>
            <p:nvPr/>
          </p:nvSpPr>
          <p:spPr>
            <a:xfrm>
              <a:off x="10592773" y="6139937"/>
              <a:ext cx="274500" cy="2763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37" name="Google Shape;170;p1">
              <a:extLst>
                <a:ext uri="{FF2B5EF4-FFF2-40B4-BE49-F238E27FC236}">
                  <a16:creationId xmlns:a16="http://schemas.microsoft.com/office/drawing/2014/main" id="{64F47344-7604-E5F2-5946-DA9FD1074037}"/>
                </a:ext>
              </a:extLst>
            </p:cNvPr>
            <p:cNvSpPr/>
            <p:nvPr/>
          </p:nvSpPr>
          <p:spPr>
            <a:xfrm>
              <a:off x="11037864" y="6333062"/>
              <a:ext cx="192300" cy="198000"/>
            </a:xfrm>
            <a:prstGeom prst="ellipse">
              <a:avLst/>
            </a:prstGeom>
            <a:solidFill>
              <a:srgbClr val="D9D9D9"/>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38" name="Google Shape;171;p1">
              <a:extLst>
                <a:ext uri="{FF2B5EF4-FFF2-40B4-BE49-F238E27FC236}">
                  <a16:creationId xmlns:a16="http://schemas.microsoft.com/office/drawing/2014/main" id="{B4EED4E9-CC07-B9E9-7497-33F7FC9ACCFF}"/>
                </a:ext>
              </a:extLst>
            </p:cNvPr>
            <p:cNvSpPr/>
            <p:nvPr/>
          </p:nvSpPr>
          <p:spPr>
            <a:xfrm>
              <a:off x="11449106" y="6300040"/>
              <a:ext cx="553500" cy="567900"/>
            </a:xfrm>
            <a:prstGeom prst="ellipse">
              <a:avLst/>
            </a:prstGeom>
            <a:solidFill>
              <a:schemeClr val="bg2">
                <a:lumMod val="10000"/>
              </a:schemeClr>
            </a:solidFill>
            <a:ln w="26900"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339" name="Google Shape;172;p1">
              <a:extLst>
                <a:ext uri="{FF2B5EF4-FFF2-40B4-BE49-F238E27FC236}">
                  <a16:creationId xmlns:a16="http://schemas.microsoft.com/office/drawing/2014/main" id="{E8149A3B-EFC0-3308-079A-E215E7763C99}"/>
                </a:ext>
              </a:extLst>
            </p:cNvPr>
            <p:cNvCxnSpPr>
              <a:stCxn id="318" idx="2"/>
              <a:endCxn id="332" idx="6"/>
            </p:cNvCxnSpPr>
            <p:nvPr/>
          </p:nvCxnSpPr>
          <p:spPr>
            <a:xfrm flipH="1">
              <a:off x="11773943" y="5649161"/>
              <a:ext cx="463800" cy="81300"/>
            </a:xfrm>
            <a:prstGeom prst="straightConnector1">
              <a:avLst/>
            </a:prstGeom>
            <a:noFill/>
            <a:ln w="9525" cap="flat" cmpd="sng">
              <a:solidFill>
                <a:srgbClr val="CCCCCC"/>
              </a:solidFill>
              <a:prstDash val="solid"/>
              <a:round/>
              <a:headEnd type="none" w="sm" len="sm"/>
              <a:tailEnd type="stealth" w="med" len="med"/>
            </a:ln>
          </p:spPr>
        </p:cxnSp>
        <p:cxnSp>
          <p:nvCxnSpPr>
            <p:cNvPr id="340" name="Google Shape;173;p1">
              <a:extLst>
                <a:ext uri="{FF2B5EF4-FFF2-40B4-BE49-F238E27FC236}">
                  <a16:creationId xmlns:a16="http://schemas.microsoft.com/office/drawing/2014/main" id="{DEC692FB-F11D-779D-257A-2699C645B55B}"/>
                </a:ext>
              </a:extLst>
            </p:cNvPr>
            <p:cNvCxnSpPr>
              <a:stCxn id="332" idx="2"/>
              <a:endCxn id="353" idx="6"/>
            </p:cNvCxnSpPr>
            <p:nvPr/>
          </p:nvCxnSpPr>
          <p:spPr>
            <a:xfrm flipH="1">
              <a:off x="11113540" y="5730365"/>
              <a:ext cx="354600" cy="30600"/>
            </a:xfrm>
            <a:prstGeom prst="straightConnector1">
              <a:avLst/>
            </a:prstGeom>
            <a:noFill/>
            <a:ln w="9525" cap="flat" cmpd="sng">
              <a:solidFill>
                <a:srgbClr val="CCCCCC"/>
              </a:solidFill>
              <a:prstDash val="solid"/>
              <a:round/>
              <a:headEnd type="none" w="sm" len="sm"/>
              <a:tailEnd type="stealth" w="med" len="med"/>
            </a:ln>
          </p:spPr>
        </p:cxnSp>
        <p:cxnSp>
          <p:nvCxnSpPr>
            <p:cNvPr id="343" name="Google Shape;175;p1">
              <a:extLst>
                <a:ext uri="{FF2B5EF4-FFF2-40B4-BE49-F238E27FC236}">
                  <a16:creationId xmlns:a16="http://schemas.microsoft.com/office/drawing/2014/main" id="{3015E1C4-2561-E237-5FDB-7ADB3EE3F6B0}"/>
                </a:ext>
              </a:extLst>
            </p:cNvPr>
            <p:cNvCxnSpPr>
              <a:stCxn id="338" idx="1"/>
              <a:endCxn id="350" idx="5"/>
            </p:cNvCxnSpPr>
            <p:nvPr/>
          </p:nvCxnSpPr>
          <p:spPr>
            <a:xfrm rot="10800000">
              <a:off x="11390064" y="6170507"/>
              <a:ext cx="140100" cy="212700"/>
            </a:xfrm>
            <a:prstGeom prst="straightConnector1">
              <a:avLst/>
            </a:prstGeom>
            <a:noFill/>
            <a:ln w="9525" cap="flat" cmpd="sng">
              <a:solidFill>
                <a:srgbClr val="CCCCCC"/>
              </a:solidFill>
              <a:prstDash val="solid"/>
              <a:round/>
              <a:headEnd type="none" w="sm" len="sm"/>
              <a:tailEnd type="stealth" w="med" len="med"/>
            </a:ln>
          </p:spPr>
        </p:cxnSp>
        <p:cxnSp>
          <p:nvCxnSpPr>
            <p:cNvPr id="344" name="Google Shape;177;p1">
              <a:extLst>
                <a:ext uri="{FF2B5EF4-FFF2-40B4-BE49-F238E27FC236}">
                  <a16:creationId xmlns:a16="http://schemas.microsoft.com/office/drawing/2014/main" id="{F0367DBA-2997-E469-02F2-0B9A6E1F8334}"/>
                </a:ext>
              </a:extLst>
            </p:cNvPr>
            <p:cNvCxnSpPr>
              <a:stCxn id="338" idx="2"/>
              <a:endCxn id="337" idx="5"/>
            </p:cNvCxnSpPr>
            <p:nvPr/>
          </p:nvCxnSpPr>
          <p:spPr>
            <a:xfrm rot="10800000">
              <a:off x="11201906" y="6502090"/>
              <a:ext cx="247200" cy="81900"/>
            </a:xfrm>
            <a:prstGeom prst="straightConnector1">
              <a:avLst/>
            </a:prstGeom>
            <a:noFill/>
            <a:ln w="9525" cap="flat" cmpd="sng">
              <a:solidFill>
                <a:srgbClr val="CCCCCC"/>
              </a:solidFill>
              <a:prstDash val="solid"/>
              <a:round/>
              <a:headEnd type="none" w="sm" len="sm"/>
              <a:tailEnd type="stealth" w="med" len="med"/>
            </a:ln>
          </p:spPr>
        </p:cxnSp>
        <p:cxnSp>
          <p:nvCxnSpPr>
            <p:cNvPr id="345" name="Google Shape;178;p1">
              <a:extLst>
                <a:ext uri="{FF2B5EF4-FFF2-40B4-BE49-F238E27FC236}">
                  <a16:creationId xmlns:a16="http://schemas.microsoft.com/office/drawing/2014/main" id="{D3412F1C-31DD-7A13-1D38-70E3DAB0ACAE}"/>
                </a:ext>
              </a:extLst>
            </p:cNvPr>
            <p:cNvCxnSpPr>
              <a:stCxn id="337" idx="2"/>
              <a:endCxn id="336" idx="6"/>
            </p:cNvCxnSpPr>
            <p:nvPr/>
          </p:nvCxnSpPr>
          <p:spPr>
            <a:xfrm rot="10800000">
              <a:off x="10867164" y="6278162"/>
              <a:ext cx="170700" cy="153900"/>
            </a:xfrm>
            <a:prstGeom prst="straightConnector1">
              <a:avLst/>
            </a:prstGeom>
            <a:noFill/>
            <a:ln w="9525" cap="flat" cmpd="sng">
              <a:solidFill>
                <a:srgbClr val="B7B7B7"/>
              </a:solidFill>
              <a:prstDash val="solid"/>
              <a:round/>
              <a:headEnd type="none" w="sm" len="sm"/>
              <a:tailEnd type="stealth" w="med" len="med"/>
            </a:ln>
          </p:spPr>
        </p:cxnSp>
        <p:cxnSp>
          <p:nvCxnSpPr>
            <p:cNvPr id="346" name="Google Shape;179;p1">
              <a:extLst>
                <a:ext uri="{FF2B5EF4-FFF2-40B4-BE49-F238E27FC236}">
                  <a16:creationId xmlns:a16="http://schemas.microsoft.com/office/drawing/2014/main" id="{EB9DEB6E-39A9-6DA7-3627-8B07E5F495BC}"/>
                </a:ext>
              </a:extLst>
            </p:cNvPr>
            <p:cNvCxnSpPr>
              <a:stCxn id="350" idx="2"/>
              <a:endCxn id="333" idx="5"/>
            </p:cNvCxnSpPr>
            <p:nvPr/>
          </p:nvCxnSpPr>
          <p:spPr>
            <a:xfrm rot="10800000">
              <a:off x="10883737" y="6094319"/>
              <a:ext cx="342300" cy="6300"/>
            </a:xfrm>
            <a:prstGeom prst="straightConnector1">
              <a:avLst/>
            </a:prstGeom>
            <a:noFill/>
            <a:ln w="9525" cap="flat" cmpd="sng">
              <a:solidFill>
                <a:srgbClr val="CCCCCC"/>
              </a:solidFill>
              <a:prstDash val="solid"/>
              <a:round/>
              <a:headEnd type="none" w="sm" len="sm"/>
              <a:tailEnd type="stealth" w="med" len="med"/>
            </a:ln>
          </p:spPr>
        </p:cxnSp>
        <p:cxnSp>
          <p:nvCxnSpPr>
            <p:cNvPr id="347" name="Google Shape;180;p1">
              <a:extLst>
                <a:ext uri="{FF2B5EF4-FFF2-40B4-BE49-F238E27FC236}">
                  <a16:creationId xmlns:a16="http://schemas.microsoft.com/office/drawing/2014/main" id="{787D0917-1427-6733-F80A-7C5D372C4C2C}"/>
                </a:ext>
              </a:extLst>
            </p:cNvPr>
            <p:cNvCxnSpPr>
              <a:stCxn id="332" idx="1"/>
              <a:endCxn id="335" idx="5"/>
            </p:cNvCxnSpPr>
            <p:nvPr/>
          </p:nvCxnSpPr>
          <p:spPr>
            <a:xfrm rot="10800000">
              <a:off x="11225509" y="5574529"/>
              <a:ext cx="287400" cy="46800"/>
            </a:xfrm>
            <a:prstGeom prst="straightConnector1">
              <a:avLst/>
            </a:prstGeom>
            <a:noFill/>
            <a:ln w="9525" cap="flat" cmpd="sng">
              <a:solidFill>
                <a:srgbClr val="CCCCCC"/>
              </a:solidFill>
              <a:prstDash val="solid"/>
              <a:round/>
              <a:headEnd type="none" w="sm" len="sm"/>
              <a:tailEnd type="stealth" w="med" len="med"/>
            </a:ln>
          </p:spPr>
        </p:cxnSp>
        <p:cxnSp>
          <p:nvCxnSpPr>
            <p:cNvPr id="348" name="Google Shape;181;p1">
              <a:extLst>
                <a:ext uri="{FF2B5EF4-FFF2-40B4-BE49-F238E27FC236}">
                  <a16:creationId xmlns:a16="http://schemas.microsoft.com/office/drawing/2014/main" id="{5DDCAE76-D412-AF9D-2E00-5CB0DC29FC7F}"/>
                </a:ext>
              </a:extLst>
            </p:cNvPr>
            <p:cNvCxnSpPr>
              <a:stCxn id="361" idx="2"/>
              <a:endCxn id="350" idx="6"/>
            </p:cNvCxnSpPr>
            <p:nvPr/>
          </p:nvCxnSpPr>
          <p:spPr>
            <a:xfrm flipH="1">
              <a:off x="11418366" y="5897435"/>
              <a:ext cx="710100" cy="203100"/>
            </a:xfrm>
            <a:prstGeom prst="straightConnector1">
              <a:avLst/>
            </a:prstGeom>
            <a:noFill/>
            <a:ln w="9525" cap="flat" cmpd="sng">
              <a:solidFill>
                <a:srgbClr val="CCCCCC"/>
              </a:solidFill>
              <a:prstDash val="solid"/>
              <a:round/>
              <a:headEnd type="none" w="sm" len="sm"/>
              <a:tailEnd type="stealth" w="med" len="med"/>
            </a:ln>
          </p:spPr>
        </p:cxnSp>
        <p:cxnSp>
          <p:nvCxnSpPr>
            <p:cNvPr id="349" name="Google Shape;183;p1">
              <a:extLst>
                <a:ext uri="{FF2B5EF4-FFF2-40B4-BE49-F238E27FC236}">
                  <a16:creationId xmlns:a16="http://schemas.microsoft.com/office/drawing/2014/main" id="{B670204A-1BB0-9048-ABB6-56ACE0089330}"/>
                </a:ext>
              </a:extLst>
            </p:cNvPr>
            <p:cNvCxnSpPr>
              <a:stCxn id="361" idx="2"/>
              <a:endCxn id="333" idx="6"/>
            </p:cNvCxnSpPr>
            <p:nvPr/>
          </p:nvCxnSpPr>
          <p:spPr>
            <a:xfrm flipH="1">
              <a:off x="10911666" y="5897435"/>
              <a:ext cx="1216800" cy="126900"/>
            </a:xfrm>
            <a:prstGeom prst="straightConnector1">
              <a:avLst/>
            </a:prstGeom>
            <a:noFill/>
            <a:ln w="9525" cap="flat" cmpd="sng">
              <a:solidFill>
                <a:srgbClr val="CCCCCC"/>
              </a:solidFill>
              <a:prstDash val="solid"/>
              <a:round/>
              <a:headEnd type="none" w="sm" len="sm"/>
              <a:tailEnd type="stealth" w="med" len="med"/>
            </a:ln>
          </p:spPr>
        </p:cxnSp>
        <p:sp>
          <p:nvSpPr>
            <p:cNvPr id="350" name="Google Shape;176;p1">
              <a:extLst>
                <a:ext uri="{FF2B5EF4-FFF2-40B4-BE49-F238E27FC236}">
                  <a16:creationId xmlns:a16="http://schemas.microsoft.com/office/drawing/2014/main" id="{740AEC08-A623-28B2-D73B-5985E7964D02}"/>
                </a:ext>
              </a:extLst>
            </p:cNvPr>
            <p:cNvSpPr/>
            <p:nvPr/>
          </p:nvSpPr>
          <p:spPr>
            <a:xfrm>
              <a:off x="11226037" y="6001619"/>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351" name="Google Shape;184;p1">
              <a:extLst>
                <a:ext uri="{FF2B5EF4-FFF2-40B4-BE49-F238E27FC236}">
                  <a16:creationId xmlns:a16="http://schemas.microsoft.com/office/drawing/2014/main" id="{ED883DC7-6221-25D6-E6D7-F092ABE85EE4}"/>
                </a:ext>
              </a:extLst>
            </p:cNvPr>
            <p:cNvCxnSpPr>
              <a:stCxn id="318" idx="2"/>
              <a:endCxn id="337" idx="7"/>
            </p:cNvCxnSpPr>
            <p:nvPr/>
          </p:nvCxnSpPr>
          <p:spPr>
            <a:xfrm flipH="1">
              <a:off x="11202143" y="5649161"/>
              <a:ext cx="1035600" cy="712800"/>
            </a:xfrm>
            <a:prstGeom prst="straightConnector1">
              <a:avLst/>
            </a:prstGeom>
            <a:noFill/>
            <a:ln w="9525" cap="flat" cmpd="sng">
              <a:solidFill>
                <a:srgbClr val="CCCCCC"/>
              </a:solidFill>
              <a:prstDash val="solid"/>
              <a:round/>
              <a:headEnd type="none" w="sm" len="sm"/>
              <a:tailEnd type="stealth" w="med" len="med"/>
            </a:ln>
          </p:spPr>
        </p:cxnSp>
        <p:cxnSp>
          <p:nvCxnSpPr>
            <p:cNvPr id="352" name="Google Shape;185;p1">
              <a:extLst>
                <a:ext uri="{FF2B5EF4-FFF2-40B4-BE49-F238E27FC236}">
                  <a16:creationId xmlns:a16="http://schemas.microsoft.com/office/drawing/2014/main" id="{4542000C-7D02-C439-0E8A-59F27BB6CE89}"/>
                </a:ext>
              </a:extLst>
            </p:cNvPr>
            <p:cNvCxnSpPr>
              <a:stCxn id="318" idx="5"/>
              <a:endCxn id="328" idx="1"/>
            </p:cNvCxnSpPr>
            <p:nvPr/>
          </p:nvCxnSpPr>
          <p:spPr>
            <a:xfrm>
              <a:off x="12401881" y="5719165"/>
              <a:ext cx="907200" cy="894600"/>
            </a:xfrm>
            <a:prstGeom prst="straightConnector1">
              <a:avLst/>
            </a:prstGeom>
            <a:noFill/>
            <a:ln w="17925" cap="flat" cmpd="sng">
              <a:solidFill>
                <a:srgbClr val="D9D9D9"/>
              </a:solidFill>
              <a:prstDash val="solid"/>
              <a:round/>
              <a:headEnd type="none" w="sm" len="sm"/>
              <a:tailEnd type="stealth" w="med" len="med"/>
            </a:ln>
          </p:spPr>
        </p:cxnSp>
        <p:sp>
          <p:nvSpPr>
            <p:cNvPr id="353" name="Google Shape;174;p1">
              <a:extLst>
                <a:ext uri="{FF2B5EF4-FFF2-40B4-BE49-F238E27FC236}">
                  <a16:creationId xmlns:a16="http://schemas.microsoft.com/office/drawing/2014/main" id="{D125AB2D-4ACC-A94B-7285-D73C643A9790}"/>
                </a:ext>
              </a:extLst>
            </p:cNvPr>
            <p:cNvSpPr/>
            <p:nvPr/>
          </p:nvSpPr>
          <p:spPr>
            <a:xfrm>
              <a:off x="10921235" y="566202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354" name="Google Shape;186;p1">
              <a:extLst>
                <a:ext uri="{FF2B5EF4-FFF2-40B4-BE49-F238E27FC236}">
                  <a16:creationId xmlns:a16="http://schemas.microsoft.com/office/drawing/2014/main" id="{97C7B591-1EBC-EA8B-B9BB-81ABE220D589}"/>
                </a:ext>
              </a:extLst>
            </p:cNvPr>
            <p:cNvCxnSpPr>
              <a:stCxn id="361" idx="2"/>
              <a:endCxn id="337" idx="6"/>
            </p:cNvCxnSpPr>
            <p:nvPr/>
          </p:nvCxnSpPr>
          <p:spPr>
            <a:xfrm flipH="1">
              <a:off x="11230266" y="5897435"/>
              <a:ext cx="898200" cy="534600"/>
            </a:xfrm>
            <a:prstGeom prst="straightConnector1">
              <a:avLst/>
            </a:prstGeom>
            <a:noFill/>
            <a:ln w="9525" cap="flat" cmpd="sng">
              <a:solidFill>
                <a:srgbClr val="CCCCCC"/>
              </a:solidFill>
              <a:prstDash val="solid"/>
              <a:round/>
              <a:headEnd type="none" w="sm" len="sm"/>
              <a:tailEnd type="stealth" w="med" len="med"/>
            </a:ln>
          </p:spPr>
        </p:cxnSp>
        <p:cxnSp>
          <p:nvCxnSpPr>
            <p:cNvPr id="356" name="Google Shape;189;p1">
              <a:extLst>
                <a:ext uri="{FF2B5EF4-FFF2-40B4-BE49-F238E27FC236}">
                  <a16:creationId xmlns:a16="http://schemas.microsoft.com/office/drawing/2014/main" id="{D6B961DC-8B76-709F-FE70-C16F05900205}"/>
                </a:ext>
              </a:extLst>
            </p:cNvPr>
            <p:cNvCxnSpPr>
              <a:stCxn id="327" idx="7"/>
              <a:endCxn id="322" idx="2"/>
            </p:cNvCxnSpPr>
            <p:nvPr/>
          </p:nvCxnSpPr>
          <p:spPr>
            <a:xfrm rot="10800000" flipH="1">
              <a:off x="13154736" y="5621063"/>
              <a:ext cx="162600" cy="52200"/>
            </a:xfrm>
            <a:prstGeom prst="straightConnector1">
              <a:avLst/>
            </a:prstGeom>
            <a:noFill/>
            <a:ln w="9525" cap="flat" cmpd="sng">
              <a:solidFill>
                <a:srgbClr val="E4E4E3"/>
              </a:solidFill>
              <a:prstDash val="solid"/>
              <a:round/>
              <a:headEnd type="none" w="sm" len="sm"/>
              <a:tailEnd type="stealth" w="med" len="med"/>
            </a:ln>
          </p:spPr>
        </p:cxnSp>
        <p:cxnSp>
          <p:nvCxnSpPr>
            <p:cNvPr id="357" name="Google Shape;190;p1">
              <a:extLst>
                <a:ext uri="{FF2B5EF4-FFF2-40B4-BE49-F238E27FC236}">
                  <a16:creationId xmlns:a16="http://schemas.microsoft.com/office/drawing/2014/main" id="{A5449219-EDFD-61E5-4056-5F9ACAF238BA}"/>
                </a:ext>
              </a:extLst>
            </p:cNvPr>
            <p:cNvCxnSpPr>
              <a:stCxn id="322" idx="6"/>
              <a:endCxn id="325" idx="2"/>
            </p:cNvCxnSpPr>
            <p:nvPr/>
          </p:nvCxnSpPr>
          <p:spPr>
            <a:xfrm rot="10800000" flipH="1">
              <a:off x="13509582" y="5405984"/>
              <a:ext cx="189900" cy="215100"/>
            </a:xfrm>
            <a:prstGeom prst="straightConnector1">
              <a:avLst/>
            </a:prstGeom>
            <a:noFill/>
            <a:ln w="9525" cap="flat" cmpd="sng">
              <a:solidFill>
                <a:srgbClr val="E4E4E3"/>
              </a:solidFill>
              <a:prstDash val="solid"/>
              <a:round/>
              <a:headEnd type="none" w="sm" len="sm"/>
              <a:tailEnd type="stealth" w="med" len="med"/>
            </a:ln>
          </p:spPr>
        </p:cxnSp>
        <p:cxnSp>
          <p:nvCxnSpPr>
            <p:cNvPr id="358" name="Google Shape;191;p1">
              <a:extLst>
                <a:ext uri="{FF2B5EF4-FFF2-40B4-BE49-F238E27FC236}">
                  <a16:creationId xmlns:a16="http://schemas.microsoft.com/office/drawing/2014/main" id="{21796AB4-53A5-D3E1-98F9-CC95E563674B}"/>
                </a:ext>
              </a:extLst>
            </p:cNvPr>
            <p:cNvCxnSpPr>
              <a:stCxn id="318" idx="6"/>
              <a:endCxn id="320" idx="2"/>
            </p:cNvCxnSpPr>
            <p:nvPr/>
          </p:nvCxnSpPr>
          <p:spPr>
            <a:xfrm rot="10800000" flipH="1">
              <a:off x="12430043" y="5497061"/>
              <a:ext cx="560700" cy="152100"/>
            </a:xfrm>
            <a:prstGeom prst="straightConnector1">
              <a:avLst/>
            </a:prstGeom>
            <a:noFill/>
            <a:ln w="9525" cap="flat" cmpd="sng">
              <a:solidFill>
                <a:srgbClr val="E4E4E3"/>
              </a:solidFill>
              <a:prstDash val="solid"/>
              <a:round/>
              <a:headEnd type="none" w="sm" len="sm"/>
              <a:tailEnd type="stealth" w="med" len="med"/>
            </a:ln>
          </p:spPr>
        </p:cxnSp>
        <p:sp>
          <p:nvSpPr>
            <p:cNvPr id="359" name="Google Shape;188;p1">
              <a:extLst>
                <a:ext uri="{FF2B5EF4-FFF2-40B4-BE49-F238E27FC236}">
                  <a16:creationId xmlns:a16="http://schemas.microsoft.com/office/drawing/2014/main" id="{6BE2AED5-3266-79AA-86EA-B109C751D22E}"/>
                </a:ext>
              </a:extLst>
            </p:cNvPr>
            <p:cNvSpPr/>
            <p:nvPr/>
          </p:nvSpPr>
          <p:spPr>
            <a:xfrm>
              <a:off x="12361333" y="5843951"/>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360" name="Google Shape;192;p1">
              <a:extLst>
                <a:ext uri="{FF2B5EF4-FFF2-40B4-BE49-F238E27FC236}">
                  <a16:creationId xmlns:a16="http://schemas.microsoft.com/office/drawing/2014/main" id="{9D92D2BC-03C5-D6A6-C504-36E150C8FBE7}"/>
                </a:ext>
              </a:extLst>
            </p:cNvPr>
            <p:cNvCxnSpPr>
              <a:stCxn id="320" idx="7"/>
              <a:endCxn id="321" idx="2"/>
            </p:cNvCxnSpPr>
            <p:nvPr/>
          </p:nvCxnSpPr>
          <p:spPr>
            <a:xfrm rot="10800000" flipH="1">
              <a:off x="13154747" y="5328685"/>
              <a:ext cx="174300" cy="98400"/>
            </a:xfrm>
            <a:prstGeom prst="straightConnector1">
              <a:avLst/>
            </a:prstGeom>
            <a:noFill/>
            <a:ln w="9525" cap="flat" cmpd="sng">
              <a:solidFill>
                <a:srgbClr val="E4E4E3"/>
              </a:solidFill>
              <a:prstDash val="solid"/>
              <a:round/>
              <a:headEnd type="none" w="sm" len="sm"/>
              <a:tailEnd type="stealth" w="med" len="med"/>
            </a:ln>
          </p:spPr>
        </p:cxnSp>
        <p:sp>
          <p:nvSpPr>
            <p:cNvPr id="361" name="Google Shape;182;p1">
              <a:extLst>
                <a:ext uri="{FF2B5EF4-FFF2-40B4-BE49-F238E27FC236}">
                  <a16:creationId xmlns:a16="http://schemas.microsoft.com/office/drawing/2014/main" id="{07D65CB2-B5C3-2B83-797C-3E50046CCB54}"/>
                </a:ext>
              </a:extLst>
            </p:cNvPr>
            <p:cNvSpPr/>
            <p:nvPr/>
          </p:nvSpPr>
          <p:spPr>
            <a:xfrm>
              <a:off x="12128466" y="579843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362" name="Google Shape;193;p1">
              <a:extLst>
                <a:ext uri="{FF2B5EF4-FFF2-40B4-BE49-F238E27FC236}">
                  <a16:creationId xmlns:a16="http://schemas.microsoft.com/office/drawing/2014/main" id="{E29A1064-EFA5-B08A-C04D-235E9D6C6640}"/>
                </a:ext>
              </a:extLst>
            </p:cNvPr>
            <p:cNvCxnSpPr>
              <a:stCxn id="338" idx="6"/>
              <a:endCxn id="328" idx="2"/>
            </p:cNvCxnSpPr>
            <p:nvPr/>
          </p:nvCxnSpPr>
          <p:spPr>
            <a:xfrm>
              <a:off x="12002606" y="6583990"/>
              <a:ext cx="1258500" cy="148800"/>
            </a:xfrm>
            <a:prstGeom prst="straightConnector1">
              <a:avLst/>
            </a:prstGeom>
            <a:noFill/>
            <a:ln w="35850" cap="flat" cmpd="sng">
              <a:solidFill>
                <a:srgbClr val="E4E4E3"/>
              </a:solidFill>
              <a:prstDash val="solid"/>
              <a:round/>
              <a:headEnd type="stealth" w="med" len="med"/>
              <a:tailEnd type="none" w="sm" len="sm"/>
            </a:ln>
          </p:spPr>
        </p:cxnSp>
        <p:cxnSp>
          <p:nvCxnSpPr>
            <p:cNvPr id="363" name="Google Shape;194;p1">
              <a:extLst>
                <a:ext uri="{FF2B5EF4-FFF2-40B4-BE49-F238E27FC236}">
                  <a16:creationId xmlns:a16="http://schemas.microsoft.com/office/drawing/2014/main" id="{E69C1759-BB21-957C-D4FE-6D1AD0BAA405}"/>
                </a:ext>
              </a:extLst>
            </p:cNvPr>
            <p:cNvCxnSpPr>
              <a:stCxn id="329" idx="1"/>
              <a:endCxn id="332" idx="5"/>
            </p:cNvCxnSpPr>
            <p:nvPr/>
          </p:nvCxnSpPr>
          <p:spPr>
            <a:xfrm rot="10800000">
              <a:off x="11729045" y="5839432"/>
              <a:ext cx="1188600" cy="962700"/>
            </a:xfrm>
            <a:prstGeom prst="straightConnector1">
              <a:avLst/>
            </a:prstGeom>
            <a:noFill/>
            <a:ln w="9525" cap="flat" cmpd="sng">
              <a:solidFill>
                <a:srgbClr val="CCCCCC"/>
              </a:solidFill>
              <a:prstDash val="solid"/>
              <a:round/>
              <a:headEnd type="none" w="sm" len="sm"/>
              <a:tailEnd type="stealth" w="med" len="med"/>
            </a:ln>
          </p:spPr>
        </p:cxnSp>
        <p:cxnSp>
          <p:nvCxnSpPr>
            <p:cNvPr id="364" name="Google Shape;195;p1">
              <a:extLst>
                <a:ext uri="{FF2B5EF4-FFF2-40B4-BE49-F238E27FC236}">
                  <a16:creationId xmlns:a16="http://schemas.microsoft.com/office/drawing/2014/main" id="{BFF36A03-B254-6ED9-9F2E-E961192DCAC2}"/>
                </a:ext>
              </a:extLst>
            </p:cNvPr>
            <p:cNvCxnSpPr>
              <a:stCxn id="361" idx="3"/>
              <a:endCxn id="338" idx="7"/>
            </p:cNvCxnSpPr>
            <p:nvPr/>
          </p:nvCxnSpPr>
          <p:spPr>
            <a:xfrm flipH="1">
              <a:off x="11921428" y="5967439"/>
              <a:ext cx="235200" cy="415800"/>
            </a:xfrm>
            <a:prstGeom prst="straightConnector1">
              <a:avLst/>
            </a:prstGeom>
            <a:noFill/>
            <a:ln w="35850" cap="flat" cmpd="sng">
              <a:solidFill>
                <a:srgbClr val="E4E4E3"/>
              </a:solidFill>
              <a:prstDash val="solid"/>
              <a:round/>
              <a:headEnd type="none" w="sm" len="sm"/>
              <a:tailEnd type="stealth" w="med" len="med"/>
            </a:ln>
          </p:spPr>
        </p:cxnSp>
        <p:cxnSp>
          <p:nvCxnSpPr>
            <p:cNvPr id="366" name="Google Shape;197;p1">
              <a:extLst>
                <a:ext uri="{FF2B5EF4-FFF2-40B4-BE49-F238E27FC236}">
                  <a16:creationId xmlns:a16="http://schemas.microsoft.com/office/drawing/2014/main" id="{770322DD-E0AF-CC6D-0E29-4098D5AF1567}"/>
                </a:ext>
              </a:extLst>
            </p:cNvPr>
            <p:cNvCxnSpPr>
              <a:stCxn id="318" idx="6"/>
              <a:endCxn id="327" idx="2"/>
            </p:cNvCxnSpPr>
            <p:nvPr/>
          </p:nvCxnSpPr>
          <p:spPr>
            <a:xfrm>
              <a:off x="12430043" y="5649161"/>
              <a:ext cx="560700" cy="94200"/>
            </a:xfrm>
            <a:prstGeom prst="straightConnector1">
              <a:avLst/>
            </a:prstGeom>
            <a:noFill/>
            <a:ln w="9525" cap="flat" cmpd="sng">
              <a:solidFill>
                <a:srgbClr val="E4E4E3"/>
              </a:solidFill>
              <a:prstDash val="solid"/>
              <a:round/>
              <a:headEnd type="none" w="sm" len="sm"/>
              <a:tailEnd type="stealth" w="med" len="med"/>
            </a:ln>
          </p:spPr>
        </p:cxnSp>
      </p:grpSp>
      <p:grpSp>
        <p:nvGrpSpPr>
          <p:cNvPr id="32" name="Google Shape;156;p1">
            <a:extLst>
              <a:ext uri="{FF2B5EF4-FFF2-40B4-BE49-F238E27FC236}">
                <a16:creationId xmlns:a16="http://schemas.microsoft.com/office/drawing/2014/main" id="{E02C1D3B-4B49-4BFF-0B8A-E27E939DFB59}"/>
              </a:ext>
            </a:extLst>
          </p:cNvPr>
          <p:cNvGrpSpPr/>
          <p:nvPr/>
        </p:nvGrpSpPr>
        <p:grpSpPr>
          <a:xfrm>
            <a:off x="6353314" y="6523175"/>
            <a:ext cx="1361060" cy="803822"/>
            <a:chOff x="10592773" y="5229745"/>
            <a:chExt cx="3298954" cy="1741391"/>
          </a:xfrm>
        </p:grpSpPr>
        <p:sp>
          <p:nvSpPr>
            <p:cNvPr id="33" name="Google Shape;157;p1">
              <a:extLst>
                <a:ext uri="{FF2B5EF4-FFF2-40B4-BE49-F238E27FC236}">
                  <a16:creationId xmlns:a16="http://schemas.microsoft.com/office/drawing/2014/main" id="{838044DF-E872-61CD-ABCC-AA57E3E8F3AB}"/>
                </a:ext>
              </a:extLst>
            </p:cNvPr>
            <p:cNvSpPr/>
            <p:nvPr/>
          </p:nvSpPr>
          <p:spPr>
            <a:xfrm>
              <a:off x="12237743" y="5550161"/>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5" name="Google Shape;158;p1">
              <a:extLst>
                <a:ext uri="{FF2B5EF4-FFF2-40B4-BE49-F238E27FC236}">
                  <a16:creationId xmlns:a16="http://schemas.microsoft.com/office/drawing/2014/main" id="{185FDA41-F1B5-C532-2452-84116C33923F}"/>
                </a:ext>
              </a:extLst>
            </p:cNvPr>
            <p:cNvSpPr/>
            <p:nvPr/>
          </p:nvSpPr>
          <p:spPr>
            <a:xfrm>
              <a:off x="12990609" y="5398089"/>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6" name="Google Shape;159;p1">
              <a:extLst>
                <a:ext uri="{FF2B5EF4-FFF2-40B4-BE49-F238E27FC236}">
                  <a16:creationId xmlns:a16="http://schemas.microsoft.com/office/drawing/2014/main" id="{94F5F134-EA23-2795-2FF4-1E9CA44AF7B0}"/>
                </a:ext>
              </a:extLst>
            </p:cNvPr>
            <p:cNvSpPr/>
            <p:nvPr/>
          </p:nvSpPr>
          <p:spPr>
            <a:xfrm>
              <a:off x="13329043" y="522974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7" name="Google Shape;160;p1">
              <a:extLst>
                <a:ext uri="{FF2B5EF4-FFF2-40B4-BE49-F238E27FC236}">
                  <a16:creationId xmlns:a16="http://schemas.microsoft.com/office/drawing/2014/main" id="{AABFF34B-C210-10EF-7BD7-7CFA897A658B}"/>
                </a:ext>
              </a:extLst>
            </p:cNvPr>
            <p:cNvSpPr/>
            <p:nvPr/>
          </p:nvSpPr>
          <p:spPr>
            <a:xfrm>
              <a:off x="13317282" y="5522084"/>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8" name="Google Shape;161;p1">
              <a:extLst>
                <a:ext uri="{FF2B5EF4-FFF2-40B4-BE49-F238E27FC236}">
                  <a16:creationId xmlns:a16="http://schemas.microsoft.com/office/drawing/2014/main" id="{489A3365-6ACE-8690-1ADF-60D6DE4A9273}"/>
                </a:ext>
              </a:extLst>
            </p:cNvPr>
            <p:cNvSpPr/>
            <p:nvPr/>
          </p:nvSpPr>
          <p:spPr>
            <a:xfrm>
              <a:off x="13699427" y="5306906"/>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9" name="Google Shape;162;p1">
              <a:extLst>
                <a:ext uri="{FF2B5EF4-FFF2-40B4-BE49-F238E27FC236}">
                  <a16:creationId xmlns:a16="http://schemas.microsoft.com/office/drawing/2014/main" id="{5505DEBD-D3EE-537E-F240-A25F46EBD9B7}"/>
                </a:ext>
              </a:extLst>
            </p:cNvPr>
            <p:cNvSpPr/>
            <p:nvPr/>
          </p:nvSpPr>
          <p:spPr>
            <a:xfrm>
              <a:off x="12990598" y="5644267"/>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40" name="Google Shape;163;p1">
              <a:extLst>
                <a:ext uri="{FF2B5EF4-FFF2-40B4-BE49-F238E27FC236}">
                  <a16:creationId xmlns:a16="http://schemas.microsoft.com/office/drawing/2014/main" id="{46536EE8-B42C-7B3E-84B9-3AF7248ADF91}"/>
                </a:ext>
              </a:extLst>
            </p:cNvPr>
            <p:cNvSpPr/>
            <p:nvPr/>
          </p:nvSpPr>
          <p:spPr>
            <a:xfrm>
              <a:off x="13261106" y="6564434"/>
              <a:ext cx="328200" cy="336900"/>
            </a:xfrm>
            <a:prstGeom prst="ellipse">
              <a:avLst/>
            </a:prstGeom>
            <a:solidFill>
              <a:schemeClr val="tx1">
                <a:lumMod val="20000"/>
                <a:lumOff val="80000"/>
              </a:schemeClr>
            </a:solidFill>
            <a:ln w="9525" cap="flat" cmpd="sng">
              <a:solidFill>
                <a:schemeClr val="tx1">
                  <a:lumMod val="20000"/>
                  <a:lumOff val="8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44" name="Google Shape;164;p1">
              <a:extLst>
                <a:ext uri="{FF2B5EF4-FFF2-40B4-BE49-F238E27FC236}">
                  <a16:creationId xmlns:a16="http://schemas.microsoft.com/office/drawing/2014/main" id="{CE47E98E-1867-491F-3C53-69AF12E150C5}"/>
                </a:ext>
              </a:extLst>
            </p:cNvPr>
            <p:cNvSpPr/>
            <p:nvPr/>
          </p:nvSpPr>
          <p:spPr>
            <a:xfrm>
              <a:off x="12889483" y="6773136"/>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45" name="Google Shape;165;p1">
              <a:extLst>
                <a:ext uri="{FF2B5EF4-FFF2-40B4-BE49-F238E27FC236}">
                  <a16:creationId xmlns:a16="http://schemas.microsoft.com/office/drawing/2014/main" id="{95E495AA-029A-3E12-F50E-58ECF99BCB7B}"/>
                </a:ext>
              </a:extLst>
            </p:cNvPr>
            <p:cNvSpPr/>
            <p:nvPr/>
          </p:nvSpPr>
          <p:spPr>
            <a:xfrm>
              <a:off x="13324166" y="6099152"/>
              <a:ext cx="192300" cy="198000"/>
            </a:xfrm>
            <a:prstGeom prst="ellipse">
              <a:avLst/>
            </a:prstGeom>
            <a:solidFill>
              <a:schemeClr val="tx1">
                <a:lumMod val="20000"/>
                <a:lumOff val="80000"/>
              </a:schemeClr>
            </a:solidFill>
            <a:ln w="9525" cap="flat" cmpd="sng">
              <a:solidFill>
                <a:schemeClr val="tx1">
                  <a:lumMod val="20000"/>
                  <a:lumOff val="8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46" name="Google Shape;166;p1">
              <a:extLst>
                <a:ext uri="{FF2B5EF4-FFF2-40B4-BE49-F238E27FC236}">
                  <a16:creationId xmlns:a16="http://schemas.microsoft.com/office/drawing/2014/main" id="{8922EBDB-EED9-850F-F4D0-FFC508AEF972}"/>
                </a:ext>
              </a:extLst>
            </p:cNvPr>
            <p:cNvSpPr/>
            <p:nvPr/>
          </p:nvSpPr>
          <p:spPr>
            <a:xfrm>
              <a:off x="11468140" y="5576165"/>
              <a:ext cx="305700" cy="308400"/>
            </a:xfrm>
            <a:prstGeom prst="ellipse">
              <a:avLst/>
            </a:prstGeom>
            <a:solidFill>
              <a:schemeClr val="bg2">
                <a:lumMod val="10000"/>
              </a:schemeClr>
            </a:solidFill>
            <a:ln w="179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47" name="Google Shape;167;p1">
              <a:extLst>
                <a:ext uri="{FF2B5EF4-FFF2-40B4-BE49-F238E27FC236}">
                  <a16:creationId xmlns:a16="http://schemas.microsoft.com/office/drawing/2014/main" id="{52C4E47F-499F-06AB-7B10-BF0A0875E355}"/>
                </a:ext>
              </a:extLst>
            </p:cNvPr>
            <p:cNvSpPr/>
            <p:nvPr/>
          </p:nvSpPr>
          <p:spPr>
            <a:xfrm>
              <a:off x="10719482" y="592538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49" name="Google Shape;168;p1">
              <a:extLst>
                <a:ext uri="{FF2B5EF4-FFF2-40B4-BE49-F238E27FC236}">
                  <a16:creationId xmlns:a16="http://schemas.microsoft.com/office/drawing/2014/main" id="{ED93E931-2E42-DC31-A0B4-C3F3BDF7E853}"/>
                </a:ext>
              </a:extLst>
            </p:cNvPr>
            <p:cNvSpPr/>
            <p:nvPr/>
          </p:nvSpPr>
          <p:spPr>
            <a:xfrm>
              <a:off x="11061232" y="5405652"/>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50" name="Google Shape;169;p1">
              <a:extLst>
                <a:ext uri="{FF2B5EF4-FFF2-40B4-BE49-F238E27FC236}">
                  <a16:creationId xmlns:a16="http://schemas.microsoft.com/office/drawing/2014/main" id="{C281910D-AD2C-8350-E2F7-5CED95133677}"/>
                </a:ext>
              </a:extLst>
            </p:cNvPr>
            <p:cNvSpPr/>
            <p:nvPr/>
          </p:nvSpPr>
          <p:spPr>
            <a:xfrm>
              <a:off x="10592773" y="6139937"/>
              <a:ext cx="274500" cy="276300"/>
            </a:xfrm>
            <a:prstGeom prst="ellipse">
              <a:avLst/>
            </a:prstGeom>
            <a:solidFill>
              <a:schemeClr val="tx1">
                <a:lumMod val="20000"/>
                <a:lumOff val="80000"/>
              </a:schemeClr>
            </a:solidFill>
            <a:ln w="9525" cap="flat" cmpd="sng">
              <a:solidFill>
                <a:schemeClr val="tx1">
                  <a:lumMod val="20000"/>
                  <a:lumOff val="8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51" name="Google Shape;170;p1">
              <a:extLst>
                <a:ext uri="{FF2B5EF4-FFF2-40B4-BE49-F238E27FC236}">
                  <a16:creationId xmlns:a16="http://schemas.microsoft.com/office/drawing/2014/main" id="{30071C37-1949-58B7-9255-DCA9CA1621E7}"/>
                </a:ext>
              </a:extLst>
            </p:cNvPr>
            <p:cNvSpPr/>
            <p:nvPr/>
          </p:nvSpPr>
          <p:spPr>
            <a:xfrm>
              <a:off x="11037864" y="6333062"/>
              <a:ext cx="192300" cy="198000"/>
            </a:xfrm>
            <a:prstGeom prst="ellipse">
              <a:avLst/>
            </a:prstGeom>
            <a:solidFill>
              <a:srgbClr val="D9D9D9"/>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52" name="Google Shape;171;p1">
              <a:extLst>
                <a:ext uri="{FF2B5EF4-FFF2-40B4-BE49-F238E27FC236}">
                  <a16:creationId xmlns:a16="http://schemas.microsoft.com/office/drawing/2014/main" id="{6B197286-A728-F7DA-4C89-504638F46AC8}"/>
                </a:ext>
              </a:extLst>
            </p:cNvPr>
            <p:cNvSpPr/>
            <p:nvPr/>
          </p:nvSpPr>
          <p:spPr>
            <a:xfrm>
              <a:off x="11449106" y="6300040"/>
              <a:ext cx="553500" cy="567900"/>
            </a:xfrm>
            <a:prstGeom prst="ellipse">
              <a:avLst/>
            </a:prstGeom>
            <a:solidFill>
              <a:schemeClr val="tx1">
                <a:lumMod val="20000"/>
                <a:lumOff val="80000"/>
              </a:schemeClr>
            </a:solidFill>
            <a:ln w="26900" cap="flat" cmpd="sng">
              <a:solidFill>
                <a:schemeClr val="tx1">
                  <a:lumMod val="20000"/>
                  <a:lumOff val="8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54" name="Google Shape;172;p1">
              <a:extLst>
                <a:ext uri="{FF2B5EF4-FFF2-40B4-BE49-F238E27FC236}">
                  <a16:creationId xmlns:a16="http://schemas.microsoft.com/office/drawing/2014/main" id="{7E862966-E38A-E9D4-12BF-9DFFCCDE7F7B}"/>
                </a:ext>
              </a:extLst>
            </p:cNvPr>
            <p:cNvCxnSpPr>
              <a:cxnSpLocks/>
              <a:stCxn id="33" idx="2"/>
              <a:endCxn id="46" idx="6"/>
            </p:cNvCxnSpPr>
            <p:nvPr/>
          </p:nvCxnSpPr>
          <p:spPr>
            <a:xfrm flipH="1">
              <a:off x="11773943" y="5649161"/>
              <a:ext cx="463800" cy="81300"/>
            </a:xfrm>
            <a:prstGeom prst="straightConnector1">
              <a:avLst/>
            </a:prstGeom>
            <a:noFill/>
            <a:ln w="9525" cap="flat" cmpd="sng">
              <a:solidFill>
                <a:schemeClr val="bg2">
                  <a:lumMod val="10000"/>
                </a:schemeClr>
              </a:solidFill>
              <a:prstDash val="solid"/>
              <a:round/>
              <a:headEnd type="none" w="sm" len="sm"/>
              <a:tailEnd type="stealth" w="med" len="med"/>
            </a:ln>
          </p:spPr>
        </p:cxnSp>
        <p:cxnSp>
          <p:nvCxnSpPr>
            <p:cNvPr id="55" name="Google Shape;173;p1">
              <a:extLst>
                <a:ext uri="{FF2B5EF4-FFF2-40B4-BE49-F238E27FC236}">
                  <a16:creationId xmlns:a16="http://schemas.microsoft.com/office/drawing/2014/main" id="{1A736188-ED75-3806-EED7-A989CCDA5495}"/>
                </a:ext>
              </a:extLst>
            </p:cNvPr>
            <p:cNvCxnSpPr>
              <a:stCxn id="46" idx="2"/>
              <a:endCxn id="452" idx="6"/>
            </p:cNvCxnSpPr>
            <p:nvPr/>
          </p:nvCxnSpPr>
          <p:spPr>
            <a:xfrm flipH="1">
              <a:off x="11113540" y="5730365"/>
              <a:ext cx="354600" cy="30600"/>
            </a:xfrm>
            <a:prstGeom prst="straightConnector1">
              <a:avLst/>
            </a:prstGeom>
            <a:noFill/>
            <a:ln w="9525" cap="flat" cmpd="sng">
              <a:solidFill>
                <a:schemeClr val="bg2">
                  <a:lumMod val="10000"/>
                </a:schemeClr>
              </a:solidFill>
              <a:prstDash val="solid"/>
              <a:round/>
              <a:headEnd type="none" w="sm" len="sm"/>
              <a:tailEnd type="stealth" w="med" len="med"/>
            </a:ln>
          </p:spPr>
        </p:cxnSp>
        <p:cxnSp>
          <p:nvCxnSpPr>
            <p:cNvPr id="57" name="Google Shape;175;p1">
              <a:extLst>
                <a:ext uri="{FF2B5EF4-FFF2-40B4-BE49-F238E27FC236}">
                  <a16:creationId xmlns:a16="http://schemas.microsoft.com/office/drawing/2014/main" id="{F89C0926-4BB0-92AF-0AF5-09C1BA65AE1A}"/>
                </a:ext>
              </a:extLst>
            </p:cNvPr>
            <p:cNvCxnSpPr>
              <a:stCxn id="52" idx="1"/>
              <a:endCxn id="448" idx="5"/>
            </p:cNvCxnSpPr>
            <p:nvPr/>
          </p:nvCxnSpPr>
          <p:spPr>
            <a:xfrm rot="10800000">
              <a:off x="11390064" y="6170507"/>
              <a:ext cx="140100" cy="212700"/>
            </a:xfrm>
            <a:prstGeom prst="straightConnector1">
              <a:avLst/>
            </a:prstGeom>
            <a:noFill/>
            <a:ln w="9525" cap="flat" cmpd="sng">
              <a:solidFill>
                <a:srgbClr val="CCCCCC"/>
              </a:solidFill>
              <a:prstDash val="solid"/>
              <a:round/>
              <a:headEnd type="none" w="sm" len="sm"/>
              <a:tailEnd type="stealth" w="med" len="med"/>
            </a:ln>
          </p:spPr>
        </p:cxnSp>
        <p:cxnSp>
          <p:nvCxnSpPr>
            <p:cNvPr id="58" name="Google Shape;177;p1">
              <a:extLst>
                <a:ext uri="{FF2B5EF4-FFF2-40B4-BE49-F238E27FC236}">
                  <a16:creationId xmlns:a16="http://schemas.microsoft.com/office/drawing/2014/main" id="{5D950092-19C2-7459-BB15-72255439AFE1}"/>
                </a:ext>
              </a:extLst>
            </p:cNvPr>
            <p:cNvCxnSpPr>
              <a:stCxn id="52" idx="2"/>
              <a:endCxn id="51" idx="5"/>
            </p:cNvCxnSpPr>
            <p:nvPr/>
          </p:nvCxnSpPr>
          <p:spPr>
            <a:xfrm rot="10800000">
              <a:off x="11201906" y="6502090"/>
              <a:ext cx="247200" cy="81900"/>
            </a:xfrm>
            <a:prstGeom prst="straightConnector1">
              <a:avLst/>
            </a:prstGeom>
            <a:noFill/>
            <a:ln w="9525" cap="flat" cmpd="sng">
              <a:solidFill>
                <a:srgbClr val="CCCCCC"/>
              </a:solidFill>
              <a:prstDash val="solid"/>
              <a:round/>
              <a:headEnd type="none" w="sm" len="sm"/>
              <a:tailEnd type="stealth" w="med" len="med"/>
            </a:ln>
          </p:spPr>
        </p:cxnSp>
        <p:cxnSp>
          <p:nvCxnSpPr>
            <p:cNvPr id="59" name="Google Shape;178;p1">
              <a:extLst>
                <a:ext uri="{FF2B5EF4-FFF2-40B4-BE49-F238E27FC236}">
                  <a16:creationId xmlns:a16="http://schemas.microsoft.com/office/drawing/2014/main" id="{A6FE2C2F-EDB9-2E91-3974-1A96E29E29A0}"/>
                </a:ext>
              </a:extLst>
            </p:cNvPr>
            <p:cNvCxnSpPr>
              <a:stCxn id="51" idx="2"/>
              <a:endCxn id="50" idx="6"/>
            </p:cNvCxnSpPr>
            <p:nvPr/>
          </p:nvCxnSpPr>
          <p:spPr>
            <a:xfrm rot="10800000">
              <a:off x="10867164" y="6278162"/>
              <a:ext cx="170700" cy="153900"/>
            </a:xfrm>
            <a:prstGeom prst="straightConnector1">
              <a:avLst/>
            </a:prstGeom>
            <a:noFill/>
            <a:ln w="9525" cap="flat" cmpd="sng">
              <a:solidFill>
                <a:schemeClr val="tx1">
                  <a:lumMod val="20000"/>
                  <a:lumOff val="80000"/>
                </a:schemeClr>
              </a:solidFill>
              <a:prstDash val="solid"/>
              <a:round/>
              <a:headEnd type="none" w="sm" len="sm"/>
              <a:tailEnd type="stealth" w="med" len="med"/>
            </a:ln>
          </p:spPr>
        </p:cxnSp>
        <p:cxnSp>
          <p:nvCxnSpPr>
            <p:cNvPr id="60" name="Google Shape;179;p1">
              <a:extLst>
                <a:ext uri="{FF2B5EF4-FFF2-40B4-BE49-F238E27FC236}">
                  <a16:creationId xmlns:a16="http://schemas.microsoft.com/office/drawing/2014/main" id="{D5D3AEF9-5B8C-9532-014E-4708A1D2AE88}"/>
                </a:ext>
              </a:extLst>
            </p:cNvPr>
            <p:cNvCxnSpPr>
              <a:stCxn id="448" idx="2"/>
              <a:endCxn id="47" idx="5"/>
            </p:cNvCxnSpPr>
            <p:nvPr/>
          </p:nvCxnSpPr>
          <p:spPr>
            <a:xfrm rot="10800000">
              <a:off x="10883737" y="6094319"/>
              <a:ext cx="342300" cy="6300"/>
            </a:xfrm>
            <a:prstGeom prst="straightConnector1">
              <a:avLst/>
            </a:prstGeom>
            <a:noFill/>
            <a:ln w="9525" cap="flat" cmpd="sng">
              <a:solidFill>
                <a:srgbClr val="CCCCCC"/>
              </a:solidFill>
              <a:prstDash val="solid"/>
              <a:round/>
              <a:headEnd type="none" w="sm" len="sm"/>
              <a:tailEnd type="stealth" w="med" len="med"/>
            </a:ln>
          </p:spPr>
        </p:cxnSp>
        <p:cxnSp>
          <p:nvCxnSpPr>
            <p:cNvPr id="61" name="Google Shape;180;p1">
              <a:extLst>
                <a:ext uri="{FF2B5EF4-FFF2-40B4-BE49-F238E27FC236}">
                  <a16:creationId xmlns:a16="http://schemas.microsoft.com/office/drawing/2014/main" id="{8A3DA2A4-5C8E-A1C0-7034-476C289FE92F}"/>
                </a:ext>
              </a:extLst>
            </p:cNvPr>
            <p:cNvCxnSpPr>
              <a:stCxn id="46" idx="1"/>
              <a:endCxn id="49" idx="5"/>
            </p:cNvCxnSpPr>
            <p:nvPr/>
          </p:nvCxnSpPr>
          <p:spPr>
            <a:xfrm rot="10800000">
              <a:off x="11225509" y="5574529"/>
              <a:ext cx="287400" cy="46800"/>
            </a:xfrm>
            <a:prstGeom prst="straightConnector1">
              <a:avLst/>
            </a:prstGeom>
            <a:noFill/>
            <a:ln w="9525" cap="flat" cmpd="sng">
              <a:solidFill>
                <a:srgbClr val="CCCCCC"/>
              </a:solidFill>
              <a:prstDash val="solid"/>
              <a:round/>
              <a:headEnd type="none" w="sm" len="sm"/>
              <a:tailEnd type="stealth" w="med" len="med"/>
            </a:ln>
          </p:spPr>
        </p:cxnSp>
        <p:cxnSp>
          <p:nvCxnSpPr>
            <p:cNvPr id="62" name="Google Shape;181;p1">
              <a:extLst>
                <a:ext uri="{FF2B5EF4-FFF2-40B4-BE49-F238E27FC236}">
                  <a16:creationId xmlns:a16="http://schemas.microsoft.com/office/drawing/2014/main" id="{A2C1242B-5BB0-A3C3-B597-15340707F1F3}"/>
                </a:ext>
              </a:extLst>
            </p:cNvPr>
            <p:cNvCxnSpPr>
              <a:stCxn id="466" idx="2"/>
              <a:endCxn id="448" idx="6"/>
            </p:cNvCxnSpPr>
            <p:nvPr/>
          </p:nvCxnSpPr>
          <p:spPr>
            <a:xfrm flipH="1">
              <a:off x="11418366" y="5897435"/>
              <a:ext cx="710100" cy="203100"/>
            </a:xfrm>
            <a:prstGeom prst="straightConnector1">
              <a:avLst/>
            </a:prstGeom>
            <a:noFill/>
            <a:ln w="9525" cap="flat" cmpd="sng">
              <a:solidFill>
                <a:srgbClr val="CCCCCC"/>
              </a:solidFill>
              <a:prstDash val="solid"/>
              <a:round/>
              <a:headEnd type="none" w="sm" len="sm"/>
              <a:tailEnd type="stealth" w="med" len="med"/>
            </a:ln>
          </p:spPr>
        </p:cxnSp>
        <p:cxnSp>
          <p:nvCxnSpPr>
            <p:cNvPr id="63" name="Google Shape;183;p1">
              <a:extLst>
                <a:ext uri="{FF2B5EF4-FFF2-40B4-BE49-F238E27FC236}">
                  <a16:creationId xmlns:a16="http://schemas.microsoft.com/office/drawing/2014/main" id="{7DC538CA-1F5D-9C26-8696-819B793F82D4}"/>
                </a:ext>
              </a:extLst>
            </p:cNvPr>
            <p:cNvCxnSpPr>
              <a:stCxn id="466" idx="2"/>
              <a:endCxn id="47" idx="6"/>
            </p:cNvCxnSpPr>
            <p:nvPr/>
          </p:nvCxnSpPr>
          <p:spPr>
            <a:xfrm flipH="1">
              <a:off x="10911666" y="5897435"/>
              <a:ext cx="1216800" cy="126900"/>
            </a:xfrm>
            <a:prstGeom prst="straightConnector1">
              <a:avLst/>
            </a:prstGeom>
            <a:noFill/>
            <a:ln w="9525" cap="flat" cmpd="sng">
              <a:solidFill>
                <a:srgbClr val="CCCCCC"/>
              </a:solidFill>
              <a:prstDash val="solid"/>
              <a:round/>
              <a:headEnd type="none" w="sm" len="sm"/>
              <a:tailEnd type="stealth" w="med" len="med"/>
            </a:ln>
          </p:spPr>
        </p:cxnSp>
        <p:sp>
          <p:nvSpPr>
            <p:cNvPr id="448" name="Google Shape;176;p1">
              <a:extLst>
                <a:ext uri="{FF2B5EF4-FFF2-40B4-BE49-F238E27FC236}">
                  <a16:creationId xmlns:a16="http://schemas.microsoft.com/office/drawing/2014/main" id="{2B4B2FA0-8694-E838-A085-FB2620D93B47}"/>
                </a:ext>
              </a:extLst>
            </p:cNvPr>
            <p:cNvSpPr/>
            <p:nvPr/>
          </p:nvSpPr>
          <p:spPr>
            <a:xfrm>
              <a:off x="11226037" y="6001619"/>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449" name="Google Shape;184;p1">
              <a:extLst>
                <a:ext uri="{FF2B5EF4-FFF2-40B4-BE49-F238E27FC236}">
                  <a16:creationId xmlns:a16="http://schemas.microsoft.com/office/drawing/2014/main" id="{90ACDA83-DA3F-DF2D-7009-D2D2662FBDC9}"/>
                </a:ext>
              </a:extLst>
            </p:cNvPr>
            <p:cNvCxnSpPr>
              <a:stCxn id="33" idx="2"/>
              <a:endCxn id="51" idx="7"/>
            </p:cNvCxnSpPr>
            <p:nvPr/>
          </p:nvCxnSpPr>
          <p:spPr>
            <a:xfrm flipH="1">
              <a:off x="11202143" y="5649161"/>
              <a:ext cx="1035600" cy="712800"/>
            </a:xfrm>
            <a:prstGeom prst="straightConnector1">
              <a:avLst/>
            </a:prstGeom>
            <a:noFill/>
            <a:ln w="9525" cap="flat" cmpd="sng">
              <a:solidFill>
                <a:srgbClr val="CCCCCC"/>
              </a:solidFill>
              <a:prstDash val="solid"/>
              <a:round/>
              <a:headEnd type="none" w="sm" len="sm"/>
              <a:tailEnd type="stealth" w="med" len="med"/>
            </a:ln>
          </p:spPr>
        </p:cxnSp>
        <p:cxnSp>
          <p:nvCxnSpPr>
            <p:cNvPr id="450" name="Google Shape;185;p1">
              <a:extLst>
                <a:ext uri="{FF2B5EF4-FFF2-40B4-BE49-F238E27FC236}">
                  <a16:creationId xmlns:a16="http://schemas.microsoft.com/office/drawing/2014/main" id="{B4A79DD3-4581-00E4-C50C-D797247A7392}"/>
                </a:ext>
              </a:extLst>
            </p:cNvPr>
            <p:cNvCxnSpPr>
              <a:stCxn id="33" idx="5"/>
              <a:endCxn id="40" idx="1"/>
            </p:cNvCxnSpPr>
            <p:nvPr/>
          </p:nvCxnSpPr>
          <p:spPr>
            <a:xfrm>
              <a:off x="12401881" y="5719165"/>
              <a:ext cx="907200" cy="894600"/>
            </a:xfrm>
            <a:prstGeom prst="straightConnector1">
              <a:avLst/>
            </a:prstGeom>
            <a:noFill/>
            <a:ln w="17925" cap="flat" cmpd="sng">
              <a:solidFill>
                <a:srgbClr val="D9D9D9"/>
              </a:solidFill>
              <a:prstDash val="solid"/>
              <a:round/>
              <a:headEnd type="none" w="sm" len="sm"/>
              <a:tailEnd type="stealth" w="med" len="med"/>
            </a:ln>
          </p:spPr>
        </p:cxnSp>
        <p:sp>
          <p:nvSpPr>
            <p:cNvPr id="452" name="Google Shape;174;p1">
              <a:extLst>
                <a:ext uri="{FF2B5EF4-FFF2-40B4-BE49-F238E27FC236}">
                  <a16:creationId xmlns:a16="http://schemas.microsoft.com/office/drawing/2014/main" id="{BAF7D5CB-CA6E-B101-C81F-C07C2E67BE9A}"/>
                </a:ext>
              </a:extLst>
            </p:cNvPr>
            <p:cNvSpPr/>
            <p:nvPr/>
          </p:nvSpPr>
          <p:spPr>
            <a:xfrm>
              <a:off x="10921235" y="5662025"/>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453" name="Google Shape;186;p1">
              <a:extLst>
                <a:ext uri="{FF2B5EF4-FFF2-40B4-BE49-F238E27FC236}">
                  <a16:creationId xmlns:a16="http://schemas.microsoft.com/office/drawing/2014/main" id="{6099846A-25B3-8994-0D55-4CAA1C863E7F}"/>
                </a:ext>
              </a:extLst>
            </p:cNvPr>
            <p:cNvCxnSpPr>
              <a:stCxn id="466" idx="2"/>
              <a:endCxn id="51" idx="6"/>
            </p:cNvCxnSpPr>
            <p:nvPr/>
          </p:nvCxnSpPr>
          <p:spPr>
            <a:xfrm flipH="1">
              <a:off x="11230266" y="5897435"/>
              <a:ext cx="898200" cy="534600"/>
            </a:xfrm>
            <a:prstGeom prst="straightConnector1">
              <a:avLst/>
            </a:prstGeom>
            <a:noFill/>
            <a:ln w="9525" cap="flat" cmpd="sng">
              <a:solidFill>
                <a:srgbClr val="CCCCCC"/>
              </a:solidFill>
              <a:prstDash val="solid"/>
              <a:round/>
              <a:headEnd type="none" w="sm" len="sm"/>
              <a:tailEnd type="stealth" w="med" len="med"/>
            </a:ln>
          </p:spPr>
        </p:cxnSp>
        <p:cxnSp>
          <p:nvCxnSpPr>
            <p:cNvPr id="456" name="Google Shape;187;p1">
              <a:extLst>
                <a:ext uri="{FF2B5EF4-FFF2-40B4-BE49-F238E27FC236}">
                  <a16:creationId xmlns:a16="http://schemas.microsoft.com/office/drawing/2014/main" id="{D97AABDB-DCA2-1D5A-1C93-097AC7AE2E40}"/>
                </a:ext>
              </a:extLst>
            </p:cNvPr>
            <p:cNvCxnSpPr>
              <a:stCxn id="461" idx="6"/>
              <a:endCxn id="39" idx="2"/>
            </p:cNvCxnSpPr>
            <p:nvPr/>
          </p:nvCxnSpPr>
          <p:spPr>
            <a:xfrm rot="10800000" flipH="1">
              <a:off x="12553633" y="5743151"/>
              <a:ext cx="437100" cy="199800"/>
            </a:xfrm>
            <a:prstGeom prst="straightConnector1">
              <a:avLst/>
            </a:prstGeom>
            <a:noFill/>
            <a:ln w="9525" cap="flat" cmpd="sng">
              <a:solidFill>
                <a:schemeClr val="bg2">
                  <a:lumMod val="10000"/>
                </a:schemeClr>
              </a:solidFill>
              <a:prstDash val="solid"/>
              <a:round/>
              <a:headEnd type="none" w="sm" len="sm"/>
              <a:tailEnd type="stealth" w="med" len="med"/>
            </a:ln>
          </p:spPr>
        </p:cxnSp>
        <p:cxnSp>
          <p:nvCxnSpPr>
            <p:cNvPr id="457" name="Google Shape;189;p1">
              <a:extLst>
                <a:ext uri="{FF2B5EF4-FFF2-40B4-BE49-F238E27FC236}">
                  <a16:creationId xmlns:a16="http://schemas.microsoft.com/office/drawing/2014/main" id="{B7D58AA5-BDDF-C211-E880-C52236C7E5E9}"/>
                </a:ext>
              </a:extLst>
            </p:cNvPr>
            <p:cNvCxnSpPr>
              <a:stCxn id="39" idx="7"/>
              <a:endCxn id="37" idx="2"/>
            </p:cNvCxnSpPr>
            <p:nvPr/>
          </p:nvCxnSpPr>
          <p:spPr>
            <a:xfrm rot="10800000" flipH="1">
              <a:off x="13154736" y="5621063"/>
              <a:ext cx="162600" cy="52200"/>
            </a:xfrm>
            <a:prstGeom prst="straightConnector1">
              <a:avLst/>
            </a:prstGeom>
            <a:noFill/>
            <a:ln w="9525" cap="flat" cmpd="sng">
              <a:solidFill>
                <a:srgbClr val="E4E4E3"/>
              </a:solidFill>
              <a:prstDash val="solid"/>
              <a:round/>
              <a:headEnd type="none" w="sm" len="sm"/>
              <a:tailEnd type="stealth" w="med" len="med"/>
            </a:ln>
          </p:spPr>
        </p:cxnSp>
        <p:cxnSp>
          <p:nvCxnSpPr>
            <p:cNvPr id="458" name="Google Shape;190;p1">
              <a:extLst>
                <a:ext uri="{FF2B5EF4-FFF2-40B4-BE49-F238E27FC236}">
                  <a16:creationId xmlns:a16="http://schemas.microsoft.com/office/drawing/2014/main" id="{684F92D2-F39F-2ABC-0C0F-7E57B38D7A2A}"/>
                </a:ext>
              </a:extLst>
            </p:cNvPr>
            <p:cNvCxnSpPr>
              <a:stCxn id="37" idx="6"/>
              <a:endCxn id="38" idx="2"/>
            </p:cNvCxnSpPr>
            <p:nvPr/>
          </p:nvCxnSpPr>
          <p:spPr>
            <a:xfrm rot="10800000" flipH="1">
              <a:off x="13509582" y="5405984"/>
              <a:ext cx="189900" cy="215100"/>
            </a:xfrm>
            <a:prstGeom prst="straightConnector1">
              <a:avLst/>
            </a:prstGeom>
            <a:noFill/>
            <a:ln w="9525" cap="flat" cmpd="sng">
              <a:solidFill>
                <a:srgbClr val="E4E4E3"/>
              </a:solidFill>
              <a:prstDash val="solid"/>
              <a:round/>
              <a:headEnd type="none" w="sm" len="sm"/>
              <a:tailEnd type="stealth" w="med" len="med"/>
            </a:ln>
          </p:spPr>
        </p:cxnSp>
        <p:cxnSp>
          <p:nvCxnSpPr>
            <p:cNvPr id="459" name="Google Shape;191;p1">
              <a:extLst>
                <a:ext uri="{FF2B5EF4-FFF2-40B4-BE49-F238E27FC236}">
                  <a16:creationId xmlns:a16="http://schemas.microsoft.com/office/drawing/2014/main" id="{44FB17A6-E17E-38F5-686D-27434E85AE73}"/>
                </a:ext>
              </a:extLst>
            </p:cNvPr>
            <p:cNvCxnSpPr>
              <a:stCxn id="33" idx="6"/>
              <a:endCxn id="35" idx="2"/>
            </p:cNvCxnSpPr>
            <p:nvPr/>
          </p:nvCxnSpPr>
          <p:spPr>
            <a:xfrm rot="10800000" flipH="1">
              <a:off x="12430043" y="5497061"/>
              <a:ext cx="560700" cy="152100"/>
            </a:xfrm>
            <a:prstGeom prst="straightConnector1">
              <a:avLst/>
            </a:prstGeom>
            <a:noFill/>
            <a:ln w="9525" cap="flat" cmpd="sng">
              <a:solidFill>
                <a:srgbClr val="E4E4E3"/>
              </a:solidFill>
              <a:prstDash val="solid"/>
              <a:round/>
              <a:headEnd type="none" w="sm" len="sm"/>
              <a:tailEnd type="stealth" w="med" len="med"/>
            </a:ln>
          </p:spPr>
        </p:cxnSp>
        <p:sp>
          <p:nvSpPr>
            <p:cNvPr id="461" name="Google Shape;188;p1">
              <a:extLst>
                <a:ext uri="{FF2B5EF4-FFF2-40B4-BE49-F238E27FC236}">
                  <a16:creationId xmlns:a16="http://schemas.microsoft.com/office/drawing/2014/main" id="{D2FC1432-FEF5-FE7F-1AEF-69583321CF1E}"/>
                </a:ext>
              </a:extLst>
            </p:cNvPr>
            <p:cNvSpPr/>
            <p:nvPr/>
          </p:nvSpPr>
          <p:spPr>
            <a:xfrm>
              <a:off x="12361333" y="5843951"/>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465" name="Google Shape;192;p1">
              <a:extLst>
                <a:ext uri="{FF2B5EF4-FFF2-40B4-BE49-F238E27FC236}">
                  <a16:creationId xmlns:a16="http://schemas.microsoft.com/office/drawing/2014/main" id="{F20A5DBE-EDE0-D5B3-7D7B-643E19884EDF}"/>
                </a:ext>
              </a:extLst>
            </p:cNvPr>
            <p:cNvCxnSpPr>
              <a:stCxn id="35" idx="7"/>
              <a:endCxn id="36" idx="2"/>
            </p:cNvCxnSpPr>
            <p:nvPr/>
          </p:nvCxnSpPr>
          <p:spPr>
            <a:xfrm rot="10800000" flipH="1">
              <a:off x="13154747" y="5328685"/>
              <a:ext cx="174300" cy="98400"/>
            </a:xfrm>
            <a:prstGeom prst="straightConnector1">
              <a:avLst/>
            </a:prstGeom>
            <a:noFill/>
            <a:ln w="9525" cap="flat" cmpd="sng">
              <a:solidFill>
                <a:srgbClr val="E4E4E3"/>
              </a:solidFill>
              <a:prstDash val="solid"/>
              <a:round/>
              <a:headEnd type="none" w="sm" len="sm"/>
              <a:tailEnd type="stealth" w="med" len="med"/>
            </a:ln>
          </p:spPr>
        </p:cxnSp>
        <p:sp>
          <p:nvSpPr>
            <p:cNvPr id="466" name="Google Shape;182;p1">
              <a:extLst>
                <a:ext uri="{FF2B5EF4-FFF2-40B4-BE49-F238E27FC236}">
                  <a16:creationId xmlns:a16="http://schemas.microsoft.com/office/drawing/2014/main" id="{DDE4B431-9130-17F4-EEE8-4A6988E622E6}"/>
                </a:ext>
              </a:extLst>
            </p:cNvPr>
            <p:cNvSpPr/>
            <p:nvPr/>
          </p:nvSpPr>
          <p:spPr>
            <a:xfrm>
              <a:off x="12128466" y="579843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468" name="Google Shape;193;p1">
              <a:extLst>
                <a:ext uri="{FF2B5EF4-FFF2-40B4-BE49-F238E27FC236}">
                  <a16:creationId xmlns:a16="http://schemas.microsoft.com/office/drawing/2014/main" id="{52495981-A7DE-D264-063E-083615BBF76D}"/>
                </a:ext>
              </a:extLst>
            </p:cNvPr>
            <p:cNvCxnSpPr>
              <a:stCxn id="52" idx="6"/>
              <a:endCxn id="40" idx="2"/>
            </p:cNvCxnSpPr>
            <p:nvPr/>
          </p:nvCxnSpPr>
          <p:spPr>
            <a:xfrm>
              <a:off x="12002606" y="6583990"/>
              <a:ext cx="1258500" cy="148800"/>
            </a:xfrm>
            <a:prstGeom prst="straightConnector1">
              <a:avLst/>
            </a:prstGeom>
            <a:noFill/>
            <a:ln w="35850" cap="flat" cmpd="sng">
              <a:solidFill>
                <a:srgbClr val="E4E4E3"/>
              </a:solidFill>
              <a:prstDash val="solid"/>
              <a:round/>
              <a:headEnd type="stealth" w="med" len="med"/>
              <a:tailEnd type="none" w="sm" len="sm"/>
            </a:ln>
          </p:spPr>
        </p:cxnSp>
        <p:cxnSp>
          <p:nvCxnSpPr>
            <p:cNvPr id="470" name="Google Shape;194;p1">
              <a:extLst>
                <a:ext uri="{FF2B5EF4-FFF2-40B4-BE49-F238E27FC236}">
                  <a16:creationId xmlns:a16="http://schemas.microsoft.com/office/drawing/2014/main" id="{9A993D3C-32A6-5DED-B34B-1EB10220AC39}"/>
                </a:ext>
              </a:extLst>
            </p:cNvPr>
            <p:cNvCxnSpPr>
              <a:stCxn id="44" idx="1"/>
              <a:endCxn id="46" idx="5"/>
            </p:cNvCxnSpPr>
            <p:nvPr/>
          </p:nvCxnSpPr>
          <p:spPr>
            <a:xfrm rot="10800000">
              <a:off x="11729045" y="5839432"/>
              <a:ext cx="1188600" cy="962700"/>
            </a:xfrm>
            <a:prstGeom prst="straightConnector1">
              <a:avLst/>
            </a:prstGeom>
            <a:noFill/>
            <a:ln w="9525" cap="flat" cmpd="sng">
              <a:solidFill>
                <a:schemeClr val="bg2">
                  <a:lumMod val="10000"/>
                </a:schemeClr>
              </a:solidFill>
              <a:prstDash val="solid"/>
              <a:round/>
              <a:headEnd type="none" w="sm" len="sm"/>
              <a:tailEnd type="stealth" w="med" len="med"/>
            </a:ln>
          </p:spPr>
        </p:cxnSp>
        <p:cxnSp>
          <p:nvCxnSpPr>
            <p:cNvPr id="471" name="Google Shape;195;p1">
              <a:extLst>
                <a:ext uri="{FF2B5EF4-FFF2-40B4-BE49-F238E27FC236}">
                  <a16:creationId xmlns:a16="http://schemas.microsoft.com/office/drawing/2014/main" id="{B4FB557A-421D-384E-74FC-826586BF0DF3}"/>
                </a:ext>
              </a:extLst>
            </p:cNvPr>
            <p:cNvCxnSpPr>
              <a:stCxn id="466" idx="3"/>
              <a:endCxn id="52" idx="7"/>
            </p:cNvCxnSpPr>
            <p:nvPr/>
          </p:nvCxnSpPr>
          <p:spPr>
            <a:xfrm flipH="1">
              <a:off x="11921428" y="5967439"/>
              <a:ext cx="235200" cy="415800"/>
            </a:xfrm>
            <a:prstGeom prst="straightConnector1">
              <a:avLst/>
            </a:prstGeom>
            <a:noFill/>
            <a:ln w="35850" cap="flat" cmpd="sng">
              <a:solidFill>
                <a:srgbClr val="E4E4E3"/>
              </a:solidFill>
              <a:prstDash val="solid"/>
              <a:round/>
              <a:headEnd type="none" w="sm" len="sm"/>
              <a:tailEnd type="stealth" w="med" len="med"/>
            </a:ln>
          </p:spPr>
        </p:cxnSp>
        <p:cxnSp>
          <p:nvCxnSpPr>
            <p:cNvPr id="472" name="Google Shape;196;p1">
              <a:extLst>
                <a:ext uri="{FF2B5EF4-FFF2-40B4-BE49-F238E27FC236}">
                  <a16:creationId xmlns:a16="http://schemas.microsoft.com/office/drawing/2014/main" id="{87273D5B-7844-95EE-EB55-3BA1ED15D4DE}"/>
                </a:ext>
              </a:extLst>
            </p:cNvPr>
            <p:cNvCxnSpPr>
              <a:stCxn id="461" idx="5"/>
              <a:endCxn id="44" idx="1"/>
            </p:cNvCxnSpPr>
            <p:nvPr/>
          </p:nvCxnSpPr>
          <p:spPr>
            <a:xfrm>
              <a:off x="12525471" y="6012955"/>
              <a:ext cx="392100" cy="789300"/>
            </a:xfrm>
            <a:prstGeom prst="straightConnector1">
              <a:avLst/>
            </a:prstGeom>
            <a:noFill/>
            <a:ln w="9525" cap="flat" cmpd="sng">
              <a:solidFill>
                <a:schemeClr val="bg2">
                  <a:lumMod val="10000"/>
                </a:schemeClr>
              </a:solidFill>
              <a:prstDash val="solid"/>
              <a:round/>
              <a:headEnd type="none" w="sm" len="sm"/>
              <a:tailEnd type="stealth" w="med" len="med"/>
            </a:ln>
          </p:spPr>
        </p:cxnSp>
        <p:cxnSp>
          <p:nvCxnSpPr>
            <p:cNvPr id="473" name="Google Shape;197;p1">
              <a:extLst>
                <a:ext uri="{FF2B5EF4-FFF2-40B4-BE49-F238E27FC236}">
                  <a16:creationId xmlns:a16="http://schemas.microsoft.com/office/drawing/2014/main" id="{C960E8FE-A6CD-9332-DC26-EF236F81D65E}"/>
                </a:ext>
              </a:extLst>
            </p:cNvPr>
            <p:cNvCxnSpPr>
              <a:stCxn id="33" idx="6"/>
              <a:endCxn id="39" idx="2"/>
            </p:cNvCxnSpPr>
            <p:nvPr/>
          </p:nvCxnSpPr>
          <p:spPr>
            <a:xfrm>
              <a:off x="12430043" y="5649161"/>
              <a:ext cx="560700" cy="94200"/>
            </a:xfrm>
            <a:prstGeom prst="straightConnector1">
              <a:avLst/>
            </a:prstGeom>
            <a:noFill/>
            <a:ln w="9525" cap="flat" cmpd="sng">
              <a:solidFill>
                <a:schemeClr val="bg2">
                  <a:lumMod val="10000"/>
                </a:schemeClr>
              </a:solidFill>
              <a:prstDash val="solid"/>
              <a:round/>
              <a:headEnd type="none" w="sm" len="sm"/>
              <a:tailEnd type="stealth" w="med" len="med"/>
            </a:ln>
          </p:spPr>
        </p:cxnSp>
        <p:cxnSp>
          <p:nvCxnSpPr>
            <p:cNvPr id="478" name="Google Shape;198;p1">
              <a:extLst>
                <a:ext uri="{FF2B5EF4-FFF2-40B4-BE49-F238E27FC236}">
                  <a16:creationId xmlns:a16="http://schemas.microsoft.com/office/drawing/2014/main" id="{719882C9-5944-6E5E-E421-A1D7ECCB605F}"/>
                </a:ext>
              </a:extLst>
            </p:cNvPr>
            <p:cNvCxnSpPr>
              <a:stCxn id="461" idx="6"/>
              <a:endCxn id="45" idx="2"/>
            </p:cNvCxnSpPr>
            <p:nvPr/>
          </p:nvCxnSpPr>
          <p:spPr>
            <a:xfrm>
              <a:off x="12553633" y="5942951"/>
              <a:ext cx="770400" cy="255300"/>
            </a:xfrm>
            <a:prstGeom prst="straightConnector1">
              <a:avLst/>
            </a:prstGeom>
            <a:noFill/>
            <a:ln w="9525" cap="flat" cmpd="sng">
              <a:solidFill>
                <a:schemeClr val="tx1">
                  <a:lumMod val="20000"/>
                  <a:lumOff val="80000"/>
                </a:schemeClr>
              </a:solidFill>
              <a:prstDash val="solid"/>
              <a:round/>
              <a:headEnd type="none" w="sm" len="sm"/>
              <a:tailEnd type="stealth" w="med" len="med"/>
            </a:ln>
          </p:spPr>
        </p:cxnSp>
        <p:cxnSp>
          <p:nvCxnSpPr>
            <p:cNvPr id="479" name="Google Shape;199;p1">
              <a:extLst>
                <a:ext uri="{FF2B5EF4-FFF2-40B4-BE49-F238E27FC236}">
                  <a16:creationId xmlns:a16="http://schemas.microsoft.com/office/drawing/2014/main" id="{1052B42D-8F4E-B313-5DBA-F969195DDB6C}"/>
                </a:ext>
              </a:extLst>
            </p:cNvPr>
            <p:cNvCxnSpPr>
              <a:stCxn id="461" idx="3"/>
              <a:endCxn id="52" idx="7"/>
            </p:cNvCxnSpPr>
            <p:nvPr/>
          </p:nvCxnSpPr>
          <p:spPr>
            <a:xfrm flipH="1">
              <a:off x="11921495" y="6012955"/>
              <a:ext cx="468000" cy="370200"/>
            </a:xfrm>
            <a:prstGeom prst="straightConnector1">
              <a:avLst/>
            </a:prstGeom>
            <a:noFill/>
            <a:ln w="9525" cap="flat" cmpd="sng">
              <a:solidFill>
                <a:schemeClr val="tx1">
                  <a:lumMod val="20000"/>
                  <a:lumOff val="80000"/>
                </a:schemeClr>
              </a:solidFill>
              <a:prstDash val="solid"/>
              <a:round/>
              <a:headEnd type="none" w="sm" len="sm"/>
              <a:tailEnd type="stealth" w="med" len="med"/>
            </a:ln>
          </p:spPr>
        </p:cxnSp>
        <p:cxnSp>
          <p:nvCxnSpPr>
            <p:cNvPr id="481" name="Google Shape;200;p1">
              <a:extLst>
                <a:ext uri="{FF2B5EF4-FFF2-40B4-BE49-F238E27FC236}">
                  <a16:creationId xmlns:a16="http://schemas.microsoft.com/office/drawing/2014/main" id="{85FFBF9E-22B4-9EBA-B95F-22E0EC3FD93C}"/>
                </a:ext>
              </a:extLst>
            </p:cNvPr>
            <p:cNvCxnSpPr>
              <a:stCxn id="461" idx="6"/>
              <a:endCxn id="40" idx="1"/>
            </p:cNvCxnSpPr>
            <p:nvPr/>
          </p:nvCxnSpPr>
          <p:spPr>
            <a:xfrm>
              <a:off x="12553633" y="5942951"/>
              <a:ext cx="755400" cy="670800"/>
            </a:xfrm>
            <a:prstGeom prst="straightConnector1">
              <a:avLst/>
            </a:prstGeom>
            <a:noFill/>
            <a:ln w="17925" cap="flat" cmpd="sng">
              <a:solidFill>
                <a:schemeClr val="tx1">
                  <a:lumMod val="20000"/>
                  <a:lumOff val="80000"/>
                </a:schemeClr>
              </a:solidFill>
              <a:prstDash val="solid"/>
              <a:round/>
              <a:headEnd type="none" w="sm" len="sm"/>
              <a:tailEnd type="stealth" w="med" len="med"/>
            </a:ln>
          </p:spPr>
        </p:cxnSp>
      </p:grpSp>
      <p:cxnSp>
        <p:nvCxnSpPr>
          <p:cNvPr id="9" name="Straight Connector 8">
            <a:extLst>
              <a:ext uri="{FF2B5EF4-FFF2-40B4-BE49-F238E27FC236}">
                <a16:creationId xmlns:a16="http://schemas.microsoft.com/office/drawing/2014/main" id="{3A2670A6-8F88-02C7-41ED-005A04DC9EAC}"/>
              </a:ext>
            </a:extLst>
          </p:cNvPr>
          <p:cNvCxnSpPr>
            <a:stCxn id="359" idx="3"/>
            <a:endCxn id="338" idx="7"/>
          </p:cNvCxnSpPr>
          <p:nvPr/>
        </p:nvCxnSpPr>
        <p:spPr>
          <a:xfrm flipH="1">
            <a:off x="8399404" y="6857889"/>
            <a:ext cx="192599" cy="171018"/>
          </a:xfrm>
          <a:prstGeom prst="line">
            <a:avLst/>
          </a:prstGeom>
          <a:noFill/>
          <a:ln w="95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19" name="Straight Connector 18">
            <a:extLst>
              <a:ext uri="{FF2B5EF4-FFF2-40B4-BE49-F238E27FC236}">
                <a16:creationId xmlns:a16="http://schemas.microsoft.com/office/drawing/2014/main" id="{4FD8E199-B504-F8DD-ECB2-440B41F0B113}"/>
              </a:ext>
            </a:extLst>
          </p:cNvPr>
          <p:cNvCxnSpPr>
            <a:cxnSpLocks/>
            <a:stCxn id="359" idx="5"/>
            <a:endCxn id="329" idx="1"/>
          </p:cNvCxnSpPr>
          <p:nvPr/>
        </p:nvCxnSpPr>
        <p:spPr>
          <a:xfrm>
            <a:off x="8647968" y="6857889"/>
            <a:ext cx="161412" cy="364517"/>
          </a:xfrm>
          <a:prstGeom prst="line">
            <a:avLst/>
          </a:prstGeom>
          <a:noFill/>
          <a:ln w="95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26" name="Straight Connector 25">
            <a:extLst>
              <a:ext uri="{FF2B5EF4-FFF2-40B4-BE49-F238E27FC236}">
                <a16:creationId xmlns:a16="http://schemas.microsoft.com/office/drawing/2014/main" id="{3E00B999-BBC2-7661-F4FB-97D63E831FB6}"/>
              </a:ext>
            </a:extLst>
          </p:cNvPr>
          <p:cNvCxnSpPr>
            <a:stCxn id="359" idx="6"/>
            <a:endCxn id="328" idx="1"/>
          </p:cNvCxnSpPr>
          <p:nvPr/>
        </p:nvCxnSpPr>
        <p:spPr>
          <a:xfrm>
            <a:off x="8659559" y="6825554"/>
            <a:ext cx="310966" cy="309850"/>
          </a:xfrm>
          <a:prstGeom prst="line">
            <a:avLst/>
          </a:prstGeom>
          <a:noFill/>
          <a:ln w="127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2" name="Straight Connector 41">
            <a:extLst>
              <a:ext uri="{FF2B5EF4-FFF2-40B4-BE49-F238E27FC236}">
                <a16:creationId xmlns:a16="http://schemas.microsoft.com/office/drawing/2014/main" id="{11FE87BC-C982-6B18-BDE1-95B7267F400D}"/>
              </a:ext>
            </a:extLst>
          </p:cNvPr>
          <p:cNvCxnSpPr>
            <a:stCxn id="359" idx="6"/>
            <a:endCxn id="331" idx="2"/>
          </p:cNvCxnSpPr>
          <p:nvPr/>
        </p:nvCxnSpPr>
        <p:spPr>
          <a:xfrm>
            <a:off x="8659559" y="6825554"/>
            <a:ext cx="317138" cy="117876"/>
          </a:xfrm>
          <a:prstGeom prst="line">
            <a:avLst/>
          </a:prstGeom>
          <a:noFill/>
          <a:ln w="95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8" name="Straight Connector 47">
            <a:extLst>
              <a:ext uri="{FF2B5EF4-FFF2-40B4-BE49-F238E27FC236}">
                <a16:creationId xmlns:a16="http://schemas.microsoft.com/office/drawing/2014/main" id="{11D6D815-7BF4-904B-A763-7C29F1BC3B7E}"/>
              </a:ext>
            </a:extLst>
          </p:cNvPr>
          <p:cNvCxnSpPr>
            <a:cxnSpLocks/>
            <a:stCxn id="359" idx="7"/>
            <a:endCxn id="327" idx="2"/>
          </p:cNvCxnSpPr>
          <p:nvPr/>
        </p:nvCxnSpPr>
        <p:spPr>
          <a:xfrm flipV="1">
            <a:off x="8647968" y="6733320"/>
            <a:ext cx="191438" cy="59899"/>
          </a:xfrm>
          <a:prstGeom prst="line">
            <a:avLst/>
          </a:prstGeom>
          <a:noFill/>
          <a:ln w="127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pic>
        <p:nvPicPr>
          <p:cNvPr id="263" name="Graphic 262" descr="Arrow Right outline">
            <a:extLst>
              <a:ext uri="{FF2B5EF4-FFF2-40B4-BE49-F238E27FC236}">
                <a16:creationId xmlns:a16="http://schemas.microsoft.com/office/drawing/2014/main" id="{A7163F76-BBE4-E88F-DFA8-08218C5AE33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5400000">
            <a:off x="6581335" y="7618342"/>
            <a:ext cx="593755" cy="387922"/>
          </a:xfrm>
          <a:prstGeom prst="rect">
            <a:avLst/>
          </a:prstGeom>
        </p:spPr>
      </p:pic>
      <p:pic>
        <p:nvPicPr>
          <p:cNvPr id="266" name="Graphic 265" descr="Arrow Right outline">
            <a:extLst>
              <a:ext uri="{FF2B5EF4-FFF2-40B4-BE49-F238E27FC236}">
                <a16:creationId xmlns:a16="http://schemas.microsoft.com/office/drawing/2014/main" id="{1FC322E3-8C78-4830-D6D1-AE3F9FB1611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2700000">
            <a:off x="5451880" y="7689131"/>
            <a:ext cx="1050321" cy="387922"/>
          </a:xfrm>
          <a:prstGeom prst="rect">
            <a:avLst/>
          </a:prstGeom>
        </p:spPr>
      </p:pic>
      <p:pic>
        <p:nvPicPr>
          <p:cNvPr id="341" name="Graphic 340" descr="Arrow Right outline">
            <a:extLst>
              <a:ext uri="{FF2B5EF4-FFF2-40B4-BE49-F238E27FC236}">
                <a16:creationId xmlns:a16="http://schemas.microsoft.com/office/drawing/2014/main" id="{55495D4A-A52E-6D66-4948-F42174C1008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8100000">
            <a:off x="7361830" y="7692169"/>
            <a:ext cx="1025613" cy="387922"/>
          </a:xfrm>
          <a:prstGeom prst="rect">
            <a:avLst/>
          </a:prstGeom>
        </p:spPr>
      </p:pic>
      <p:sp>
        <p:nvSpPr>
          <p:cNvPr id="368" name="Line">
            <a:extLst>
              <a:ext uri="{FF2B5EF4-FFF2-40B4-BE49-F238E27FC236}">
                <a16:creationId xmlns:a16="http://schemas.microsoft.com/office/drawing/2014/main" id="{755C8193-169B-476F-5AD3-BE00E2F993E3}"/>
              </a:ext>
            </a:extLst>
          </p:cNvPr>
          <p:cNvSpPr/>
          <p:nvPr/>
        </p:nvSpPr>
        <p:spPr>
          <a:xfrm flipV="1">
            <a:off x="4522135" y="1950770"/>
            <a:ext cx="0" cy="426545"/>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441" name="Line">
            <a:extLst>
              <a:ext uri="{FF2B5EF4-FFF2-40B4-BE49-F238E27FC236}">
                <a16:creationId xmlns:a16="http://schemas.microsoft.com/office/drawing/2014/main" id="{4BC9A06A-AE60-EE49-B787-1FE5B520CB84}"/>
              </a:ext>
            </a:extLst>
          </p:cNvPr>
          <p:cNvSpPr/>
          <p:nvPr/>
        </p:nvSpPr>
        <p:spPr>
          <a:xfrm flipV="1">
            <a:off x="4528417" y="2925125"/>
            <a:ext cx="0" cy="426545"/>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442" name="Line">
            <a:extLst>
              <a:ext uri="{FF2B5EF4-FFF2-40B4-BE49-F238E27FC236}">
                <a16:creationId xmlns:a16="http://schemas.microsoft.com/office/drawing/2014/main" id="{5B3ED82F-D46F-40A5-15DC-F5EBE92CE29E}"/>
              </a:ext>
            </a:extLst>
          </p:cNvPr>
          <p:cNvSpPr/>
          <p:nvPr/>
        </p:nvSpPr>
        <p:spPr>
          <a:xfrm flipV="1">
            <a:off x="4522135" y="3712979"/>
            <a:ext cx="0" cy="616883"/>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443" name="Line">
            <a:extLst>
              <a:ext uri="{FF2B5EF4-FFF2-40B4-BE49-F238E27FC236}">
                <a16:creationId xmlns:a16="http://schemas.microsoft.com/office/drawing/2014/main" id="{64AAC7DB-1915-2157-D94D-9F46840CD77A}"/>
              </a:ext>
            </a:extLst>
          </p:cNvPr>
          <p:cNvSpPr/>
          <p:nvPr/>
        </p:nvSpPr>
        <p:spPr>
          <a:xfrm flipV="1">
            <a:off x="4522135" y="4885657"/>
            <a:ext cx="0" cy="859416"/>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444" name="Line">
            <a:extLst>
              <a:ext uri="{FF2B5EF4-FFF2-40B4-BE49-F238E27FC236}">
                <a16:creationId xmlns:a16="http://schemas.microsoft.com/office/drawing/2014/main" id="{2DB6E5B8-ADB8-2053-732D-31160DF57028}"/>
              </a:ext>
            </a:extLst>
          </p:cNvPr>
          <p:cNvSpPr/>
          <p:nvPr/>
        </p:nvSpPr>
        <p:spPr>
          <a:xfrm flipV="1">
            <a:off x="4522135" y="6345871"/>
            <a:ext cx="0" cy="1081129"/>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445" name="Line">
            <a:extLst>
              <a:ext uri="{FF2B5EF4-FFF2-40B4-BE49-F238E27FC236}">
                <a16:creationId xmlns:a16="http://schemas.microsoft.com/office/drawing/2014/main" id="{EB74BB91-F1A4-6320-F86E-5905DD72D9DE}"/>
              </a:ext>
            </a:extLst>
          </p:cNvPr>
          <p:cNvSpPr/>
          <p:nvPr/>
        </p:nvSpPr>
        <p:spPr>
          <a:xfrm flipV="1">
            <a:off x="4538043" y="8228494"/>
            <a:ext cx="0" cy="426545"/>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447" name="TextBox 446">
            <a:extLst>
              <a:ext uri="{FF2B5EF4-FFF2-40B4-BE49-F238E27FC236}">
                <a16:creationId xmlns:a16="http://schemas.microsoft.com/office/drawing/2014/main" id="{2FC8C5AA-975F-AB62-0453-A16647CAA204}"/>
              </a:ext>
            </a:extLst>
          </p:cNvPr>
          <p:cNvSpPr txBox="1"/>
          <p:nvPr/>
        </p:nvSpPr>
        <p:spPr>
          <a:xfrm>
            <a:off x="3867167" y="2004091"/>
            <a:ext cx="670876"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dirty="0">
                <a:ln>
                  <a:noFill/>
                </a:ln>
                <a:solidFill>
                  <a:srgbClr val="4C4C4C"/>
                </a:solidFill>
                <a:effectLst/>
                <a:uFillTx/>
                <a:sym typeface="Source Sans Pro"/>
              </a:rPr>
              <a:t>Raw Data</a:t>
            </a:r>
          </a:p>
        </p:txBody>
      </p:sp>
      <p:sp>
        <p:nvSpPr>
          <p:cNvPr id="512" name="TextBox 511">
            <a:extLst>
              <a:ext uri="{FF2B5EF4-FFF2-40B4-BE49-F238E27FC236}">
                <a16:creationId xmlns:a16="http://schemas.microsoft.com/office/drawing/2014/main" id="{366F6CDE-3339-2E97-0EE2-6DC4C8B83BE6}"/>
              </a:ext>
            </a:extLst>
          </p:cNvPr>
          <p:cNvSpPr txBox="1"/>
          <p:nvPr/>
        </p:nvSpPr>
        <p:spPr>
          <a:xfrm>
            <a:off x="3875117" y="2877765"/>
            <a:ext cx="670876" cy="443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Tabular Data</a:t>
            </a:r>
            <a:endParaRPr kumimoji="0" lang="en-US" sz="1000" b="0" i="0" u="none" strike="noStrike" cap="none" spc="0" normalizeH="0" baseline="0" dirty="0">
              <a:ln>
                <a:noFill/>
              </a:ln>
              <a:solidFill>
                <a:srgbClr val="4C4C4C"/>
              </a:solidFill>
              <a:effectLst/>
              <a:uFillTx/>
              <a:sym typeface="Source Sans Pro"/>
            </a:endParaRPr>
          </a:p>
        </p:txBody>
      </p:sp>
      <p:sp>
        <p:nvSpPr>
          <p:cNvPr id="513" name="TextBox 512">
            <a:extLst>
              <a:ext uri="{FF2B5EF4-FFF2-40B4-BE49-F238E27FC236}">
                <a16:creationId xmlns:a16="http://schemas.microsoft.com/office/drawing/2014/main" id="{1C7541A6-597A-FE7B-0F69-E5641AC5EB12}"/>
              </a:ext>
            </a:extLst>
          </p:cNvPr>
          <p:cNvSpPr txBox="1"/>
          <p:nvPr/>
        </p:nvSpPr>
        <p:spPr>
          <a:xfrm>
            <a:off x="3934040" y="3761082"/>
            <a:ext cx="582846" cy="46927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Node/</a:t>
            </a:r>
          </a:p>
          <a:p>
            <a:pPr marL="0" marR="0" indent="0" algn="ctr" defTabSz="584200" rtl="0" fontAlgn="auto" latinLnBrk="0" hangingPunct="0">
              <a:lnSpc>
                <a:spcPct val="100000"/>
              </a:lnSpc>
              <a:spcBef>
                <a:spcPts val="200"/>
              </a:spcBef>
              <a:spcAft>
                <a:spcPts val="0"/>
              </a:spcAft>
              <a:buClrTx/>
              <a:buSzTx/>
              <a:buFontTx/>
              <a:buNone/>
              <a:tabLst/>
            </a:pPr>
            <a:r>
              <a:rPr lang="en-US" sz="1000" b="0" dirty="0"/>
              <a:t>Edgelist</a:t>
            </a:r>
            <a:endParaRPr kumimoji="0" lang="en-US" sz="1000" b="0" i="0" u="none" strike="noStrike" cap="none" spc="0" normalizeH="0" baseline="0" dirty="0">
              <a:ln>
                <a:noFill/>
              </a:ln>
              <a:solidFill>
                <a:srgbClr val="4C4C4C"/>
              </a:solidFill>
              <a:effectLst/>
              <a:uFillTx/>
              <a:sym typeface="Source Sans Pro"/>
            </a:endParaRPr>
          </a:p>
        </p:txBody>
      </p:sp>
      <p:sp>
        <p:nvSpPr>
          <p:cNvPr id="516" name="TextBox 515">
            <a:extLst>
              <a:ext uri="{FF2B5EF4-FFF2-40B4-BE49-F238E27FC236}">
                <a16:creationId xmlns:a16="http://schemas.microsoft.com/office/drawing/2014/main" id="{EB4AD498-6585-2A0E-C307-EF7843A95F62}"/>
              </a:ext>
            </a:extLst>
          </p:cNvPr>
          <p:cNvSpPr txBox="1"/>
          <p:nvPr/>
        </p:nvSpPr>
        <p:spPr>
          <a:xfrm>
            <a:off x="3875117" y="8209269"/>
            <a:ext cx="670876" cy="443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dirty="0">
                <a:ln>
                  <a:noFill/>
                </a:ln>
                <a:solidFill>
                  <a:srgbClr val="4C4C4C"/>
                </a:solidFill>
                <a:effectLst/>
                <a:uFillTx/>
                <a:sym typeface="Source Sans Pro"/>
              </a:rPr>
              <a:t>Graph Export</a:t>
            </a:r>
          </a:p>
        </p:txBody>
      </p:sp>
      <p:cxnSp>
        <p:nvCxnSpPr>
          <p:cNvPr id="528" name="Elbow Connector 527">
            <a:extLst>
              <a:ext uri="{FF2B5EF4-FFF2-40B4-BE49-F238E27FC236}">
                <a16:creationId xmlns:a16="http://schemas.microsoft.com/office/drawing/2014/main" id="{F70423B9-F904-2284-0264-C4D61760CE3E}"/>
              </a:ext>
            </a:extLst>
          </p:cNvPr>
          <p:cNvCxnSpPr>
            <a:cxnSpLocks/>
          </p:cNvCxnSpPr>
          <p:nvPr/>
        </p:nvCxnSpPr>
        <p:spPr>
          <a:xfrm rot="10800000">
            <a:off x="9241139" y="6908499"/>
            <a:ext cx="182880" cy="0"/>
          </a:xfrm>
          <a:prstGeom prst="bentConnector3">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529" name="Manipulate Variables">
            <a:extLst>
              <a:ext uri="{FF2B5EF4-FFF2-40B4-BE49-F238E27FC236}">
                <a16:creationId xmlns:a16="http://schemas.microsoft.com/office/drawing/2014/main" id="{C5F45128-8C97-141B-4CF2-93AC21893D01}"/>
              </a:ext>
            </a:extLst>
          </p:cNvPr>
          <p:cNvSpPr txBox="1"/>
          <p:nvPr/>
        </p:nvSpPr>
        <p:spPr>
          <a:xfrm>
            <a:off x="9865510" y="1880534"/>
            <a:ext cx="1800173"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Downloaders</a:t>
            </a:r>
            <a:endParaRPr dirty="0"/>
          </a:p>
        </p:txBody>
      </p:sp>
      <p:sp>
        <p:nvSpPr>
          <p:cNvPr id="530" name="Create a visual hierarchy. Help users navigate the page with titles, subtitles, and subsubtitles">
            <a:extLst>
              <a:ext uri="{FF2B5EF4-FFF2-40B4-BE49-F238E27FC236}">
                <a16:creationId xmlns:a16="http://schemas.microsoft.com/office/drawing/2014/main" id="{98CF7EC4-7529-08D7-B4AB-CBCC7B2B5C0B}"/>
              </a:ext>
            </a:extLst>
          </p:cNvPr>
          <p:cNvSpPr txBox="1"/>
          <p:nvPr/>
        </p:nvSpPr>
        <p:spPr>
          <a:xfrm>
            <a:off x="9846553" y="2186514"/>
            <a:ext cx="4001355" cy="276405"/>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dirty="0">
                <a:latin typeface="Source Sans Pro" panose="020B0503030403020204" pitchFamily="34" charset="0"/>
                <a:ea typeface="Source Sans Pro" panose="020B0503030403020204" pitchFamily="34" charset="0"/>
                <a:sym typeface="Source Sans Pro"/>
              </a:rPr>
              <a:t>Download </a:t>
            </a:r>
            <a:r>
              <a:rPr lang="en-US" dirty="0">
                <a:latin typeface="Source Sans Pro" panose="020B0503030403020204" pitchFamily="34" charset="0"/>
                <a:ea typeface="Source Sans Pro" panose="020B0503030403020204" pitchFamily="34" charset="0"/>
              </a:rPr>
              <a:t>raw data: cheatsheets/refresher-cheatsheet.pdf</a:t>
            </a:r>
            <a:endParaRPr dirty="0">
              <a:latin typeface="Source Sans Pro" panose="020B0503030403020204" pitchFamily="34" charset="0"/>
              <a:ea typeface="Source Sans Pro" panose="020B0503030403020204" pitchFamily="34" charset="0"/>
              <a:sym typeface="Source Sans Pro"/>
            </a:endParaRPr>
          </a:p>
        </p:txBody>
      </p:sp>
      <p:cxnSp>
        <p:nvCxnSpPr>
          <p:cNvPr id="540" name="Elbow Connector 539">
            <a:extLst>
              <a:ext uri="{FF2B5EF4-FFF2-40B4-BE49-F238E27FC236}">
                <a16:creationId xmlns:a16="http://schemas.microsoft.com/office/drawing/2014/main" id="{50717985-25AE-08C3-5BA7-E9334D7B4C90}"/>
              </a:ext>
            </a:extLst>
          </p:cNvPr>
          <p:cNvCxnSpPr>
            <a:cxnSpLocks/>
            <a:endCxn id="529" idx="1"/>
          </p:cNvCxnSpPr>
          <p:nvPr/>
        </p:nvCxnSpPr>
        <p:spPr>
          <a:xfrm flipV="1">
            <a:off x="8474045" y="2050549"/>
            <a:ext cx="1391465" cy="140508"/>
          </a:xfrm>
          <a:prstGeom prst="bentConnector3">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1930772595"/>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DCCDE7-6AAC-B865-7626-4EC6C5AD7527}"/>
            </a:ext>
          </a:extLst>
        </p:cNvPr>
        <p:cNvGrpSpPr/>
        <p:nvPr/>
      </p:nvGrpSpPr>
      <p:grpSpPr>
        <a:xfrm>
          <a:off x="0" y="0"/>
          <a:ext cx="0" cy="0"/>
          <a:chOff x="0" y="0"/>
          <a:chExt cx="0" cy="0"/>
        </a:xfrm>
      </p:grpSpPr>
      <p:sp>
        <p:nvSpPr>
          <p:cNvPr id="447" name="TextBox 446">
            <a:extLst>
              <a:ext uri="{FF2B5EF4-FFF2-40B4-BE49-F238E27FC236}">
                <a16:creationId xmlns:a16="http://schemas.microsoft.com/office/drawing/2014/main" id="{768E2AAD-9B51-299D-FAAD-A086D198E0E1}"/>
              </a:ext>
            </a:extLst>
          </p:cNvPr>
          <p:cNvSpPr txBox="1"/>
          <p:nvPr/>
        </p:nvSpPr>
        <p:spPr>
          <a:xfrm>
            <a:off x="3840480" y="2004091"/>
            <a:ext cx="670876"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dirty="0">
                <a:ln>
                  <a:noFill/>
                </a:ln>
                <a:solidFill>
                  <a:srgbClr val="4C4C4C"/>
                </a:solidFill>
                <a:effectLst/>
                <a:uFillTx/>
                <a:sym typeface="Source Sans Pro"/>
              </a:rPr>
              <a:t>Raw Data</a:t>
            </a:r>
          </a:p>
        </p:txBody>
      </p:sp>
      <p:sp>
        <p:nvSpPr>
          <p:cNvPr id="512" name="TextBox 511">
            <a:extLst>
              <a:ext uri="{FF2B5EF4-FFF2-40B4-BE49-F238E27FC236}">
                <a16:creationId xmlns:a16="http://schemas.microsoft.com/office/drawing/2014/main" id="{4DE621A8-057D-989C-77D5-DCE27141FEA5}"/>
              </a:ext>
            </a:extLst>
          </p:cNvPr>
          <p:cNvSpPr txBox="1"/>
          <p:nvPr/>
        </p:nvSpPr>
        <p:spPr>
          <a:xfrm>
            <a:off x="3840480" y="2877765"/>
            <a:ext cx="670876" cy="443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Tabular Data</a:t>
            </a:r>
            <a:endParaRPr kumimoji="0" lang="en-US" sz="1000" b="0" i="0" u="none" strike="noStrike" cap="none" spc="0" normalizeH="0" baseline="0" dirty="0">
              <a:ln>
                <a:noFill/>
              </a:ln>
              <a:solidFill>
                <a:srgbClr val="4C4C4C"/>
              </a:solidFill>
              <a:effectLst/>
              <a:uFillTx/>
              <a:sym typeface="Source Sans Pro"/>
            </a:endParaRPr>
          </a:p>
        </p:txBody>
      </p:sp>
      <p:sp>
        <p:nvSpPr>
          <p:cNvPr id="515" name="TextBox 514">
            <a:extLst>
              <a:ext uri="{FF2B5EF4-FFF2-40B4-BE49-F238E27FC236}">
                <a16:creationId xmlns:a16="http://schemas.microsoft.com/office/drawing/2014/main" id="{63B2B592-D550-7549-E3DA-32D0C82517C9}"/>
              </a:ext>
            </a:extLst>
          </p:cNvPr>
          <p:cNvSpPr txBox="1"/>
          <p:nvPr/>
        </p:nvSpPr>
        <p:spPr>
          <a:xfrm>
            <a:off x="3840480" y="6652009"/>
            <a:ext cx="670876" cy="443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dirty="0">
                <a:ln>
                  <a:noFill/>
                </a:ln>
                <a:solidFill>
                  <a:srgbClr val="4C4C4C"/>
                </a:solidFill>
                <a:effectLst/>
                <a:uFillTx/>
                <a:sym typeface="Source Sans Pro"/>
              </a:rPr>
              <a:t>S3 Graph API</a:t>
            </a:r>
          </a:p>
        </p:txBody>
      </p:sp>
      <p:sp>
        <p:nvSpPr>
          <p:cNvPr id="516" name="TextBox 515">
            <a:extLst>
              <a:ext uri="{FF2B5EF4-FFF2-40B4-BE49-F238E27FC236}">
                <a16:creationId xmlns:a16="http://schemas.microsoft.com/office/drawing/2014/main" id="{77BEE63A-B4B6-C5C6-58D4-F007422A8AD2}"/>
              </a:ext>
            </a:extLst>
          </p:cNvPr>
          <p:cNvSpPr txBox="1"/>
          <p:nvPr/>
        </p:nvSpPr>
        <p:spPr>
          <a:xfrm>
            <a:off x="3840480" y="8209269"/>
            <a:ext cx="670876" cy="443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dirty="0">
                <a:ln>
                  <a:noFill/>
                </a:ln>
                <a:solidFill>
                  <a:srgbClr val="4C4C4C"/>
                </a:solidFill>
                <a:effectLst/>
                <a:uFillTx/>
                <a:sym typeface="Source Sans Pro"/>
              </a:rPr>
              <a:t>Graph Export</a:t>
            </a:r>
          </a:p>
        </p:txBody>
      </p:sp>
      <p:sp>
        <p:nvSpPr>
          <p:cNvPr id="7" name="TextBox 6">
            <a:extLst>
              <a:ext uri="{FF2B5EF4-FFF2-40B4-BE49-F238E27FC236}">
                <a16:creationId xmlns:a16="http://schemas.microsoft.com/office/drawing/2014/main" id="{F54AC4AB-BF46-0E52-DA37-E8E327C5A145}"/>
              </a:ext>
            </a:extLst>
          </p:cNvPr>
          <p:cNvSpPr txBox="1"/>
          <p:nvPr/>
        </p:nvSpPr>
        <p:spPr>
          <a:xfrm>
            <a:off x="9875520" y="3912912"/>
            <a:ext cx="4177348" cy="415746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t>S3 methods execute the correct behavior based on the graph's class, regardless of the data's origin.</a:t>
            </a:r>
          </a:p>
          <a:p>
            <a:endParaRPr lang="en-US" b="0" dirty="0"/>
          </a:p>
          <a:p>
            <a:r>
              <a:rPr lang="en-US" b="0" dirty="0"/>
              <a:t>Examples of S3 Generic Functions:</a:t>
            </a:r>
            <a:endParaRPr lang="en-US" dirty="0"/>
          </a:p>
          <a:p>
            <a:r>
              <a:rPr lang="en-US" sz="1300" dirty="0"/>
              <a:t>1. bipartite_graph_projection()</a:t>
            </a:r>
          </a:p>
          <a:p>
            <a:r>
              <a:rPr lang="en-US" b="0" dirty="0"/>
              <a:t>Performs bipartite projection on multimodal graphs.</a:t>
            </a:r>
            <a:endParaRPr lang="en-US" sz="1300" dirty="0"/>
          </a:p>
          <a:p>
            <a:r>
              <a:rPr lang="en-US" sz="1300" dirty="0"/>
              <a:t>2. temporal_graph_projection()</a:t>
            </a:r>
          </a:p>
          <a:p>
            <a:r>
              <a:rPr lang="en-US" b="0" dirty="0"/>
              <a:t>Performs temporal projection on multimodal graphs.</a:t>
            </a:r>
            <a:endParaRPr lang="en-US" sz="1300" dirty="0"/>
          </a:p>
          <a:p>
            <a:r>
              <a:rPr lang="en-US" sz="1300" dirty="0"/>
              <a:t>3. community_oslom()</a:t>
            </a:r>
          </a:p>
          <a:p>
            <a:r>
              <a:rPr lang="en-US" b="0" dirty="0"/>
              <a:t>Runs OSLOM community detection on a graph.</a:t>
            </a:r>
          </a:p>
          <a:p>
            <a:r>
              <a:rPr lang="en-US" sz="1300" dirty="0"/>
              <a:t>4. graph_to_dsmj()</a:t>
            </a:r>
          </a:p>
          <a:p>
            <a:r>
              <a:rPr lang="en-US" b="0" dirty="0"/>
              <a:t>Exports graph to a .dsmj file.</a:t>
            </a:r>
            <a:endParaRPr lang="en-US" dirty="0"/>
          </a:p>
          <a:p>
            <a:pPr marL="0" marR="0" indent="0" algn="l" defTabSz="584200" rtl="0" fontAlgn="auto" latinLnBrk="0" hangingPunct="0">
              <a:lnSpc>
                <a:spcPct val="100000"/>
              </a:lnSpc>
              <a:spcBef>
                <a:spcPts val="200"/>
              </a:spcBef>
              <a:spcAft>
                <a:spcPts val="0"/>
              </a:spcAft>
              <a:buClrTx/>
              <a:buSzTx/>
              <a:buFontTx/>
              <a:buNone/>
              <a:tabLst/>
            </a:pPr>
            <a:endParaRPr lang="en-US" dirty="0"/>
          </a:p>
          <a:p>
            <a:r>
              <a:rPr lang="en-US" b="0" dirty="0"/>
              <a:t>Example of S3 Auxiliary Functions:</a:t>
            </a:r>
            <a:endParaRPr lang="en-US" dirty="0"/>
          </a:p>
          <a:p>
            <a:r>
              <a:rPr lang="en-US" sz="1300" dirty="0"/>
              <a:t>5. subset_bipartite_from_multimodal()</a:t>
            </a:r>
          </a:p>
          <a:p>
            <a:r>
              <a:rPr lang="en-US" b="0" dirty="0"/>
              <a:t>Slices a bipartite graph from a multimodal graph.</a:t>
            </a:r>
          </a:p>
          <a:p>
            <a:r>
              <a:rPr lang="en-US" sz="1300" dirty="0"/>
              <a:t>5. get_bidirected_edges()</a:t>
            </a:r>
          </a:p>
          <a:p>
            <a:r>
              <a:rPr lang="en-US" b="0" dirty="0"/>
              <a:t>Returns all mutual edge pairs from a graph.</a:t>
            </a:r>
          </a:p>
          <a:p>
            <a:endParaRPr lang="en-US" b="0" dirty="0"/>
          </a:p>
        </p:txBody>
      </p:sp>
      <p:sp>
        <p:nvSpPr>
          <p:cNvPr id="514" name="TextBox 513">
            <a:extLst>
              <a:ext uri="{FF2B5EF4-FFF2-40B4-BE49-F238E27FC236}">
                <a16:creationId xmlns:a16="http://schemas.microsoft.com/office/drawing/2014/main" id="{23191793-B12C-C17B-4C8B-31B964F243F6}"/>
              </a:ext>
            </a:extLst>
          </p:cNvPr>
          <p:cNvSpPr txBox="1"/>
          <p:nvPr/>
        </p:nvSpPr>
        <p:spPr>
          <a:xfrm>
            <a:off x="3840480" y="5027556"/>
            <a:ext cx="670876" cy="443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dirty="0">
                <a:ln>
                  <a:noFill/>
                </a:ln>
                <a:solidFill>
                  <a:srgbClr val="4C4C4C"/>
                </a:solidFill>
                <a:effectLst/>
                <a:uFillTx/>
                <a:sym typeface="Source Sans Pro"/>
              </a:rPr>
              <a:t>S3 Graph Class</a:t>
            </a:r>
          </a:p>
        </p:txBody>
      </p:sp>
      <p:pic>
        <p:nvPicPr>
          <p:cNvPr id="292" name="Image" descr="Image">
            <a:extLst>
              <a:ext uri="{FF2B5EF4-FFF2-40B4-BE49-F238E27FC236}">
                <a16:creationId xmlns:a16="http://schemas.microsoft.com/office/drawing/2014/main" id="{CAA82A4B-DB2E-0ABD-B112-100A3474C65A}"/>
              </a:ext>
            </a:extLst>
          </p:cNvPr>
          <p:cNvPicPr>
            <a:picLocks noChangeAspect="1"/>
          </p:cNvPicPr>
          <p:nvPr/>
        </p:nvPicPr>
        <p:blipFill>
          <a:blip r:embed="rId3"/>
          <a:stretch>
            <a:fillRect/>
          </a:stretch>
        </p:blipFill>
        <p:spPr>
          <a:xfrm>
            <a:off x="8867009" y="-681823"/>
            <a:ext cx="5121226" cy="2990088"/>
          </a:xfrm>
          <a:prstGeom prst="rect">
            <a:avLst/>
          </a:prstGeom>
          <a:ln w="12700">
            <a:miter lim="400000"/>
          </a:ln>
        </p:spPr>
      </p:pic>
      <p:sp>
        <p:nvSpPr>
          <p:cNvPr id="312" name="Line">
            <a:extLst>
              <a:ext uri="{FF2B5EF4-FFF2-40B4-BE49-F238E27FC236}">
                <a16:creationId xmlns:a16="http://schemas.microsoft.com/office/drawing/2014/main" id="{DFC4898C-D397-BECD-AEE0-B9109D16A07B}"/>
              </a:ext>
            </a:extLst>
          </p:cNvPr>
          <p:cNvSpPr/>
          <p:nvPr/>
        </p:nvSpPr>
        <p:spPr>
          <a:xfrm flipV="1">
            <a:off x="213255" y="10296246"/>
            <a:ext cx="13462982" cy="39499"/>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313" name="YOUR LOGO…">
            <a:extLst>
              <a:ext uri="{FF2B5EF4-FFF2-40B4-BE49-F238E27FC236}">
                <a16:creationId xmlns:a16="http://schemas.microsoft.com/office/drawing/2014/main" id="{6B045671-737D-ACD6-FE51-BC2B6703245E}"/>
              </a:ext>
            </a:extLst>
          </p:cNvPr>
          <p:cNvSpPr/>
          <p:nvPr/>
        </p:nvSpPr>
        <p:spPr>
          <a:xfrm>
            <a:off x="170343" y="10207710"/>
            <a:ext cx="1757945" cy="528270"/>
          </a:xfrm>
          <a:prstGeom prst="roundRect">
            <a:avLst>
              <a:gd name="adj" fmla="val 36061"/>
            </a:avLst>
          </a:prstGeom>
          <a:solidFill>
            <a:srgbClr val="FFFFFF"/>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lstStyle/>
          <a:p>
            <a:pPr algn="ctr">
              <a:lnSpc>
                <a:spcPct val="90000"/>
              </a:lnSpc>
              <a:spcBef>
                <a:spcPts val="0"/>
              </a:spcBef>
              <a:defRPr>
                <a:solidFill>
                  <a:srgbClr val="407AAA"/>
                </a:solidFill>
                <a:latin typeface="Helvetica Neue"/>
                <a:ea typeface="Helvetica Neue"/>
                <a:cs typeface="Helvetica Neue"/>
                <a:sym typeface="Helvetica Neue"/>
              </a:defRPr>
            </a:pPr>
            <a:r>
              <a:rPr lang="en-US" sz="2400" dirty="0"/>
              <a:t>Kaiāulu</a:t>
            </a:r>
            <a:endParaRPr sz="2400" dirty="0"/>
          </a:p>
        </p:txBody>
      </p:sp>
      <p:sp>
        <p:nvSpPr>
          <p:cNvPr id="334" name="Three Column Layout: : CHEAT SHEET">
            <a:extLst>
              <a:ext uri="{FF2B5EF4-FFF2-40B4-BE49-F238E27FC236}">
                <a16:creationId xmlns:a16="http://schemas.microsoft.com/office/drawing/2014/main" id="{EFB21EDD-27F4-A1EE-BCBF-D75C100637C7}"/>
              </a:ext>
            </a:extLst>
          </p:cNvPr>
          <p:cNvSpPr txBox="1">
            <a:spLocks noGrp="1"/>
          </p:cNvSpPr>
          <p:nvPr>
            <p:ph type="title"/>
          </p:nvPr>
        </p:nvSpPr>
        <p:spPr>
          <a:xfrm>
            <a:off x="275721" y="361177"/>
            <a:ext cx="10898129" cy="803346"/>
          </a:xfrm>
          <a:prstGeom prst="rect">
            <a:avLst/>
          </a:prstGeom>
        </p:spPr>
        <p:txBody>
          <a:bodyPr lIns="0" tIns="0" rIns="0" bIns="0" anchor="t"/>
          <a:lstStyle/>
          <a:p>
            <a:r>
              <a:rPr lang="en-US" dirty="0"/>
              <a:t>Network Transform</a:t>
            </a:r>
            <a:r>
              <a:rPr dirty="0"/>
              <a:t>: : </a:t>
            </a:r>
            <a:r>
              <a:rPr sz="3300" dirty="0">
                <a:latin typeface="Source Sans Pro Semibold"/>
                <a:ea typeface="Source Sans Pro Semibold"/>
                <a:cs typeface="Source Sans Pro Semibold"/>
                <a:sym typeface="Source Sans Pro Semibold"/>
              </a:rPr>
              <a:t>CHEAT SHEET</a:t>
            </a:r>
            <a:r>
              <a:rPr dirty="0"/>
              <a:t> </a:t>
            </a:r>
          </a:p>
        </p:txBody>
      </p:sp>
      <p:sp>
        <p:nvSpPr>
          <p:cNvPr id="384" name="Layout Suggestions">
            <a:extLst>
              <a:ext uri="{FF2B5EF4-FFF2-40B4-BE49-F238E27FC236}">
                <a16:creationId xmlns:a16="http://schemas.microsoft.com/office/drawing/2014/main" id="{80CA9BAB-35C9-8DFA-F3CC-5E2B003CB62B}"/>
              </a:ext>
            </a:extLst>
          </p:cNvPr>
          <p:cNvSpPr txBox="1"/>
          <p:nvPr/>
        </p:nvSpPr>
        <p:spPr>
          <a:xfrm>
            <a:off x="275721" y="1459299"/>
            <a:ext cx="1349729"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t>About</a:t>
            </a:r>
            <a:endParaRPr dirty="0"/>
          </a:p>
        </p:txBody>
      </p:sp>
      <p:pic>
        <p:nvPicPr>
          <p:cNvPr id="8" name="Picture 7" descr="A picture containing text&#10;&#10;Description automatically generated">
            <a:extLst>
              <a:ext uri="{FF2B5EF4-FFF2-40B4-BE49-F238E27FC236}">
                <a16:creationId xmlns:a16="http://schemas.microsoft.com/office/drawing/2014/main" id="{2B29D042-D507-92C4-45E9-185F09F919B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214310" y="122459"/>
            <a:ext cx="1443262" cy="1676046"/>
          </a:xfrm>
          <a:prstGeom prst="rect">
            <a:avLst/>
          </a:prstGeom>
        </p:spPr>
      </p:pic>
      <p:sp>
        <p:nvSpPr>
          <p:cNvPr id="501" name="TextBox 500">
            <a:extLst>
              <a:ext uri="{FF2B5EF4-FFF2-40B4-BE49-F238E27FC236}">
                <a16:creationId xmlns:a16="http://schemas.microsoft.com/office/drawing/2014/main" id="{4935C3E5-52AC-AA82-C21B-DCD1D865E843}"/>
              </a:ext>
            </a:extLst>
          </p:cNvPr>
          <p:cNvSpPr txBox="1"/>
          <p:nvPr/>
        </p:nvSpPr>
        <p:spPr>
          <a:xfrm>
            <a:off x="274320" y="1755391"/>
            <a:ext cx="2952178" cy="1243849"/>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t>Data transformations produce standardized S3 graph objects encoding directionality, weight, and bipartiteness. New analyses can be added as S3 methods that automatically work with any graph the existing transforms produce, without rewriting upstream code.</a:t>
            </a:r>
            <a:endParaRPr kumimoji="0" lang="en-US" b="0"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424" name="Layout Suggestions">
            <a:extLst>
              <a:ext uri="{FF2B5EF4-FFF2-40B4-BE49-F238E27FC236}">
                <a16:creationId xmlns:a16="http://schemas.microsoft.com/office/drawing/2014/main" id="{7E7149B6-7FAD-7D0A-B4D2-D99CE3E149D3}"/>
              </a:ext>
            </a:extLst>
          </p:cNvPr>
          <p:cNvSpPr txBox="1"/>
          <p:nvPr/>
        </p:nvSpPr>
        <p:spPr>
          <a:xfrm>
            <a:off x="4937760" y="1472502"/>
            <a:ext cx="3892248"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t>Network Transform Pipeline</a:t>
            </a:r>
            <a:endParaRPr dirty="0"/>
          </a:p>
        </p:txBody>
      </p:sp>
      <p:cxnSp>
        <p:nvCxnSpPr>
          <p:cNvPr id="510" name="Elbow Connector 509">
            <a:extLst>
              <a:ext uri="{FF2B5EF4-FFF2-40B4-BE49-F238E27FC236}">
                <a16:creationId xmlns:a16="http://schemas.microsoft.com/office/drawing/2014/main" id="{8135FB15-36EA-3743-CBD4-A2B352C5D1AE}"/>
              </a:ext>
            </a:extLst>
          </p:cNvPr>
          <p:cNvCxnSpPr>
            <a:cxnSpLocks/>
            <a:endCxn id="6" idx="1"/>
          </p:cNvCxnSpPr>
          <p:nvPr/>
        </p:nvCxnSpPr>
        <p:spPr>
          <a:xfrm flipV="1">
            <a:off x="8102322" y="1629314"/>
            <a:ext cx="1773198" cy="3659017"/>
          </a:xfrm>
          <a:prstGeom prst="bentConnector3">
            <a:avLst>
              <a:gd name="adj1" fmla="val 50000"/>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23" name="Elbow Connector 322">
            <a:extLst>
              <a:ext uri="{FF2B5EF4-FFF2-40B4-BE49-F238E27FC236}">
                <a16:creationId xmlns:a16="http://schemas.microsoft.com/office/drawing/2014/main" id="{B9F224D0-ACAA-A383-A5B7-9C8BF3D36A5E}"/>
              </a:ext>
            </a:extLst>
          </p:cNvPr>
          <p:cNvCxnSpPr>
            <a:cxnSpLocks/>
          </p:cNvCxnSpPr>
          <p:nvPr/>
        </p:nvCxnSpPr>
        <p:spPr>
          <a:xfrm rot="16200000" flipV="1">
            <a:off x="4535143" y="8290411"/>
            <a:ext cx="1440967" cy="4431"/>
          </a:xfrm>
          <a:prstGeom prst="bentConnector3">
            <a:avLst>
              <a:gd name="adj1" fmla="val 50000"/>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326" name="Manipulate Variables">
            <a:extLst>
              <a:ext uri="{FF2B5EF4-FFF2-40B4-BE49-F238E27FC236}">
                <a16:creationId xmlns:a16="http://schemas.microsoft.com/office/drawing/2014/main" id="{C6A4BC3E-FCF7-9C39-B38C-2EF03F010BD9}"/>
              </a:ext>
            </a:extLst>
          </p:cNvPr>
          <p:cNvSpPr txBox="1"/>
          <p:nvPr/>
        </p:nvSpPr>
        <p:spPr>
          <a:xfrm>
            <a:off x="274320" y="7065586"/>
            <a:ext cx="1825821"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Transformers</a:t>
            </a:r>
            <a:endParaRPr dirty="0"/>
          </a:p>
        </p:txBody>
      </p:sp>
      <p:sp>
        <p:nvSpPr>
          <p:cNvPr id="342" name="Create a visual hierarchy. Help users navigate the page with titles, subtitles, and subsubtitles">
            <a:extLst>
              <a:ext uri="{FF2B5EF4-FFF2-40B4-BE49-F238E27FC236}">
                <a16:creationId xmlns:a16="http://schemas.microsoft.com/office/drawing/2014/main" id="{2CC57722-986A-1F95-54CD-BF94EC12F0F3}"/>
              </a:ext>
            </a:extLst>
          </p:cNvPr>
          <p:cNvSpPr txBox="1"/>
          <p:nvPr/>
        </p:nvSpPr>
        <p:spPr>
          <a:xfrm>
            <a:off x="274320" y="7435454"/>
            <a:ext cx="3546143" cy="254215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dirty="0">
                <a:latin typeface="Source Sans Pro" panose="020B0503030403020204" pitchFamily="34" charset="0"/>
                <a:ea typeface="Source Sans Pro" panose="020B0503030403020204" pitchFamily="34" charset="0"/>
              </a:rPr>
              <a:t>Transform functions construct S3 graph objects from parsed tables by defining nodes, edges, and relationships.</a:t>
            </a: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endParaRPr lang="en-US" dirty="0">
              <a:latin typeface="Source Sans Pro" panose="020B0503030403020204" pitchFamily="34" charset="0"/>
              <a:ea typeface="Source Sans Pro" panose="020B0503030403020204" pitchFamily="34" charset="0"/>
              <a:sym typeface="Source Sans Pro"/>
            </a:endParaRPr>
          </a:p>
          <a:p>
            <a:r>
              <a:rPr lang="en-US" sz="1300" dirty="0"/>
              <a:t>1. transform_gitlog_to_bipartite_network()</a:t>
            </a:r>
          </a:p>
          <a:p>
            <a:r>
              <a:rPr lang="en-US" b="0" dirty="0"/>
              <a:t>Git Log commit table → bipartite graph.</a:t>
            </a:r>
          </a:p>
          <a:p>
            <a:r>
              <a:rPr lang="en-US" sz="1300" dirty="0"/>
              <a:t>2. transform_gitlog_to_multimodal_network()</a:t>
            </a:r>
          </a:p>
          <a:p>
            <a:r>
              <a:rPr lang="en-US" b="0" dirty="0"/>
              <a:t>Git Log commit table → multimodal graph.</a:t>
            </a:r>
          </a:p>
          <a:p>
            <a:r>
              <a:rPr lang="en-US" sz="1300" dirty="0"/>
              <a:t>3. transform_gitlog_to_temporal_network()</a:t>
            </a:r>
          </a:p>
          <a:p>
            <a:r>
              <a:rPr lang="en-US" b="0" dirty="0"/>
              <a:t>Git Log commit table → temporal projection graph.</a:t>
            </a:r>
          </a:p>
          <a:p>
            <a:r>
              <a:rPr lang="en-US" sz="1300" dirty="0"/>
              <a:t>4. transform_reply_to_bipartite_network()</a:t>
            </a:r>
          </a:p>
          <a:p>
            <a:r>
              <a:rPr lang="en-US" b="0" dirty="0"/>
              <a:t>Reply table → person-issue bipartite graph.</a:t>
            </a:r>
          </a:p>
        </p:txBody>
      </p:sp>
      <p:sp>
        <p:nvSpPr>
          <p:cNvPr id="421" name="Manipulate Variables">
            <a:extLst>
              <a:ext uri="{FF2B5EF4-FFF2-40B4-BE49-F238E27FC236}">
                <a16:creationId xmlns:a16="http://schemas.microsoft.com/office/drawing/2014/main" id="{F1C65CA7-4FB5-4F4F-C516-5E6FA6D0D4D7}"/>
              </a:ext>
            </a:extLst>
          </p:cNvPr>
          <p:cNvSpPr txBox="1"/>
          <p:nvPr/>
        </p:nvSpPr>
        <p:spPr>
          <a:xfrm>
            <a:off x="9875520" y="8325727"/>
            <a:ext cx="3693319"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External Weight Integration</a:t>
            </a:r>
            <a:endParaRPr dirty="0"/>
          </a:p>
        </p:txBody>
      </p:sp>
      <p:sp>
        <p:nvSpPr>
          <p:cNvPr id="426" name="TextBox 425">
            <a:extLst>
              <a:ext uri="{FF2B5EF4-FFF2-40B4-BE49-F238E27FC236}">
                <a16:creationId xmlns:a16="http://schemas.microsoft.com/office/drawing/2014/main" id="{B9D79143-BA5B-16C6-AA8A-F68EEA70E5CC}"/>
              </a:ext>
            </a:extLst>
          </p:cNvPr>
          <p:cNvSpPr txBox="1"/>
          <p:nvPr/>
        </p:nvSpPr>
        <p:spPr>
          <a:xfrm>
            <a:off x="9875520" y="8551640"/>
            <a:ext cx="4138222" cy="141312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latin typeface="Source Sans Pro" panose="020B0503030403020204" pitchFamily="34" charset="0"/>
                <a:ea typeface="Source Sans Pro" panose="020B0503030403020204" pitchFamily="34" charset="0"/>
              </a:rPr>
              <a:t>The S3 class system allows new analyses like sentiment metric weight schemes to be added without modifying any existing transforms.</a:t>
            </a:r>
          </a:p>
          <a:p>
            <a:endParaRPr kumimoji="0" lang="en-US" b="0" i="0" u="none" strike="noStrike" cap="none" spc="0" normalizeH="0" baseline="0" dirty="0">
              <a:ln>
                <a:noFill/>
              </a:ln>
              <a:solidFill>
                <a:srgbClr val="4C4C4C"/>
              </a:solidFill>
              <a:effectLst/>
              <a:uFillTx/>
              <a:latin typeface="Source Sans Pro" panose="020B0503030403020204" pitchFamily="34" charset="0"/>
              <a:ea typeface="Source Sans Pro" panose="020B0503030403020204" pitchFamily="34" charset="0"/>
              <a:sym typeface="Source Sans Pro"/>
            </a:endParaRPr>
          </a:p>
          <a:p>
            <a:r>
              <a:rPr lang="en-US" sz="1300" dirty="0"/>
              <a:t>1. transform_reply_to_bipartite_network(</a:t>
            </a:r>
            <a:r>
              <a:rPr lang="en-US" sz="1400" dirty="0">
                <a:solidFill>
                  <a:schemeClr val="accent1"/>
                </a:solidFill>
              </a:rPr>
              <a:t>weight</a:t>
            </a:r>
            <a:r>
              <a:rPr lang="en-US" sz="1300" dirty="0"/>
              <a:t>, …)</a:t>
            </a:r>
          </a:p>
          <a:p>
            <a:r>
              <a:rPr lang="en-US" sz="1300" dirty="0"/>
              <a:t>2. transform_gitlog_to_bipartite_network(</a:t>
            </a:r>
            <a:r>
              <a:rPr lang="en-US" sz="1400" dirty="0">
                <a:solidFill>
                  <a:schemeClr val="accent1"/>
                </a:solidFill>
              </a:rPr>
              <a:t>weight</a:t>
            </a:r>
            <a:r>
              <a:rPr lang="en-US" sz="1300" dirty="0"/>
              <a:t>, …)</a:t>
            </a:r>
          </a:p>
        </p:txBody>
      </p:sp>
      <p:sp>
        <p:nvSpPr>
          <p:cNvPr id="6" name="Manipulate Variables">
            <a:extLst>
              <a:ext uri="{FF2B5EF4-FFF2-40B4-BE49-F238E27FC236}">
                <a16:creationId xmlns:a16="http://schemas.microsoft.com/office/drawing/2014/main" id="{B4944F2A-1A12-33AB-ED8A-BD692D03AD64}"/>
              </a:ext>
            </a:extLst>
          </p:cNvPr>
          <p:cNvSpPr txBox="1"/>
          <p:nvPr/>
        </p:nvSpPr>
        <p:spPr>
          <a:xfrm>
            <a:off x="9875520" y="1459299"/>
            <a:ext cx="2644955"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Graph Constructors</a:t>
            </a:r>
            <a:endParaRPr dirty="0"/>
          </a:p>
        </p:txBody>
      </p:sp>
      <p:sp>
        <p:nvSpPr>
          <p:cNvPr id="10" name="Manipulate Variables">
            <a:extLst>
              <a:ext uri="{FF2B5EF4-FFF2-40B4-BE49-F238E27FC236}">
                <a16:creationId xmlns:a16="http://schemas.microsoft.com/office/drawing/2014/main" id="{E8C5F551-80C8-F803-E5BB-FED185031D6C}"/>
              </a:ext>
            </a:extLst>
          </p:cNvPr>
          <p:cNvSpPr txBox="1"/>
          <p:nvPr/>
        </p:nvSpPr>
        <p:spPr>
          <a:xfrm>
            <a:off x="9875520" y="3572883"/>
            <a:ext cx="1808187"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S3 Functions</a:t>
            </a:r>
            <a:endParaRPr dirty="0"/>
          </a:p>
        </p:txBody>
      </p:sp>
      <p:sp>
        <p:nvSpPr>
          <p:cNvPr id="488" name="Manipulate Variables">
            <a:extLst>
              <a:ext uri="{FF2B5EF4-FFF2-40B4-BE49-F238E27FC236}">
                <a16:creationId xmlns:a16="http://schemas.microsoft.com/office/drawing/2014/main" id="{18D0A762-0B7B-FDB3-41B1-FF2C3BC5A9EE}"/>
              </a:ext>
            </a:extLst>
          </p:cNvPr>
          <p:cNvSpPr txBox="1"/>
          <p:nvPr/>
        </p:nvSpPr>
        <p:spPr>
          <a:xfrm>
            <a:off x="274320" y="4130484"/>
            <a:ext cx="1017907"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Parsers</a:t>
            </a:r>
            <a:endParaRPr dirty="0"/>
          </a:p>
        </p:txBody>
      </p:sp>
      <p:sp>
        <p:nvSpPr>
          <p:cNvPr id="491" name="Create a visual hierarchy. Help users navigate the page with titles, subtitles, and subsubtitles">
            <a:extLst>
              <a:ext uri="{FF2B5EF4-FFF2-40B4-BE49-F238E27FC236}">
                <a16:creationId xmlns:a16="http://schemas.microsoft.com/office/drawing/2014/main" id="{C0D5D492-F216-E4B3-1B4F-A5A600FAE1A1}"/>
              </a:ext>
            </a:extLst>
          </p:cNvPr>
          <p:cNvSpPr txBox="1"/>
          <p:nvPr/>
        </p:nvSpPr>
        <p:spPr>
          <a:xfrm>
            <a:off x="274320" y="4485433"/>
            <a:ext cx="3141449" cy="2121526"/>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dirty="0">
                <a:latin typeface="Source Sans Pro" panose="020B0503030403020204" pitchFamily="34" charset="0"/>
                <a:ea typeface="Source Sans Pro" panose="020B0503030403020204" pitchFamily="34" charset="0"/>
              </a:rPr>
              <a:t>Parse functions normalize raw data into structured tables reusable across multiple transforms.</a:t>
            </a: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endParaRPr lang="en-US" dirty="0">
              <a:latin typeface="Source Sans Pro" panose="020B0503030403020204" pitchFamily="34" charset="0"/>
              <a:ea typeface="Source Sans Pro" panose="020B0503030403020204" pitchFamily="34" charset="0"/>
              <a:sym typeface="Source Sans Pro"/>
            </a:endParaRPr>
          </a:p>
          <a:p>
            <a:r>
              <a:rPr lang="en-US" sz="1300" dirty="0"/>
              <a:t>1. parse_gitlog()</a:t>
            </a:r>
          </a:p>
          <a:p>
            <a:r>
              <a:rPr lang="en-US" b="0" dirty="0"/>
              <a:t>Parses a git repository into a commit table.</a:t>
            </a:r>
            <a:endParaRPr lang="en-US" dirty="0"/>
          </a:p>
          <a:p>
            <a:r>
              <a:rPr lang="en-US" sz="1300" dirty="0"/>
              <a:t>2. parse_jira_replies()</a:t>
            </a:r>
          </a:p>
          <a:p>
            <a:r>
              <a:rPr lang="en-US" b="0" dirty="0"/>
              <a:t>Parses Jira issue comments into a reply table.</a:t>
            </a:r>
            <a:endParaRPr lang="en-US" sz="1300" dirty="0"/>
          </a:p>
          <a:p>
            <a:r>
              <a:rPr lang="en-US" sz="1300" dirty="0"/>
              <a:t>3. parse_mbox()</a:t>
            </a:r>
          </a:p>
          <a:p>
            <a:r>
              <a:rPr lang="en-US" b="0" dirty="0">
                <a:latin typeface="Source Sans Pro" panose="020B0503030403020204" pitchFamily="34" charset="0"/>
                <a:ea typeface="Source Sans Pro" panose="020B0503030403020204" pitchFamily="34" charset="0"/>
              </a:rPr>
              <a:t>Parses mbox files into a reply table.</a:t>
            </a:r>
            <a:endParaRPr lang="en-US" b="0" dirty="0"/>
          </a:p>
        </p:txBody>
      </p:sp>
      <p:sp>
        <p:nvSpPr>
          <p:cNvPr id="2" name="TextBox 1">
            <a:extLst>
              <a:ext uri="{FF2B5EF4-FFF2-40B4-BE49-F238E27FC236}">
                <a16:creationId xmlns:a16="http://schemas.microsoft.com/office/drawing/2014/main" id="{7E73B777-3ED3-FD16-B3FE-57926B8C9D73}"/>
              </a:ext>
            </a:extLst>
          </p:cNvPr>
          <p:cNvSpPr txBox="1"/>
          <p:nvPr/>
        </p:nvSpPr>
        <p:spPr>
          <a:xfrm>
            <a:off x="9875520" y="1829267"/>
            <a:ext cx="4177348" cy="137721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t>A graph structure generalizes different types of graphs, regardless of their data source.</a:t>
            </a:r>
            <a:endParaRPr lang="en-US" dirty="0"/>
          </a:p>
          <a:p>
            <a:r>
              <a:rPr lang="en-US" sz="1300" dirty="0"/>
              <a:t>1. model_unimodal_graph()</a:t>
            </a:r>
          </a:p>
          <a:p>
            <a:r>
              <a:rPr lang="en-US" b="0" dirty="0"/>
              <a:t>Represents a unimodal graph.</a:t>
            </a:r>
            <a:endParaRPr lang="en-US" dirty="0"/>
          </a:p>
          <a:p>
            <a:r>
              <a:rPr lang="en-US" sz="1300" dirty="0"/>
              <a:t>2. model_multimodal_graph()</a:t>
            </a:r>
          </a:p>
          <a:p>
            <a:r>
              <a:rPr lang="en-US" b="0" dirty="0"/>
              <a:t>Represents a multimodal graph.</a:t>
            </a:r>
          </a:p>
        </p:txBody>
      </p:sp>
      <p:cxnSp>
        <p:nvCxnSpPr>
          <p:cNvPr id="43" name="Elbow Connector 42">
            <a:extLst>
              <a:ext uri="{FF2B5EF4-FFF2-40B4-BE49-F238E27FC236}">
                <a16:creationId xmlns:a16="http://schemas.microsoft.com/office/drawing/2014/main" id="{AD60F828-FBEE-83BD-0314-7F0C33DA2262}"/>
              </a:ext>
            </a:extLst>
          </p:cNvPr>
          <p:cNvCxnSpPr>
            <a:cxnSpLocks/>
            <a:stCxn id="257" idx="3"/>
          </p:cNvCxnSpPr>
          <p:nvPr/>
        </p:nvCxnSpPr>
        <p:spPr>
          <a:xfrm flipV="1">
            <a:off x="7241179" y="6231543"/>
            <a:ext cx="2649301" cy="2496654"/>
          </a:xfrm>
          <a:prstGeom prst="bentConnector3">
            <a:avLst>
              <a:gd name="adj1" fmla="val 85953"/>
            </a:avLst>
          </a:prstGeom>
          <a:noFill/>
          <a:ln w="127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90" name="Elbow Connector 489">
            <a:extLst>
              <a:ext uri="{FF2B5EF4-FFF2-40B4-BE49-F238E27FC236}">
                <a16:creationId xmlns:a16="http://schemas.microsoft.com/office/drawing/2014/main" id="{C38BEC5A-8C1E-245D-4DB4-A5098A818BC9}"/>
              </a:ext>
            </a:extLst>
          </p:cNvPr>
          <p:cNvCxnSpPr>
            <a:cxnSpLocks/>
            <a:endCxn id="10" idx="1"/>
          </p:cNvCxnSpPr>
          <p:nvPr/>
        </p:nvCxnSpPr>
        <p:spPr>
          <a:xfrm flipV="1">
            <a:off x="9277609" y="3742898"/>
            <a:ext cx="597911" cy="3238528"/>
          </a:xfrm>
          <a:prstGeom prst="bentConnector3">
            <a:avLst>
              <a:gd name="adj1" fmla="val 21325"/>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grpSp>
        <p:nvGrpSpPr>
          <p:cNvPr id="267" name="Google Shape;156;p1">
            <a:extLst>
              <a:ext uri="{FF2B5EF4-FFF2-40B4-BE49-F238E27FC236}">
                <a16:creationId xmlns:a16="http://schemas.microsoft.com/office/drawing/2014/main" id="{14135687-C0E2-CD9D-E105-EC77B13FCE19}"/>
              </a:ext>
            </a:extLst>
          </p:cNvPr>
          <p:cNvGrpSpPr/>
          <p:nvPr/>
        </p:nvGrpSpPr>
        <p:grpSpPr>
          <a:xfrm>
            <a:off x="5817574" y="4638565"/>
            <a:ext cx="2196419" cy="1216823"/>
            <a:chOff x="10592773" y="5229745"/>
            <a:chExt cx="3298954" cy="1741391"/>
          </a:xfrm>
          <a:solidFill>
            <a:schemeClr val="tx1"/>
          </a:solidFill>
        </p:grpSpPr>
        <p:sp>
          <p:nvSpPr>
            <p:cNvPr id="268" name="Google Shape;157;p1">
              <a:extLst>
                <a:ext uri="{FF2B5EF4-FFF2-40B4-BE49-F238E27FC236}">
                  <a16:creationId xmlns:a16="http://schemas.microsoft.com/office/drawing/2014/main" id="{034E0EB3-1FB4-128B-22B5-7E83B686F898}"/>
                </a:ext>
              </a:extLst>
            </p:cNvPr>
            <p:cNvSpPr/>
            <p:nvPr/>
          </p:nvSpPr>
          <p:spPr>
            <a:xfrm>
              <a:off x="12237743" y="5550161"/>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69" name="Google Shape;158;p1">
              <a:extLst>
                <a:ext uri="{FF2B5EF4-FFF2-40B4-BE49-F238E27FC236}">
                  <a16:creationId xmlns:a16="http://schemas.microsoft.com/office/drawing/2014/main" id="{7C37CFA8-04F8-CC24-E723-544072D58478}"/>
                </a:ext>
              </a:extLst>
            </p:cNvPr>
            <p:cNvSpPr/>
            <p:nvPr/>
          </p:nvSpPr>
          <p:spPr>
            <a:xfrm>
              <a:off x="12990609" y="5398089"/>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0" name="Google Shape;159;p1">
              <a:extLst>
                <a:ext uri="{FF2B5EF4-FFF2-40B4-BE49-F238E27FC236}">
                  <a16:creationId xmlns:a16="http://schemas.microsoft.com/office/drawing/2014/main" id="{07D0B619-8BE1-9EC0-1B68-03C95300E3E3}"/>
                </a:ext>
              </a:extLst>
            </p:cNvPr>
            <p:cNvSpPr/>
            <p:nvPr/>
          </p:nvSpPr>
          <p:spPr>
            <a:xfrm>
              <a:off x="13329043" y="5229745"/>
              <a:ext cx="192300" cy="198000"/>
            </a:xfrm>
            <a:prstGeom prst="ellipse">
              <a:avLst/>
            </a:prstGeom>
            <a:solidFill>
              <a:schemeClr val="accent3"/>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1" name="Google Shape;160;p1">
              <a:extLst>
                <a:ext uri="{FF2B5EF4-FFF2-40B4-BE49-F238E27FC236}">
                  <a16:creationId xmlns:a16="http://schemas.microsoft.com/office/drawing/2014/main" id="{1B34AEDD-D15B-E1F5-2020-9BC9675B65EC}"/>
                </a:ext>
              </a:extLst>
            </p:cNvPr>
            <p:cNvSpPr/>
            <p:nvPr/>
          </p:nvSpPr>
          <p:spPr>
            <a:xfrm>
              <a:off x="13317282" y="5522084"/>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2" name="Google Shape;161;p1">
              <a:extLst>
                <a:ext uri="{FF2B5EF4-FFF2-40B4-BE49-F238E27FC236}">
                  <a16:creationId xmlns:a16="http://schemas.microsoft.com/office/drawing/2014/main" id="{92AB60E5-F98B-CD95-ACAB-CC81364F6A1F}"/>
                </a:ext>
              </a:extLst>
            </p:cNvPr>
            <p:cNvSpPr/>
            <p:nvPr/>
          </p:nvSpPr>
          <p:spPr>
            <a:xfrm>
              <a:off x="13699427" y="5306906"/>
              <a:ext cx="192300" cy="198000"/>
            </a:xfrm>
            <a:prstGeom prst="ellipse">
              <a:avLst/>
            </a:prstGeom>
            <a:solidFill>
              <a:schemeClr val="accent3"/>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3" name="Google Shape;162;p1">
              <a:extLst>
                <a:ext uri="{FF2B5EF4-FFF2-40B4-BE49-F238E27FC236}">
                  <a16:creationId xmlns:a16="http://schemas.microsoft.com/office/drawing/2014/main" id="{320FAED1-392E-BAF4-4652-B3AA88811E2D}"/>
                </a:ext>
              </a:extLst>
            </p:cNvPr>
            <p:cNvSpPr/>
            <p:nvPr/>
          </p:nvSpPr>
          <p:spPr>
            <a:xfrm>
              <a:off x="12990598" y="5644267"/>
              <a:ext cx="192300" cy="198000"/>
            </a:xfrm>
            <a:prstGeom prst="ellipse">
              <a:avLst/>
            </a:prstGeom>
            <a:solidFill>
              <a:schemeClr val="accent3"/>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4" name="Google Shape;163;p1">
              <a:extLst>
                <a:ext uri="{FF2B5EF4-FFF2-40B4-BE49-F238E27FC236}">
                  <a16:creationId xmlns:a16="http://schemas.microsoft.com/office/drawing/2014/main" id="{A70B537F-0064-958A-5DC9-37965B6F9066}"/>
                </a:ext>
              </a:extLst>
            </p:cNvPr>
            <p:cNvSpPr/>
            <p:nvPr/>
          </p:nvSpPr>
          <p:spPr>
            <a:xfrm>
              <a:off x="13261106" y="6564434"/>
              <a:ext cx="328200" cy="3369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5" name="Google Shape;164;p1">
              <a:extLst>
                <a:ext uri="{FF2B5EF4-FFF2-40B4-BE49-F238E27FC236}">
                  <a16:creationId xmlns:a16="http://schemas.microsoft.com/office/drawing/2014/main" id="{D8C6EBD4-F1DF-B5D8-2A23-FC5BE3EB0864}"/>
                </a:ext>
              </a:extLst>
            </p:cNvPr>
            <p:cNvSpPr/>
            <p:nvPr/>
          </p:nvSpPr>
          <p:spPr>
            <a:xfrm>
              <a:off x="12889483" y="6773136"/>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6" name="Google Shape;165;p1">
              <a:extLst>
                <a:ext uri="{FF2B5EF4-FFF2-40B4-BE49-F238E27FC236}">
                  <a16:creationId xmlns:a16="http://schemas.microsoft.com/office/drawing/2014/main" id="{02326692-0B0E-E77A-6C39-0474AEA3C5A5}"/>
                </a:ext>
              </a:extLst>
            </p:cNvPr>
            <p:cNvSpPr/>
            <p:nvPr/>
          </p:nvSpPr>
          <p:spPr>
            <a:xfrm>
              <a:off x="13324166" y="6099152"/>
              <a:ext cx="192300" cy="198000"/>
            </a:xfrm>
            <a:prstGeom prst="ellipse">
              <a:avLst/>
            </a:prstGeom>
            <a:solidFill>
              <a:schemeClr val="accent3"/>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7" name="Google Shape;166;p1">
              <a:extLst>
                <a:ext uri="{FF2B5EF4-FFF2-40B4-BE49-F238E27FC236}">
                  <a16:creationId xmlns:a16="http://schemas.microsoft.com/office/drawing/2014/main" id="{CAA12D52-5978-0545-1FB8-1E154D1E9E26}"/>
                </a:ext>
              </a:extLst>
            </p:cNvPr>
            <p:cNvSpPr/>
            <p:nvPr/>
          </p:nvSpPr>
          <p:spPr>
            <a:xfrm>
              <a:off x="11468140" y="5576165"/>
              <a:ext cx="305700" cy="308400"/>
            </a:xfrm>
            <a:prstGeom prst="ellipse">
              <a:avLst/>
            </a:prstGeom>
            <a:solidFill>
              <a:schemeClr val="accent3"/>
            </a:solidFill>
            <a:ln w="179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8" name="Google Shape;167;p1">
              <a:extLst>
                <a:ext uri="{FF2B5EF4-FFF2-40B4-BE49-F238E27FC236}">
                  <a16:creationId xmlns:a16="http://schemas.microsoft.com/office/drawing/2014/main" id="{727F5794-39C1-2854-8F23-1FCC3EBA95A4}"/>
                </a:ext>
              </a:extLst>
            </p:cNvPr>
            <p:cNvSpPr/>
            <p:nvPr/>
          </p:nvSpPr>
          <p:spPr>
            <a:xfrm>
              <a:off x="10719482" y="5925385"/>
              <a:ext cx="192300" cy="198000"/>
            </a:xfrm>
            <a:prstGeom prst="ellipse">
              <a:avLst/>
            </a:prstGeom>
            <a:solidFill>
              <a:schemeClr val="accent3"/>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9" name="Google Shape;168;p1">
              <a:extLst>
                <a:ext uri="{FF2B5EF4-FFF2-40B4-BE49-F238E27FC236}">
                  <a16:creationId xmlns:a16="http://schemas.microsoft.com/office/drawing/2014/main" id="{D30C9606-AB30-3811-2AD4-38F3F2396478}"/>
                </a:ext>
              </a:extLst>
            </p:cNvPr>
            <p:cNvSpPr/>
            <p:nvPr/>
          </p:nvSpPr>
          <p:spPr>
            <a:xfrm>
              <a:off x="11061232" y="5405652"/>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80" name="Google Shape;169;p1">
              <a:extLst>
                <a:ext uri="{FF2B5EF4-FFF2-40B4-BE49-F238E27FC236}">
                  <a16:creationId xmlns:a16="http://schemas.microsoft.com/office/drawing/2014/main" id="{B23B7EF7-D905-7349-AED0-C5793BA31FC6}"/>
                </a:ext>
              </a:extLst>
            </p:cNvPr>
            <p:cNvSpPr/>
            <p:nvPr/>
          </p:nvSpPr>
          <p:spPr>
            <a:xfrm>
              <a:off x="10592773" y="6139937"/>
              <a:ext cx="274500" cy="276300"/>
            </a:xfrm>
            <a:prstGeom prst="ellipse">
              <a:avLst/>
            </a:prstGeom>
            <a:solidFill>
              <a:schemeClr val="accent3"/>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81" name="Google Shape;170;p1">
              <a:extLst>
                <a:ext uri="{FF2B5EF4-FFF2-40B4-BE49-F238E27FC236}">
                  <a16:creationId xmlns:a16="http://schemas.microsoft.com/office/drawing/2014/main" id="{92905AA3-B522-D7C9-0C15-BE5DD6425E3A}"/>
                </a:ext>
              </a:extLst>
            </p:cNvPr>
            <p:cNvSpPr/>
            <p:nvPr/>
          </p:nvSpPr>
          <p:spPr>
            <a:xfrm>
              <a:off x="11037864" y="6333062"/>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82" name="Google Shape;171;p1">
              <a:extLst>
                <a:ext uri="{FF2B5EF4-FFF2-40B4-BE49-F238E27FC236}">
                  <a16:creationId xmlns:a16="http://schemas.microsoft.com/office/drawing/2014/main" id="{D17D279C-7194-03F9-C769-364692DD2EF3}"/>
                </a:ext>
              </a:extLst>
            </p:cNvPr>
            <p:cNvSpPr/>
            <p:nvPr/>
          </p:nvSpPr>
          <p:spPr>
            <a:xfrm>
              <a:off x="11449106" y="6300040"/>
              <a:ext cx="553500" cy="567900"/>
            </a:xfrm>
            <a:prstGeom prst="ellipse">
              <a:avLst/>
            </a:prstGeom>
            <a:solidFill>
              <a:schemeClr val="accent3"/>
            </a:solidFill>
            <a:ln w="26900"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283" name="Google Shape;172;p1">
              <a:extLst>
                <a:ext uri="{FF2B5EF4-FFF2-40B4-BE49-F238E27FC236}">
                  <a16:creationId xmlns:a16="http://schemas.microsoft.com/office/drawing/2014/main" id="{5C1C74A9-0EF3-174A-441B-129C017238B4}"/>
                </a:ext>
              </a:extLst>
            </p:cNvPr>
            <p:cNvCxnSpPr>
              <a:stCxn id="268" idx="2"/>
              <a:endCxn id="277" idx="6"/>
            </p:cNvCxnSpPr>
            <p:nvPr/>
          </p:nvCxnSpPr>
          <p:spPr>
            <a:xfrm flipH="1">
              <a:off x="11773943" y="5649161"/>
              <a:ext cx="463800" cy="813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84" name="Google Shape;173;p1">
              <a:extLst>
                <a:ext uri="{FF2B5EF4-FFF2-40B4-BE49-F238E27FC236}">
                  <a16:creationId xmlns:a16="http://schemas.microsoft.com/office/drawing/2014/main" id="{9152F612-8D9D-9C14-8638-29BD5FAFAEBB}"/>
                </a:ext>
              </a:extLst>
            </p:cNvPr>
            <p:cNvCxnSpPr>
              <a:stCxn id="277" idx="2"/>
              <a:endCxn id="296" idx="6"/>
            </p:cNvCxnSpPr>
            <p:nvPr/>
          </p:nvCxnSpPr>
          <p:spPr>
            <a:xfrm flipH="1">
              <a:off x="11113540" y="5730365"/>
              <a:ext cx="354600" cy="306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85" name="Google Shape;175;p1">
              <a:extLst>
                <a:ext uri="{FF2B5EF4-FFF2-40B4-BE49-F238E27FC236}">
                  <a16:creationId xmlns:a16="http://schemas.microsoft.com/office/drawing/2014/main" id="{E66659B1-7E7D-F5DF-6A20-62415F29BD18}"/>
                </a:ext>
              </a:extLst>
            </p:cNvPr>
            <p:cNvCxnSpPr>
              <a:stCxn id="282" idx="1"/>
              <a:endCxn id="293" idx="5"/>
            </p:cNvCxnSpPr>
            <p:nvPr/>
          </p:nvCxnSpPr>
          <p:spPr>
            <a:xfrm rot="10800000">
              <a:off x="11390064" y="6170507"/>
              <a:ext cx="140100" cy="2127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86" name="Google Shape;177;p1">
              <a:extLst>
                <a:ext uri="{FF2B5EF4-FFF2-40B4-BE49-F238E27FC236}">
                  <a16:creationId xmlns:a16="http://schemas.microsoft.com/office/drawing/2014/main" id="{4CFF7ACB-E7F3-A17F-7D90-42F3ED756055}"/>
                </a:ext>
              </a:extLst>
            </p:cNvPr>
            <p:cNvCxnSpPr>
              <a:stCxn id="282" idx="2"/>
              <a:endCxn id="281" idx="5"/>
            </p:cNvCxnSpPr>
            <p:nvPr/>
          </p:nvCxnSpPr>
          <p:spPr>
            <a:xfrm rot="10800000">
              <a:off x="11201906" y="6502090"/>
              <a:ext cx="247200" cy="819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87" name="Google Shape;178;p1">
              <a:extLst>
                <a:ext uri="{FF2B5EF4-FFF2-40B4-BE49-F238E27FC236}">
                  <a16:creationId xmlns:a16="http://schemas.microsoft.com/office/drawing/2014/main" id="{3E0FD321-D224-7E37-2602-24619D0AFDE3}"/>
                </a:ext>
              </a:extLst>
            </p:cNvPr>
            <p:cNvCxnSpPr>
              <a:stCxn id="281" idx="2"/>
              <a:endCxn id="280" idx="6"/>
            </p:cNvCxnSpPr>
            <p:nvPr/>
          </p:nvCxnSpPr>
          <p:spPr>
            <a:xfrm rot="10800000">
              <a:off x="10867164" y="6278162"/>
              <a:ext cx="170700" cy="1539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88" name="Google Shape;179;p1">
              <a:extLst>
                <a:ext uri="{FF2B5EF4-FFF2-40B4-BE49-F238E27FC236}">
                  <a16:creationId xmlns:a16="http://schemas.microsoft.com/office/drawing/2014/main" id="{8493893B-725F-366C-FF51-4376DDA650B8}"/>
                </a:ext>
              </a:extLst>
            </p:cNvPr>
            <p:cNvCxnSpPr>
              <a:stCxn id="293" idx="2"/>
              <a:endCxn id="278" idx="5"/>
            </p:cNvCxnSpPr>
            <p:nvPr/>
          </p:nvCxnSpPr>
          <p:spPr>
            <a:xfrm rot="10800000">
              <a:off x="10883737" y="6094319"/>
              <a:ext cx="342300" cy="63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89" name="Google Shape;180;p1">
              <a:extLst>
                <a:ext uri="{FF2B5EF4-FFF2-40B4-BE49-F238E27FC236}">
                  <a16:creationId xmlns:a16="http://schemas.microsoft.com/office/drawing/2014/main" id="{717E52DF-C994-2A3A-6EA8-8C0CCAD73A2E}"/>
                </a:ext>
              </a:extLst>
            </p:cNvPr>
            <p:cNvCxnSpPr>
              <a:stCxn id="277" idx="1"/>
              <a:endCxn id="279" idx="5"/>
            </p:cNvCxnSpPr>
            <p:nvPr/>
          </p:nvCxnSpPr>
          <p:spPr>
            <a:xfrm rot="10800000">
              <a:off x="11225509" y="5574529"/>
              <a:ext cx="287400" cy="468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90" name="Google Shape;181;p1">
              <a:extLst>
                <a:ext uri="{FF2B5EF4-FFF2-40B4-BE49-F238E27FC236}">
                  <a16:creationId xmlns:a16="http://schemas.microsoft.com/office/drawing/2014/main" id="{74BC19B0-F01B-F146-8C48-9C89937EAD76}"/>
                </a:ext>
              </a:extLst>
            </p:cNvPr>
            <p:cNvCxnSpPr>
              <a:stCxn id="304" idx="2"/>
              <a:endCxn id="293" idx="6"/>
            </p:cNvCxnSpPr>
            <p:nvPr/>
          </p:nvCxnSpPr>
          <p:spPr>
            <a:xfrm flipH="1">
              <a:off x="11418366" y="5897435"/>
              <a:ext cx="710100" cy="2031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91" name="Google Shape;183;p1">
              <a:extLst>
                <a:ext uri="{FF2B5EF4-FFF2-40B4-BE49-F238E27FC236}">
                  <a16:creationId xmlns:a16="http://schemas.microsoft.com/office/drawing/2014/main" id="{FC24770C-F43F-000B-0102-E40E0524BB16}"/>
                </a:ext>
              </a:extLst>
            </p:cNvPr>
            <p:cNvCxnSpPr>
              <a:stCxn id="304" idx="2"/>
              <a:endCxn id="278" idx="6"/>
            </p:cNvCxnSpPr>
            <p:nvPr/>
          </p:nvCxnSpPr>
          <p:spPr>
            <a:xfrm flipH="1">
              <a:off x="10911666" y="5897435"/>
              <a:ext cx="1216800" cy="1269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sp>
          <p:nvSpPr>
            <p:cNvPr id="293" name="Google Shape;176;p1">
              <a:extLst>
                <a:ext uri="{FF2B5EF4-FFF2-40B4-BE49-F238E27FC236}">
                  <a16:creationId xmlns:a16="http://schemas.microsoft.com/office/drawing/2014/main" id="{395D3EA0-F477-5C53-6895-5CB777E013D1}"/>
                </a:ext>
              </a:extLst>
            </p:cNvPr>
            <p:cNvSpPr/>
            <p:nvPr/>
          </p:nvSpPr>
          <p:spPr>
            <a:xfrm>
              <a:off x="11226037" y="6001619"/>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294" name="Google Shape;184;p1">
              <a:extLst>
                <a:ext uri="{FF2B5EF4-FFF2-40B4-BE49-F238E27FC236}">
                  <a16:creationId xmlns:a16="http://schemas.microsoft.com/office/drawing/2014/main" id="{08894610-9C54-2284-F455-25A248F7C663}"/>
                </a:ext>
              </a:extLst>
            </p:cNvPr>
            <p:cNvCxnSpPr>
              <a:stCxn id="268" idx="2"/>
              <a:endCxn id="281" idx="7"/>
            </p:cNvCxnSpPr>
            <p:nvPr/>
          </p:nvCxnSpPr>
          <p:spPr>
            <a:xfrm flipH="1">
              <a:off x="11202143" y="5649161"/>
              <a:ext cx="1035600" cy="7128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95" name="Google Shape;185;p1">
              <a:extLst>
                <a:ext uri="{FF2B5EF4-FFF2-40B4-BE49-F238E27FC236}">
                  <a16:creationId xmlns:a16="http://schemas.microsoft.com/office/drawing/2014/main" id="{12C48FDA-8854-803A-B522-383F99407C96}"/>
                </a:ext>
              </a:extLst>
            </p:cNvPr>
            <p:cNvCxnSpPr>
              <a:stCxn id="268" idx="5"/>
              <a:endCxn id="274" idx="1"/>
            </p:cNvCxnSpPr>
            <p:nvPr/>
          </p:nvCxnSpPr>
          <p:spPr>
            <a:xfrm>
              <a:off x="12401881" y="5719165"/>
              <a:ext cx="907200" cy="8946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sp>
          <p:nvSpPr>
            <p:cNvPr id="296" name="Google Shape;174;p1">
              <a:extLst>
                <a:ext uri="{FF2B5EF4-FFF2-40B4-BE49-F238E27FC236}">
                  <a16:creationId xmlns:a16="http://schemas.microsoft.com/office/drawing/2014/main" id="{B139E525-DD8E-CA0C-7811-799161965E0C}"/>
                </a:ext>
              </a:extLst>
            </p:cNvPr>
            <p:cNvSpPr/>
            <p:nvPr/>
          </p:nvSpPr>
          <p:spPr>
            <a:xfrm>
              <a:off x="10921235" y="5662025"/>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297" name="Google Shape;186;p1">
              <a:extLst>
                <a:ext uri="{FF2B5EF4-FFF2-40B4-BE49-F238E27FC236}">
                  <a16:creationId xmlns:a16="http://schemas.microsoft.com/office/drawing/2014/main" id="{EE40A902-81BD-1154-E6CA-EE5FBD695B34}"/>
                </a:ext>
              </a:extLst>
            </p:cNvPr>
            <p:cNvCxnSpPr>
              <a:stCxn id="304" idx="2"/>
              <a:endCxn id="281" idx="6"/>
            </p:cNvCxnSpPr>
            <p:nvPr/>
          </p:nvCxnSpPr>
          <p:spPr>
            <a:xfrm flipH="1">
              <a:off x="11230266" y="5897435"/>
              <a:ext cx="898200" cy="5346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98" name="Google Shape;187;p1">
              <a:extLst>
                <a:ext uri="{FF2B5EF4-FFF2-40B4-BE49-F238E27FC236}">
                  <a16:creationId xmlns:a16="http://schemas.microsoft.com/office/drawing/2014/main" id="{3F5CAAA3-E179-170B-7D6B-0D024A6124B2}"/>
                </a:ext>
              </a:extLst>
            </p:cNvPr>
            <p:cNvCxnSpPr>
              <a:stCxn id="302" idx="6"/>
              <a:endCxn id="273" idx="2"/>
            </p:cNvCxnSpPr>
            <p:nvPr/>
          </p:nvCxnSpPr>
          <p:spPr>
            <a:xfrm rot="10800000" flipH="1">
              <a:off x="12553633" y="5743151"/>
              <a:ext cx="437100" cy="199800"/>
            </a:xfrm>
            <a:prstGeom prst="straightConnector1">
              <a:avLst/>
            </a:prstGeom>
            <a:grpFill/>
            <a:ln w="9525" cap="flat" cmpd="sng">
              <a:solidFill>
                <a:schemeClr val="bg2">
                  <a:lumMod val="10000"/>
                </a:schemeClr>
              </a:solidFill>
              <a:prstDash val="solid"/>
              <a:round/>
              <a:headEnd type="none" w="sm" len="sm"/>
              <a:tailEnd type="stealth" w="med" len="med"/>
            </a:ln>
          </p:spPr>
        </p:cxnSp>
        <p:cxnSp>
          <p:nvCxnSpPr>
            <p:cNvPr id="299" name="Google Shape;189;p1">
              <a:extLst>
                <a:ext uri="{FF2B5EF4-FFF2-40B4-BE49-F238E27FC236}">
                  <a16:creationId xmlns:a16="http://schemas.microsoft.com/office/drawing/2014/main" id="{DB679690-FD4A-8D43-3FCD-2DCDB444FF95}"/>
                </a:ext>
              </a:extLst>
            </p:cNvPr>
            <p:cNvCxnSpPr>
              <a:stCxn id="273" idx="7"/>
              <a:endCxn id="271" idx="2"/>
            </p:cNvCxnSpPr>
            <p:nvPr/>
          </p:nvCxnSpPr>
          <p:spPr>
            <a:xfrm rot="10800000" flipH="1">
              <a:off x="13154736" y="5621063"/>
              <a:ext cx="162600" cy="522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300" name="Google Shape;190;p1">
              <a:extLst>
                <a:ext uri="{FF2B5EF4-FFF2-40B4-BE49-F238E27FC236}">
                  <a16:creationId xmlns:a16="http://schemas.microsoft.com/office/drawing/2014/main" id="{9DAECC12-365F-3F46-BF0E-B22A6AC48CAB}"/>
                </a:ext>
              </a:extLst>
            </p:cNvPr>
            <p:cNvCxnSpPr>
              <a:stCxn id="271" idx="6"/>
              <a:endCxn id="272" idx="2"/>
            </p:cNvCxnSpPr>
            <p:nvPr/>
          </p:nvCxnSpPr>
          <p:spPr>
            <a:xfrm rot="10800000" flipH="1">
              <a:off x="13509582" y="5405984"/>
              <a:ext cx="189900" cy="2151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301" name="Google Shape;191;p1">
              <a:extLst>
                <a:ext uri="{FF2B5EF4-FFF2-40B4-BE49-F238E27FC236}">
                  <a16:creationId xmlns:a16="http://schemas.microsoft.com/office/drawing/2014/main" id="{A0023DA0-6B35-115F-9DBD-60EFC189BC44}"/>
                </a:ext>
              </a:extLst>
            </p:cNvPr>
            <p:cNvCxnSpPr>
              <a:stCxn id="268" idx="6"/>
              <a:endCxn id="269" idx="2"/>
            </p:cNvCxnSpPr>
            <p:nvPr/>
          </p:nvCxnSpPr>
          <p:spPr>
            <a:xfrm rot="10800000" flipH="1">
              <a:off x="12430043" y="5497061"/>
              <a:ext cx="560700" cy="1521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sp>
          <p:nvSpPr>
            <p:cNvPr id="302" name="Google Shape;188;p1">
              <a:extLst>
                <a:ext uri="{FF2B5EF4-FFF2-40B4-BE49-F238E27FC236}">
                  <a16:creationId xmlns:a16="http://schemas.microsoft.com/office/drawing/2014/main" id="{20D83C4B-6629-F1C1-1C5E-0C5D46CAC9C8}"/>
                </a:ext>
              </a:extLst>
            </p:cNvPr>
            <p:cNvSpPr/>
            <p:nvPr/>
          </p:nvSpPr>
          <p:spPr>
            <a:xfrm>
              <a:off x="12361333" y="5843951"/>
              <a:ext cx="192300" cy="198000"/>
            </a:xfrm>
            <a:prstGeom prst="ellipse">
              <a:avLst/>
            </a:prstGeom>
            <a:solidFill>
              <a:schemeClr val="accent3"/>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303" name="Google Shape;192;p1">
              <a:extLst>
                <a:ext uri="{FF2B5EF4-FFF2-40B4-BE49-F238E27FC236}">
                  <a16:creationId xmlns:a16="http://schemas.microsoft.com/office/drawing/2014/main" id="{DEDC465F-0A70-5F33-394F-AA5131FFDFA0}"/>
                </a:ext>
              </a:extLst>
            </p:cNvPr>
            <p:cNvCxnSpPr>
              <a:stCxn id="269" idx="7"/>
              <a:endCxn id="270" idx="2"/>
            </p:cNvCxnSpPr>
            <p:nvPr/>
          </p:nvCxnSpPr>
          <p:spPr>
            <a:xfrm rot="10800000" flipH="1">
              <a:off x="13154747" y="5328685"/>
              <a:ext cx="174300" cy="984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sp>
          <p:nvSpPr>
            <p:cNvPr id="304" name="Google Shape;182;p1">
              <a:extLst>
                <a:ext uri="{FF2B5EF4-FFF2-40B4-BE49-F238E27FC236}">
                  <a16:creationId xmlns:a16="http://schemas.microsoft.com/office/drawing/2014/main" id="{5469DEEC-D101-EB48-C43C-5F66A375188D}"/>
                </a:ext>
              </a:extLst>
            </p:cNvPr>
            <p:cNvSpPr/>
            <p:nvPr/>
          </p:nvSpPr>
          <p:spPr>
            <a:xfrm>
              <a:off x="12128466" y="5798435"/>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305" name="Google Shape;193;p1">
              <a:extLst>
                <a:ext uri="{FF2B5EF4-FFF2-40B4-BE49-F238E27FC236}">
                  <a16:creationId xmlns:a16="http://schemas.microsoft.com/office/drawing/2014/main" id="{6C75A328-D5E6-3A63-2B8D-4BB3AF0F8877}"/>
                </a:ext>
              </a:extLst>
            </p:cNvPr>
            <p:cNvCxnSpPr>
              <a:stCxn id="282" idx="6"/>
              <a:endCxn id="274" idx="2"/>
            </p:cNvCxnSpPr>
            <p:nvPr/>
          </p:nvCxnSpPr>
          <p:spPr>
            <a:xfrm>
              <a:off x="12002606" y="6583990"/>
              <a:ext cx="1258500" cy="148800"/>
            </a:xfrm>
            <a:prstGeom prst="straightConnector1">
              <a:avLst/>
            </a:prstGeom>
            <a:grpFill/>
            <a:ln>
              <a:solidFill>
                <a:schemeClr val="bg2">
                  <a:lumMod val="10000"/>
                </a:schemeClr>
              </a:solidFill>
              <a:headEnd type="stealth" w="med" len="med"/>
              <a:tailEnd type="none" w="sm" len="sm"/>
            </a:ln>
          </p:spPr>
          <p:style>
            <a:lnRef idx="1">
              <a:schemeClr val="dk1"/>
            </a:lnRef>
            <a:fillRef idx="0">
              <a:schemeClr val="dk1"/>
            </a:fillRef>
            <a:effectRef idx="0">
              <a:schemeClr val="dk1"/>
            </a:effectRef>
            <a:fontRef idx="minor">
              <a:schemeClr val="tx1"/>
            </a:fontRef>
          </p:style>
        </p:cxnSp>
        <p:cxnSp>
          <p:nvCxnSpPr>
            <p:cNvPr id="306" name="Google Shape;194;p1">
              <a:extLst>
                <a:ext uri="{FF2B5EF4-FFF2-40B4-BE49-F238E27FC236}">
                  <a16:creationId xmlns:a16="http://schemas.microsoft.com/office/drawing/2014/main" id="{59AF1324-946E-3D0D-9F1D-45910DCEA8E7}"/>
                </a:ext>
              </a:extLst>
            </p:cNvPr>
            <p:cNvCxnSpPr>
              <a:stCxn id="275" idx="1"/>
              <a:endCxn id="277" idx="5"/>
            </p:cNvCxnSpPr>
            <p:nvPr/>
          </p:nvCxnSpPr>
          <p:spPr>
            <a:xfrm rot="10800000">
              <a:off x="11729045" y="5839432"/>
              <a:ext cx="1188600" cy="9627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307" name="Google Shape;195;p1">
              <a:extLst>
                <a:ext uri="{FF2B5EF4-FFF2-40B4-BE49-F238E27FC236}">
                  <a16:creationId xmlns:a16="http://schemas.microsoft.com/office/drawing/2014/main" id="{AA5AFD2B-EB9F-3AB2-ECCD-E8723EF203C5}"/>
                </a:ext>
              </a:extLst>
            </p:cNvPr>
            <p:cNvCxnSpPr>
              <a:stCxn id="304" idx="3"/>
              <a:endCxn id="282" idx="7"/>
            </p:cNvCxnSpPr>
            <p:nvPr/>
          </p:nvCxnSpPr>
          <p:spPr>
            <a:xfrm flipH="1">
              <a:off x="11921428" y="5967439"/>
              <a:ext cx="235200" cy="4158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308" name="Google Shape;196;p1">
              <a:extLst>
                <a:ext uri="{FF2B5EF4-FFF2-40B4-BE49-F238E27FC236}">
                  <a16:creationId xmlns:a16="http://schemas.microsoft.com/office/drawing/2014/main" id="{A4A771F1-BFD5-4DC3-F333-F16727929F91}"/>
                </a:ext>
              </a:extLst>
            </p:cNvPr>
            <p:cNvCxnSpPr>
              <a:stCxn id="302" idx="5"/>
              <a:endCxn id="275" idx="1"/>
            </p:cNvCxnSpPr>
            <p:nvPr/>
          </p:nvCxnSpPr>
          <p:spPr>
            <a:xfrm>
              <a:off x="12525471" y="6012955"/>
              <a:ext cx="392100" cy="789300"/>
            </a:xfrm>
            <a:prstGeom prst="straightConnector1">
              <a:avLst/>
            </a:prstGeom>
            <a:grpFill/>
            <a:ln w="9525" cap="flat" cmpd="sng">
              <a:solidFill>
                <a:schemeClr val="bg2">
                  <a:lumMod val="10000"/>
                </a:schemeClr>
              </a:solidFill>
              <a:prstDash val="solid"/>
              <a:round/>
              <a:headEnd type="none" w="sm" len="sm"/>
              <a:tailEnd type="stealth" w="med" len="med"/>
            </a:ln>
          </p:spPr>
        </p:cxnSp>
        <p:cxnSp>
          <p:nvCxnSpPr>
            <p:cNvPr id="309" name="Google Shape;197;p1">
              <a:extLst>
                <a:ext uri="{FF2B5EF4-FFF2-40B4-BE49-F238E27FC236}">
                  <a16:creationId xmlns:a16="http://schemas.microsoft.com/office/drawing/2014/main" id="{06C2FDFE-6741-DF3D-1DA3-C8454BC68989}"/>
                </a:ext>
              </a:extLst>
            </p:cNvPr>
            <p:cNvCxnSpPr>
              <a:stCxn id="268" idx="6"/>
              <a:endCxn id="273" idx="2"/>
            </p:cNvCxnSpPr>
            <p:nvPr/>
          </p:nvCxnSpPr>
          <p:spPr>
            <a:xfrm>
              <a:off x="12430043" y="5649161"/>
              <a:ext cx="560700" cy="942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310" name="Google Shape;198;p1">
              <a:extLst>
                <a:ext uri="{FF2B5EF4-FFF2-40B4-BE49-F238E27FC236}">
                  <a16:creationId xmlns:a16="http://schemas.microsoft.com/office/drawing/2014/main" id="{CE02A82E-05E7-8264-517A-2C8B234FFDB0}"/>
                </a:ext>
              </a:extLst>
            </p:cNvPr>
            <p:cNvCxnSpPr>
              <a:stCxn id="302" idx="6"/>
              <a:endCxn id="276" idx="2"/>
            </p:cNvCxnSpPr>
            <p:nvPr/>
          </p:nvCxnSpPr>
          <p:spPr>
            <a:xfrm>
              <a:off x="12553633" y="5942951"/>
              <a:ext cx="770400" cy="255300"/>
            </a:xfrm>
            <a:prstGeom prst="straightConnector1">
              <a:avLst/>
            </a:prstGeom>
            <a:grpFill/>
            <a:ln w="9525" cap="flat" cmpd="sng">
              <a:solidFill>
                <a:schemeClr val="bg2">
                  <a:lumMod val="10000"/>
                </a:schemeClr>
              </a:solidFill>
              <a:prstDash val="solid"/>
              <a:round/>
              <a:headEnd type="none" w="sm" len="sm"/>
              <a:tailEnd type="stealth" w="med" len="med"/>
            </a:ln>
          </p:spPr>
        </p:cxnSp>
        <p:cxnSp>
          <p:nvCxnSpPr>
            <p:cNvPr id="311" name="Google Shape;199;p1">
              <a:extLst>
                <a:ext uri="{FF2B5EF4-FFF2-40B4-BE49-F238E27FC236}">
                  <a16:creationId xmlns:a16="http://schemas.microsoft.com/office/drawing/2014/main" id="{34BB2810-B195-6705-6877-1EEF9A961CC4}"/>
                </a:ext>
              </a:extLst>
            </p:cNvPr>
            <p:cNvCxnSpPr>
              <a:stCxn id="302" idx="3"/>
              <a:endCxn id="282" idx="7"/>
            </p:cNvCxnSpPr>
            <p:nvPr/>
          </p:nvCxnSpPr>
          <p:spPr>
            <a:xfrm flipH="1">
              <a:off x="11921495" y="6012955"/>
              <a:ext cx="468000" cy="370200"/>
            </a:xfrm>
            <a:prstGeom prst="straightConnector1">
              <a:avLst/>
            </a:prstGeom>
            <a:grpFill/>
            <a:ln w="9525" cap="flat" cmpd="sng">
              <a:solidFill>
                <a:schemeClr val="bg2">
                  <a:lumMod val="10000"/>
                </a:schemeClr>
              </a:solidFill>
              <a:prstDash val="solid"/>
              <a:round/>
              <a:headEnd type="none" w="sm" len="sm"/>
              <a:tailEnd type="stealth" w="med" len="med"/>
            </a:ln>
          </p:spPr>
        </p:cxnSp>
        <p:cxnSp>
          <p:nvCxnSpPr>
            <p:cNvPr id="315" name="Google Shape;200;p1">
              <a:extLst>
                <a:ext uri="{FF2B5EF4-FFF2-40B4-BE49-F238E27FC236}">
                  <a16:creationId xmlns:a16="http://schemas.microsoft.com/office/drawing/2014/main" id="{E3059D59-7F52-1D9F-1BE7-9DA4EE15B2EC}"/>
                </a:ext>
              </a:extLst>
            </p:cNvPr>
            <p:cNvCxnSpPr>
              <a:stCxn id="302" idx="6"/>
              <a:endCxn id="274" idx="1"/>
            </p:cNvCxnSpPr>
            <p:nvPr/>
          </p:nvCxnSpPr>
          <p:spPr>
            <a:xfrm>
              <a:off x="12553633" y="5942951"/>
              <a:ext cx="755400" cy="670800"/>
            </a:xfrm>
            <a:prstGeom prst="straightConnector1">
              <a:avLst/>
            </a:prstGeom>
            <a:grpFill/>
            <a:ln w="17925" cap="flat" cmpd="sng">
              <a:solidFill>
                <a:schemeClr val="bg2">
                  <a:lumMod val="10000"/>
                </a:schemeClr>
              </a:solidFill>
              <a:prstDash val="solid"/>
              <a:round/>
              <a:headEnd type="none" w="sm" len="sm"/>
              <a:tailEnd type="stealth" w="med" len="med"/>
            </a:ln>
          </p:spPr>
        </p:cxnSp>
      </p:grpSp>
      <p:graphicFrame>
        <p:nvGraphicFramePr>
          <p:cNvPr id="12" name="Table">
            <a:extLst>
              <a:ext uri="{FF2B5EF4-FFF2-40B4-BE49-F238E27FC236}">
                <a16:creationId xmlns:a16="http://schemas.microsoft.com/office/drawing/2014/main" id="{3770C9DA-BEDA-C5B7-A591-6006F0CA4291}"/>
              </a:ext>
            </a:extLst>
          </p:cNvPr>
          <p:cNvGraphicFramePr/>
          <p:nvPr>
            <p:extLst>
              <p:ext uri="{D42A27DB-BD31-4B8C-83A1-F6EECF244321}">
                <p14:modId xmlns:p14="http://schemas.microsoft.com/office/powerpoint/2010/main" val="2261391179"/>
              </p:ext>
            </p:extLst>
          </p:nvPr>
        </p:nvGraphicFramePr>
        <p:xfrm>
          <a:off x="5367268" y="2834640"/>
          <a:ext cx="627864"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4"/>
                  </a:ext>
                </a:extLst>
              </a:tr>
            </a:tbl>
          </a:graphicData>
        </a:graphic>
      </p:graphicFrame>
      <p:graphicFrame>
        <p:nvGraphicFramePr>
          <p:cNvPr id="13" name="Table">
            <a:extLst>
              <a:ext uri="{FF2B5EF4-FFF2-40B4-BE49-F238E27FC236}">
                <a16:creationId xmlns:a16="http://schemas.microsoft.com/office/drawing/2014/main" id="{BA0726DB-C7AC-020F-A8BA-6CC78CBA82CD}"/>
              </a:ext>
            </a:extLst>
          </p:cNvPr>
          <p:cNvGraphicFramePr/>
          <p:nvPr>
            <p:extLst>
              <p:ext uri="{D42A27DB-BD31-4B8C-83A1-F6EECF244321}">
                <p14:modId xmlns:p14="http://schemas.microsoft.com/office/powerpoint/2010/main" val="1087508091"/>
              </p:ext>
            </p:extLst>
          </p:nvPr>
        </p:nvGraphicFramePr>
        <p:xfrm>
          <a:off x="5217803" y="3657600"/>
          <a:ext cx="418576"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graphicFrame>
        <p:nvGraphicFramePr>
          <p:cNvPr id="15" name="Table">
            <a:extLst>
              <a:ext uri="{FF2B5EF4-FFF2-40B4-BE49-F238E27FC236}">
                <a16:creationId xmlns:a16="http://schemas.microsoft.com/office/drawing/2014/main" id="{4E6C4BE7-A04C-6144-CFA3-70FD89DF8A09}"/>
              </a:ext>
            </a:extLst>
          </p:cNvPr>
          <p:cNvGraphicFramePr/>
          <p:nvPr>
            <p:extLst>
              <p:ext uri="{D42A27DB-BD31-4B8C-83A1-F6EECF244321}">
                <p14:modId xmlns:p14="http://schemas.microsoft.com/office/powerpoint/2010/main" val="2115845681"/>
              </p:ext>
            </p:extLst>
          </p:nvPr>
        </p:nvGraphicFramePr>
        <p:xfrm>
          <a:off x="6614203" y="2834640"/>
          <a:ext cx="627864"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4"/>
                  </a:ext>
                </a:extLst>
              </a:tr>
            </a:tbl>
          </a:graphicData>
        </a:graphic>
      </p:graphicFrame>
      <p:graphicFrame>
        <p:nvGraphicFramePr>
          <p:cNvPr id="18" name="Table">
            <a:extLst>
              <a:ext uri="{FF2B5EF4-FFF2-40B4-BE49-F238E27FC236}">
                <a16:creationId xmlns:a16="http://schemas.microsoft.com/office/drawing/2014/main" id="{10286B92-AA08-6142-D57D-8757AA5169C3}"/>
              </a:ext>
            </a:extLst>
          </p:cNvPr>
          <p:cNvGraphicFramePr/>
          <p:nvPr>
            <p:extLst>
              <p:ext uri="{D42A27DB-BD31-4B8C-83A1-F6EECF244321}">
                <p14:modId xmlns:p14="http://schemas.microsoft.com/office/powerpoint/2010/main" val="4728649"/>
              </p:ext>
            </p:extLst>
          </p:nvPr>
        </p:nvGraphicFramePr>
        <p:xfrm>
          <a:off x="7890671" y="2834640"/>
          <a:ext cx="627864"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4"/>
                  </a:ext>
                </a:extLst>
              </a:tr>
            </a:tbl>
          </a:graphicData>
        </a:graphic>
      </p:graphicFrame>
      <p:sp>
        <p:nvSpPr>
          <p:cNvPr id="20" name="TextBox 19">
            <a:extLst>
              <a:ext uri="{FF2B5EF4-FFF2-40B4-BE49-F238E27FC236}">
                <a16:creationId xmlns:a16="http://schemas.microsoft.com/office/drawing/2014/main" id="{FAE92951-5C5C-3FFA-52A7-1EFF1C458731}"/>
              </a:ext>
            </a:extLst>
          </p:cNvPr>
          <p:cNvSpPr txBox="1"/>
          <p:nvPr/>
        </p:nvSpPr>
        <p:spPr>
          <a:xfrm>
            <a:off x="6659605" y="2309615"/>
            <a:ext cx="512359" cy="23644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.json</a:t>
            </a:r>
            <a:endParaRPr kumimoji="0" lang="en-US" sz="1000" b="0" i="0" u="none" strike="noStrike" cap="none" spc="0" normalizeH="0" baseline="0" dirty="0">
              <a:ln>
                <a:noFill/>
              </a:ln>
              <a:solidFill>
                <a:srgbClr val="4C4C4C"/>
              </a:solidFill>
              <a:effectLst/>
              <a:uFillTx/>
              <a:sym typeface="Source Sans Pro"/>
            </a:endParaRPr>
          </a:p>
        </p:txBody>
      </p:sp>
      <p:pic>
        <p:nvPicPr>
          <p:cNvPr id="21" name="Graphic 20" descr="Paper outline">
            <a:extLst>
              <a:ext uri="{FF2B5EF4-FFF2-40B4-BE49-F238E27FC236}">
                <a16:creationId xmlns:a16="http://schemas.microsoft.com/office/drawing/2014/main" id="{89C79610-E55A-1542-2169-BDEFDAE6D0B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700650" y="1920240"/>
            <a:ext cx="430268" cy="430268"/>
          </a:xfrm>
          <a:prstGeom prst="rect">
            <a:avLst/>
          </a:prstGeom>
        </p:spPr>
      </p:pic>
      <p:sp>
        <p:nvSpPr>
          <p:cNvPr id="24" name="TextBox 23">
            <a:extLst>
              <a:ext uri="{FF2B5EF4-FFF2-40B4-BE49-F238E27FC236}">
                <a16:creationId xmlns:a16="http://schemas.microsoft.com/office/drawing/2014/main" id="{15AB188C-90B3-6B61-137B-45415AB79FE3}"/>
              </a:ext>
            </a:extLst>
          </p:cNvPr>
          <p:cNvSpPr txBox="1"/>
          <p:nvPr/>
        </p:nvSpPr>
        <p:spPr>
          <a:xfrm>
            <a:off x="7942729" y="2295378"/>
            <a:ext cx="512359" cy="23644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.mbox</a:t>
            </a:r>
            <a:endParaRPr kumimoji="0" lang="en-US" sz="1000" b="0" i="0" u="none" strike="noStrike" cap="none" spc="0" normalizeH="0" baseline="0" dirty="0">
              <a:ln>
                <a:noFill/>
              </a:ln>
              <a:solidFill>
                <a:srgbClr val="4C4C4C"/>
              </a:solidFill>
              <a:effectLst/>
              <a:uFillTx/>
              <a:sym typeface="Source Sans Pro"/>
            </a:endParaRPr>
          </a:p>
        </p:txBody>
      </p:sp>
      <p:pic>
        <p:nvPicPr>
          <p:cNvPr id="25" name="Graphic 24" descr="Paper outline">
            <a:extLst>
              <a:ext uri="{FF2B5EF4-FFF2-40B4-BE49-F238E27FC236}">
                <a16:creationId xmlns:a16="http://schemas.microsoft.com/office/drawing/2014/main" id="{BC75747A-7827-3CC5-25D9-9B8A331BEC2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983775" y="1920889"/>
            <a:ext cx="430268" cy="430268"/>
          </a:xfrm>
          <a:prstGeom prst="rect">
            <a:avLst/>
          </a:prstGeom>
        </p:spPr>
      </p:pic>
      <p:pic>
        <p:nvPicPr>
          <p:cNvPr id="27" name="Graphic 26" descr="Folder outline">
            <a:extLst>
              <a:ext uri="{FF2B5EF4-FFF2-40B4-BE49-F238E27FC236}">
                <a16:creationId xmlns:a16="http://schemas.microsoft.com/office/drawing/2014/main" id="{D40E424F-04BB-EE5E-DD7C-B4F32A885B3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407260" y="1920240"/>
            <a:ext cx="550611" cy="550611"/>
          </a:xfrm>
          <a:prstGeom prst="rect">
            <a:avLst/>
          </a:prstGeom>
        </p:spPr>
      </p:pic>
      <p:sp>
        <p:nvSpPr>
          <p:cNvPr id="28" name="TextBox 27">
            <a:extLst>
              <a:ext uri="{FF2B5EF4-FFF2-40B4-BE49-F238E27FC236}">
                <a16:creationId xmlns:a16="http://schemas.microsoft.com/office/drawing/2014/main" id="{589A5824-AD4C-A8C8-E5B1-3324EA0D280B}"/>
              </a:ext>
            </a:extLst>
          </p:cNvPr>
          <p:cNvSpPr txBox="1"/>
          <p:nvPr/>
        </p:nvSpPr>
        <p:spPr>
          <a:xfrm>
            <a:off x="5422867" y="2337169"/>
            <a:ext cx="512359" cy="23644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.git</a:t>
            </a:r>
            <a:endParaRPr kumimoji="0" lang="en-US" sz="1000" b="0" i="0" u="none" strike="noStrike" cap="none" spc="0" normalizeH="0" baseline="0" dirty="0">
              <a:ln>
                <a:noFill/>
              </a:ln>
              <a:solidFill>
                <a:srgbClr val="4C4C4C"/>
              </a:solidFill>
              <a:effectLst/>
              <a:uFillTx/>
              <a:sym typeface="Source Sans Pro"/>
            </a:endParaRPr>
          </a:p>
        </p:txBody>
      </p:sp>
      <p:sp>
        <p:nvSpPr>
          <p:cNvPr id="257" name="TextBox 256">
            <a:extLst>
              <a:ext uri="{FF2B5EF4-FFF2-40B4-BE49-F238E27FC236}">
                <a16:creationId xmlns:a16="http://schemas.microsoft.com/office/drawing/2014/main" id="{7DF5B618-E58B-BD21-B6CF-C706B2BD48BC}"/>
              </a:ext>
            </a:extLst>
          </p:cNvPr>
          <p:cNvSpPr txBox="1"/>
          <p:nvPr/>
        </p:nvSpPr>
        <p:spPr>
          <a:xfrm>
            <a:off x="6728820" y="8583326"/>
            <a:ext cx="512359"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.dsmj</a:t>
            </a:r>
            <a:endParaRPr kumimoji="0" lang="en-US" sz="1000" b="0" i="0" u="none" strike="noStrike" cap="none" spc="0" normalizeH="0" baseline="0" dirty="0">
              <a:ln>
                <a:noFill/>
              </a:ln>
              <a:solidFill>
                <a:srgbClr val="4C4C4C"/>
              </a:solidFill>
              <a:effectLst/>
              <a:uFillTx/>
              <a:sym typeface="Source Sans Pro"/>
            </a:endParaRPr>
          </a:p>
        </p:txBody>
      </p:sp>
      <p:pic>
        <p:nvPicPr>
          <p:cNvPr id="258" name="Graphic 257" descr="Paper outline">
            <a:extLst>
              <a:ext uri="{FF2B5EF4-FFF2-40B4-BE49-F238E27FC236}">
                <a16:creationId xmlns:a16="http://schemas.microsoft.com/office/drawing/2014/main" id="{05C6E2CB-4339-DA2E-DDAE-975DEA4275D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769866" y="8235488"/>
            <a:ext cx="430268" cy="430268"/>
          </a:xfrm>
          <a:prstGeom prst="rect">
            <a:avLst/>
          </a:prstGeom>
        </p:spPr>
      </p:pic>
      <p:graphicFrame>
        <p:nvGraphicFramePr>
          <p:cNvPr id="430" name="Table">
            <a:extLst>
              <a:ext uri="{FF2B5EF4-FFF2-40B4-BE49-F238E27FC236}">
                <a16:creationId xmlns:a16="http://schemas.microsoft.com/office/drawing/2014/main" id="{C7AA96E9-7D63-995F-C4E8-038766CE1EE1}"/>
              </a:ext>
            </a:extLst>
          </p:cNvPr>
          <p:cNvGraphicFramePr/>
          <p:nvPr>
            <p:extLst>
              <p:ext uri="{D42A27DB-BD31-4B8C-83A1-F6EECF244321}">
                <p14:modId xmlns:p14="http://schemas.microsoft.com/office/powerpoint/2010/main" val="4082234670"/>
              </p:ext>
            </p:extLst>
          </p:nvPr>
        </p:nvGraphicFramePr>
        <p:xfrm>
          <a:off x="5717228" y="3657600"/>
          <a:ext cx="418576"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graphicFrame>
        <p:nvGraphicFramePr>
          <p:cNvPr id="431" name="Table">
            <a:extLst>
              <a:ext uri="{FF2B5EF4-FFF2-40B4-BE49-F238E27FC236}">
                <a16:creationId xmlns:a16="http://schemas.microsoft.com/office/drawing/2014/main" id="{C52738FC-C6D7-C999-733C-95A0EB46B5B4}"/>
              </a:ext>
            </a:extLst>
          </p:cNvPr>
          <p:cNvGraphicFramePr/>
          <p:nvPr>
            <p:extLst>
              <p:ext uri="{D42A27DB-BD31-4B8C-83A1-F6EECF244321}">
                <p14:modId xmlns:p14="http://schemas.microsoft.com/office/powerpoint/2010/main" val="4120374591"/>
              </p:ext>
            </p:extLst>
          </p:nvPr>
        </p:nvGraphicFramePr>
        <p:xfrm>
          <a:off x="6459637" y="3657600"/>
          <a:ext cx="418576"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graphicFrame>
        <p:nvGraphicFramePr>
          <p:cNvPr id="432" name="Table">
            <a:extLst>
              <a:ext uri="{FF2B5EF4-FFF2-40B4-BE49-F238E27FC236}">
                <a16:creationId xmlns:a16="http://schemas.microsoft.com/office/drawing/2014/main" id="{F3AF6522-90DB-C834-D562-833688955A6E}"/>
              </a:ext>
            </a:extLst>
          </p:cNvPr>
          <p:cNvGraphicFramePr/>
          <p:nvPr/>
        </p:nvGraphicFramePr>
        <p:xfrm>
          <a:off x="6953164" y="3659028"/>
          <a:ext cx="418576"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graphicFrame>
        <p:nvGraphicFramePr>
          <p:cNvPr id="438" name="Table">
            <a:extLst>
              <a:ext uri="{FF2B5EF4-FFF2-40B4-BE49-F238E27FC236}">
                <a16:creationId xmlns:a16="http://schemas.microsoft.com/office/drawing/2014/main" id="{C3F6630C-9D96-65C3-6E80-E63A80E6FE6F}"/>
              </a:ext>
            </a:extLst>
          </p:cNvPr>
          <p:cNvGraphicFramePr/>
          <p:nvPr>
            <p:extLst>
              <p:ext uri="{D42A27DB-BD31-4B8C-83A1-F6EECF244321}">
                <p14:modId xmlns:p14="http://schemas.microsoft.com/office/powerpoint/2010/main" val="68865112"/>
              </p:ext>
            </p:extLst>
          </p:nvPr>
        </p:nvGraphicFramePr>
        <p:xfrm>
          <a:off x="7737264" y="3657600"/>
          <a:ext cx="418576"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graphicFrame>
        <p:nvGraphicFramePr>
          <p:cNvPr id="439" name="Table">
            <a:extLst>
              <a:ext uri="{FF2B5EF4-FFF2-40B4-BE49-F238E27FC236}">
                <a16:creationId xmlns:a16="http://schemas.microsoft.com/office/drawing/2014/main" id="{DC6A3EAF-4D34-FE36-3DD2-7947871D4A38}"/>
              </a:ext>
            </a:extLst>
          </p:cNvPr>
          <p:cNvGraphicFramePr/>
          <p:nvPr>
            <p:extLst>
              <p:ext uri="{D42A27DB-BD31-4B8C-83A1-F6EECF244321}">
                <p14:modId xmlns:p14="http://schemas.microsoft.com/office/powerpoint/2010/main" val="3028300361"/>
              </p:ext>
            </p:extLst>
          </p:nvPr>
        </p:nvGraphicFramePr>
        <p:xfrm>
          <a:off x="8230791" y="3657600"/>
          <a:ext cx="418576"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grpSp>
        <p:nvGrpSpPr>
          <p:cNvPr id="317" name="Google Shape;156;p1">
            <a:extLst>
              <a:ext uri="{FF2B5EF4-FFF2-40B4-BE49-F238E27FC236}">
                <a16:creationId xmlns:a16="http://schemas.microsoft.com/office/drawing/2014/main" id="{9F529D18-7821-9C43-673F-1D1416E084F0}"/>
              </a:ext>
            </a:extLst>
          </p:cNvPr>
          <p:cNvGrpSpPr/>
          <p:nvPr/>
        </p:nvGrpSpPr>
        <p:grpSpPr>
          <a:xfrm>
            <a:off x="7852504" y="6496126"/>
            <a:ext cx="1357791" cy="804343"/>
            <a:chOff x="10592773" y="5229745"/>
            <a:chExt cx="3298954" cy="1741391"/>
          </a:xfrm>
        </p:grpSpPr>
        <p:sp>
          <p:nvSpPr>
            <p:cNvPr id="318" name="Google Shape;157;p1">
              <a:extLst>
                <a:ext uri="{FF2B5EF4-FFF2-40B4-BE49-F238E27FC236}">
                  <a16:creationId xmlns:a16="http://schemas.microsoft.com/office/drawing/2014/main" id="{EC6B96DC-F038-3ABB-1483-E887E2437195}"/>
                </a:ext>
              </a:extLst>
            </p:cNvPr>
            <p:cNvSpPr/>
            <p:nvPr/>
          </p:nvSpPr>
          <p:spPr>
            <a:xfrm>
              <a:off x="12237743" y="5550161"/>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20" name="Google Shape;158;p1">
              <a:extLst>
                <a:ext uri="{FF2B5EF4-FFF2-40B4-BE49-F238E27FC236}">
                  <a16:creationId xmlns:a16="http://schemas.microsoft.com/office/drawing/2014/main" id="{27BE260E-E781-C7A0-1AAA-6CE93EE0E5DA}"/>
                </a:ext>
              </a:extLst>
            </p:cNvPr>
            <p:cNvSpPr/>
            <p:nvPr/>
          </p:nvSpPr>
          <p:spPr>
            <a:xfrm>
              <a:off x="12990609" y="5398089"/>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21" name="Google Shape;159;p1">
              <a:extLst>
                <a:ext uri="{FF2B5EF4-FFF2-40B4-BE49-F238E27FC236}">
                  <a16:creationId xmlns:a16="http://schemas.microsoft.com/office/drawing/2014/main" id="{2B4C38B3-401C-610A-622C-00612BF6B967}"/>
                </a:ext>
              </a:extLst>
            </p:cNvPr>
            <p:cNvSpPr/>
            <p:nvPr/>
          </p:nvSpPr>
          <p:spPr>
            <a:xfrm>
              <a:off x="13329043" y="522974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22" name="Google Shape;160;p1">
              <a:extLst>
                <a:ext uri="{FF2B5EF4-FFF2-40B4-BE49-F238E27FC236}">
                  <a16:creationId xmlns:a16="http://schemas.microsoft.com/office/drawing/2014/main" id="{D3B8B642-09A7-F579-08F4-74A16C69455A}"/>
                </a:ext>
              </a:extLst>
            </p:cNvPr>
            <p:cNvSpPr/>
            <p:nvPr/>
          </p:nvSpPr>
          <p:spPr>
            <a:xfrm>
              <a:off x="13317282" y="5522084"/>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25" name="Google Shape;161;p1">
              <a:extLst>
                <a:ext uri="{FF2B5EF4-FFF2-40B4-BE49-F238E27FC236}">
                  <a16:creationId xmlns:a16="http://schemas.microsoft.com/office/drawing/2014/main" id="{928D1020-71BF-E30B-2A77-48FA3E086FE3}"/>
                </a:ext>
              </a:extLst>
            </p:cNvPr>
            <p:cNvSpPr/>
            <p:nvPr/>
          </p:nvSpPr>
          <p:spPr>
            <a:xfrm>
              <a:off x="13699427" y="5306906"/>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27" name="Google Shape;162;p1">
              <a:extLst>
                <a:ext uri="{FF2B5EF4-FFF2-40B4-BE49-F238E27FC236}">
                  <a16:creationId xmlns:a16="http://schemas.microsoft.com/office/drawing/2014/main" id="{36487028-676A-0F2E-4381-E79A0FE804E6}"/>
                </a:ext>
              </a:extLst>
            </p:cNvPr>
            <p:cNvSpPr/>
            <p:nvPr/>
          </p:nvSpPr>
          <p:spPr>
            <a:xfrm>
              <a:off x="12990598" y="5644267"/>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28" name="Google Shape;163;p1">
              <a:extLst>
                <a:ext uri="{FF2B5EF4-FFF2-40B4-BE49-F238E27FC236}">
                  <a16:creationId xmlns:a16="http://schemas.microsoft.com/office/drawing/2014/main" id="{BBEF1802-76D4-B63B-C2A5-965A80DF89C8}"/>
                </a:ext>
              </a:extLst>
            </p:cNvPr>
            <p:cNvSpPr/>
            <p:nvPr/>
          </p:nvSpPr>
          <p:spPr>
            <a:xfrm>
              <a:off x="13261106" y="6564434"/>
              <a:ext cx="328200" cy="3369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29" name="Google Shape;164;p1">
              <a:extLst>
                <a:ext uri="{FF2B5EF4-FFF2-40B4-BE49-F238E27FC236}">
                  <a16:creationId xmlns:a16="http://schemas.microsoft.com/office/drawing/2014/main" id="{698B8D98-ABCF-B130-05D6-12DD4CC215E6}"/>
                </a:ext>
              </a:extLst>
            </p:cNvPr>
            <p:cNvSpPr/>
            <p:nvPr/>
          </p:nvSpPr>
          <p:spPr>
            <a:xfrm>
              <a:off x="12889483" y="6773136"/>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31" name="Google Shape;165;p1">
              <a:extLst>
                <a:ext uri="{FF2B5EF4-FFF2-40B4-BE49-F238E27FC236}">
                  <a16:creationId xmlns:a16="http://schemas.microsoft.com/office/drawing/2014/main" id="{979DD1ED-CC7E-E054-0B74-9289CE3685DB}"/>
                </a:ext>
              </a:extLst>
            </p:cNvPr>
            <p:cNvSpPr/>
            <p:nvPr/>
          </p:nvSpPr>
          <p:spPr>
            <a:xfrm>
              <a:off x="13324166" y="6099152"/>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32" name="Google Shape;166;p1">
              <a:extLst>
                <a:ext uri="{FF2B5EF4-FFF2-40B4-BE49-F238E27FC236}">
                  <a16:creationId xmlns:a16="http://schemas.microsoft.com/office/drawing/2014/main" id="{6897D734-6443-D8B9-8915-BCC414009CEF}"/>
                </a:ext>
              </a:extLst>
            </p:cNvPr>
            <p:cNvSpPr/>
            <p:nvPr/>
          </p:nvSpPr>
          <p:spPr>
            <a:xfrm>
              <a:off x="11468140" y="5576165"/>
              <a:ext cx="305700" cy="308400"/>
            </a:xfrm>
            <a:prstGeom prst="ellipse">
              <a:avLst/>
            </a:prstGeom>
            <a:solidFill>
              <a:srgbClr val="E4E4E3"/>
            </a:solidFill>
            <a:ln w="179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33" name="Google Shape;167;p1">
              <a:extLst>
                <a:ext uri="{FF2B5EF4-FFF2-40B4-BE49-F238E27FC236}">
                  <a16:creationId xmlns:a16="http://schemas.microsoft.com/office/drawing/2014/main" id="{6A4D417B-00AB-316F-A5A2-E1B3159652AC}"/>
                </a:ext>
              </a:extLst>
            </p:cNvPr>
            <p:cNvSpPr/>
            <p:nvPr/>
          </p:nvSpPr>
          <p:spPr>
            <a:xfrm>
              <a:off x="10719482" y="592538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35" name="Google Shape;168;p1">
              <a:extLst>
                <a:ext uri="{FF2B5EF4-FFF2-40B4-BE49-F238E27FC236}">
                  <a16:creationId xmlns:a16="http://schemas.microsoft.com/office/drawing/2014/main" id="{355282FE-241C-4BE1-5111-BDDCEA1B8AA7}"/>
                </a:ext>
              </a:extLst>
            </p:cNvPr>
            <p:cNvSpPr/>
            <p:nvPr/>
          </p:nvSpPr>
          <p:spPr>
            <a:xfrm>
              <a:off x="11061232" y="5405652"/>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36" name="Google Shape;169;p1">
              <a:extLst>
                <a:ext uri="{FF2B5EF4-FFF2-40B4-BE49-F238E27FC236}">
                  <a16:creationId xmlns:a16="http://schemas.microsoft.com/office/drawing/2014/main" id="{7AA49914-2F19-6317-59FE-6E56DC74ECA4}"/>
                </a:ext>
              </a:extLst>
            </p:cNvPr>
            <p:cNvSpPr/>
            <p:nvPr/>
          </p:nvSpPr>
          <p:spPr>
            <a:xfrm>
              <a:off x="10592773" y="6139937"/>
              <a:ext cx="274500" cy="2763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37" name="Google Shape;170;p1">
              <a:extLst>
                <a:ext uri="{FF2B5EF4-FFF2-40B4-BE49-F238E27FC236}">
                  <a16:creationId xmlns:a16="http://schemas.microsoft.com/office/drawing/2014/main" id="{52E728DB-DC40-E450-3B54-96BFFC7641C6}"/>
                </a:ext>
              </a:extLst>
            </p:cNvPr>
            <p:cNvSpPr/>
            <p:nvPr/>
          </p:nvSpPr>
          <p:spPr>
            <a:xfrm>
              <a:off x="11037864" y="6333062"/>
              <a:ext cx="192300" cy="198000"/>
            </a:xfrm>
            <a:prstGeom prst="ellipse">
              <a:avLst/>
            </a:prstGeom>
            <a:solidFill>
              <a:srgbClr val="D9D9D9"/>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38" name="Google Shape;171;p1">
              <a:extLst>
                <a:ext uri="{FF2B5EF4-FFF2-40B4-BE49-F238E27FC236}">
                  <a16:creationId xmlns:a16="http://schemas.microsoft.com/office/drawing/2014/main" id="{C0F81FFA-13C9-5D9F-C3BA-3DD0CB9F33AD}"/>
                </a:ext>
              </a:extLst>
            </p:cNvPr>
            <p:cNvSpPr/>
            <p:nvPr/>
          </p:nvSpPr>
          <p:spPr>
            <a:xfrm>
              <a:off x="11449106" y="6300040"/>
              <a:ext cx="553500" cy="567900"/>
            </a:xfrm>
            <a:prstGeom prst="ellipse">
              <a:avLst/>
            </a:prstGeom>
            <a:solidFill>
              <a:schemeClr val="bg2">
                <a:lumMod val="10000"/>
              </a:schemeClr>
            </a:solidFill>
            <a:ln w="26900"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339" name="Google Shape;172;p1">
              <a:extLst>
                <a:ext uri="{FF2B5EF4-FFF2-40B4-BE49-F238E27FC236}">
                  <a16:creationId xmlns:a16="http://schemas.microsoft.com/office/drawing/2014/main" id="{AC2C8067-A66B-28CB-F6CE-98F9765B23B5}"/>
                </a:ext>
              </a:extLst>
            </p:cNvPr>
            <p:cNvCxnSpPr>
              <a:stCxn id="318" idx="2"/>
              <a:endCxn id="332" idx="6"/>
            </p:cNvCxnSpPr>
            <p:nvPr/>
          </p:nvCxnSpPr>
          <p:spPr>
            <a:xfrm flipH="1">
              <a:off x="11773943" y="5649161"/>
              <a:ext cx="463800" cy="81300"/>
            </a:xfrm>
            <a:prstGeom prst="straightConnector1">
              <a:avLst/>
            </a:prstGeom>
            <a:noFill/>
            <a:ln w="9525" cap="flat" cmpd="sng">
              <a:solidFill>
                <a:srgbClr val="CCCCCC"/>
              </a:solidFill>
              <a:prstDash val="solid"/>
              <a:round/>
              <a:headEnd type="none" w="sm" len="sm"/>
              <a:tailEnd type="stealth" w="med" len="med"/>
            </a:ln>
          </p:spPr>
        </p:cxnSp>
        <p:cxnSp>
          <p:nvCxnSpPr>
            <p:cNvPr id="340" name="Google Shape;173;p1">
              <a:extLst>
                <a:ext uri="{FF2B5EF4-FFF2-40B4-BE49-F238E27FC236}">
                  <a16:creationId xmlns:a16="http://schemas.microsoft.com/office/drawing/2014/main" id="{2B3AAF95-68B1-96C7-707D-B8D2AD750E47}"/>
                </a:ext>
              </a:extLst>
            </p:cNvPr>
            <p:cNvCxnSpPr>
              <a:stCxn id="332" idx="2"/>
              <a:endCxn id="353" idx="6"/>
            </p:cNvCxnSpPr>
            <p:nvPr/>
          </p:nvCxnSpPr>
          <p:spPr>
            <a:xfrm flipH="1">
              <a:off x="11113540" y="5730365"/>
              <a:ext cx="354600" cy="30600"/>
            </a:xfrm>
            <a:prstGeom prst="straightConnector1">
              <a:avLst/>
            </a:prstGeom>
            <a:noFill/>
            <a:ln w="9525" cap="flat" cmpd="sng">
              <a:solidFill>
                <a:srgbClr val="CCCCCC"/>
              </a:solidFill>
              <a:prstDash val="solid"/>
              <a:round/>
              <a:headEnd type="none" w="sm" len="sm"/>
              <a:tailEnd type="stealth" w="med" len="med"/>
            </a:ln>
          </p:spPr>
        </p:cxnSp>
        <p:cxnSp>
          <p:nvCxnSpPr>
            <p:cNvPr id="343" name="Google Shape;175;p1">
              <a:extLst>
                <a:ext uri="{FF2B5EF4-FFF2-40B4-BE49-F238E27FC236}">
                  <a16:creationId xmlns:a16="http://schemas.microsoft.com/office/drawing/2014/main" id="{465FB73C-833B-CEF6-2A48-7E1FAE46AACC}"/>
                </a:ext>
              </a:extLst>
            </p:cNvPr>
            <p:cNvCxnSpPr>
              <a:stCxn id="338" idx="1"/>
              <a:endCxn id="350" idx="5"/>
            </p:cNvCxnSpPr>
            <p:nvPr/>
          </p:nvCxnSpPr>
          <p:spPr>
            <a:xfrm rot="10800000">
              <a:off x="11390064" y="6170507"/>
              <a:ext cx="140100" cy="212700"/>
            </a:xfrm>
            <a:prstGeom prst="straightConnector1">
              <a:avLst/>
            </a:prstGeom>
            <a:noFill/>
            <a:ln w="9525" cap="flat" cmpd="sng">
              <a:solidFill>
                <a:srgbClr val="CCCCCC"/>
              </a:solidFill>
              <a:prstDash val="solid"/>
              <a:round/>
              <a:headEnd type="none" w="sm" len="sm"/>
              <a:tailEnd type="stealth" w="med" len="med"/>
            </a:ln>
          </p:spPr>
        </p:cxnSp>
        <p:cxnSp>
          <p:nvCxnSpPr>
            <p:cNvPr id="344" name="Google Shape;177;p1">
              <a:extLst>
                <a:ext uri="{FF2B5EF4-FFF2-40B4-BE49-F238E27FC236}">
                  <a16:creationId xmlns:a16="http://schemas.microsoft.com/office/drawing/2014/main" id="{F57E4A4F-AD0B-73A5-0A5C-56884A9F481C}"/>
                </a:ext>
              </a:extLst>
            </p:cNvPr>
            <p:cNvCxnSpPr>
              <a:stCxn id="338" idx="2"/>
              <a:endCxn id="337" idx="5"/>
            </p:cNvCxnSpPr>
            <p:nvPr/>
          </p:nvCxnSpPr>
          <p:spPr>
            <a:xfrm rot="10800000">
              <a:off x="11201906" y="6502090"/>
              <a:ext cx="247200" cy="81900"/>
            </a:xfrm>
            <a:prstGeom prst="straightConnector1">
              <a:avLst/>
            </a:prstGeom>
            <a:noFill/>
            <a:ln w="9525" cap="flat" cmpd="sng">
              <a:solidFill>
                <a:srgbClr val="CCCCCC"/>
              </a:solidFill>
              <a:prstDash val="solid"/>
              <a:round/>
              <a:headEnd type="none" w="sm" len="sm"/>
              <a:tailEnd type="stealth" w="med" len="med"/>
            </a:ln>
          </p:spPr>
        </p:cxnSp>
        <p:cxnSp>
          <p:nvCxnSpPr>
            <p:cNvPr id="345" name="Google Shape;178;p1">
              <a:extLst>
                <a:ext uri="{FF2B5EF4-FFF2-40B4-BE49-F238E27FC236}">
                  <a16:creationId xmlns:a16="http://schemas.microsoft.com/office/drawing/2014/main" id="{45569165-C41E-1EED-4585-455DB7BD9AB6}"/>
                </a:ext>
              </a:extLst>
            </p:cNvPr>
            <p:cNvCxnSpPr>
              <a:stCxn id="337" idx="2"/>
              <a:endCxn id="336" idx="6"/>
            </p:cNvCxnSpPr>
            <p:nvPr/>
          </p:nvCxnSpPr>
          <p:spPr>
            <a:xfrm rot="10800000">
              <a:off x="10867164" y="6278162"/>
              <a:ext cx="170700" cy="153900"/>
            </a:xfrm>
            <a:prstGeom prst="straightConnector1">
              <a:avLst/>
            </a:prstGeom>
            <a:noFill/>
            <a:ln w="9525" cap="flat" cmpd="sng">
              <a:solidFill>
                <a:srgbClr val="B7B7B7"/>
              </a:solidFill>
              <a:prstDash val="solid"/>
              <a:round/>
              <a:headEnd type="none" w="sm" len="sm"/>
              <a:tailEnd type="stealth" w="med" len="med"/>
            </a:ln>
          </p:spPr>
        </p:cxnSp>
        <p:cxnSp>
          <p:nvCxnSpPr>
            <p:cNvPr id="346" name="Google Shape;179;p1">
              <a:extLst>
                <a:ext uri="{FF2B5EF4-FFF2-40B4-BE49-F238E27FC236}">
                  <a16:creationId xmlns:a16="http://schemas.microsoft.com/office/drawing/2014/main" id="{5BF7E941-62A6-C910-86D9-5DC3E2618683}"/>
                </a:ext>
              </a:extLst>
            </p:cNvPr>
            <p:cNvCxnSpPr>
              <a:stCxn id="350" idx="2"/>
              <a:endCxn id="333" idx="5"/>
            </p:cNvCxnSpPr>
            <p:nvPr/>
          </p:nvCxnSpPr>
          <p:spPr>
            <a:xfrm rot="10800000">
              <a:off x="10883737" y="6094319"/>
              <a:ext cx="342300" cy="6300"/>
            </a:xfrm>
            <a:prstGeom prst="straightConnector1">
              <a:avLst/>
            </a:prstGeom>
            <a:noFill/>
            <a:ln w="9525" cap="flat" cmpd="sng">
              <a:solidFill>
                <a:srgbClr val="CCCCCC"/>
              </a:solidFill>
              <a:prstDash val="solid"/>
              <a:round/>
              <a:headEnd type="none" w="sm" len="sm"/>
              <a:tailEnd type="stealth" w="med" len="med"/>
            </a:ln>
          </p:spPr>
        </p:cxnSp>
        <p:cxnSp>
          <p:nvCxnSpPr>
            <p:cNvPr id="347" name="Google Shape;180;p1">
              <a:extLst>
                <a:ext uri="{FF2B5EF4-FFF2-40B4-BE49-F238E27FC236}">
                  <a16:creationId xmlns:a16="http://schemas.microsoft.com/office/drawing/2014/main" id="{C0D805B3-342C-1770-2CF7-597F04AC50B7}"/>
                </a:ext>
              </a:extLst>
            </p:cNvPr>
            <p:cNvCxnSpPr>
              <a:stCxn id="332" idx="1"/>
              <a:endCxn id="335" idx="5"/>
            </p:cNvCxnSpPr>
            <p:nvPr/>
          </p:nvCxnSpPr>
          <p:spPr>
            <a:xfrm rot="10800000">
              <a:off x="11225509" y="5574529"/>
              <a:ext cx="287400" cy="46800"/>
            </a:xfrm>
            <a:prstGeom prst="straightConnector1">
              <a:avLst/>
            </a:prstGeom>
            <a:noFill/>
            <a:ln w="9525" cap="flat" cmpd="sng">
              <a:solidFill>
                <a:srgbClr val="CCCCCC"/>
              </a:solidFill>
              <a:prstDash val="solid"/>
              <a:round/>
              <a:headEnd type="none" w="sm" len="sm"/>
              <a:tailEnd type="stealth" w="med" len="med"/>
            </a:ln>
          </p:spPr>
        </p:cxnSp>
        <p:cxnSp>
          <p:nvCxnSpPr>
            <p:cNvPr id="348" name="Google Shape;181;p1">
              <a:extLst>
                <a:ext uri="{FF2B5EF4-FFF2-40B4-BE49-F238E27FC236}">
                  <a16:creationId xmlns:a16="http://schemas.microsoft.com/office/drawing/2014/main" id="{A7219904-0009-F777-058D-96C981C4D046}"/>
                </a:ext>
              </a:extLst>
            </p:cNvPr>
            <p:cNvCxnSpPr>
              <a:stCxn id="361" idx="2"/>
              <a:endCxn id="350" idx="6"/>
            </p:cNvCxnSpPr>
            <p:nvPr/>
          </p:nvCxnSpPr>
          <p:spPr>
            <a:xfrm flipH="1">
              <a:off x="11418366" y="5897435"/>
              <a:ext cx="710100" cy="203100"/>
            </a:xfrm>
            <a:prstGeom prst="straightConnector1">
              <a:avLst/>
            </a:prstGeom>
            <a:noFill/>
            <a:ln w="9525" cap="flat" cmpd="sng">
              <a:solidFill>
                <a:srgbClr val="CCCCCC"/>
              </a:solidFill>
              <a:prstDash val="solid"/>
              <a:round/>
              <a:headEnd type="none" w="sm" len="sm"/>
              <a:tailEnd type="stealth" w="med" len="med"/>
            </a:ln>
          </p:spPr>
        </p:cxnSp>
        <p:cxnSp>
          <p:nvCxnSpPr>
            <p:cNvPr id="349" name="Google Shape;183;p1">
              <a:extLst>
                <a:ext uri="{FF2B5EF4-FFF2-40B4-BE49-F238E27FC236}">
                  <a16:creationId xmlns:a16="http://schemas.microsoft.com/office/drawing/2014/main" id="{96082AD7-BF50-12B8-74D1-0C446267E095}"/>
                </a:ext>
              </a:extLst>
            </p:cNvPr>
            <p:cNvCxnSpPr>
              <a:stCxn id="361" idx="2"/>
              <a:endCxn id="333" idx="6"/>
            </p:cNvCxnSpPr>
            <p:nvPr/>
          </p:nvCxnSpPr>
          <p:spPr>
            <a:xfrm flipH="1">
              <a:off x="10911666" y="5897435"/>
              <a:ext cx="1216800" cy="126900"/>
            </a:xfrm>
            <a:prstGeom prst="straightConnector1">
              <a:avLst/>
            </a:prstGeom>
            <a:noFill/>
            <a:ln w="9525" cap="flat" cmpd="sng">
              <a:solidFill>
                <a:srgbClr val="CCCCCC"/>
              </a:solidFill>
              <a:prstDash val="solid"/>
              <a:round/>
              <a:headEnd type="none" w="sm" len="sm"/>
              <a:tailEnd type="stealth" w="med" len="med"/>
            </a:ln>
          </p:spPr>
        </p:cxnSp>
        <p:sp>
          <p:nvSpPr>
            <p:cNvPr id="350" name="Google Shape;176;p1">
              <a:extLst>
                <a:ext uri="{FF2B5EF4-FFF2-40B4-BE49-F238E27FC236}">
                  <a16:creationId xmlns:a16="http://schemas.microsoft.com/office/drawing/2014/main" id="{9FED86CE-C1DF-E5D5-A95F-EEE153AB3B95}"/>
                </a:ext>
              </a:extLst>
            </p:cNvPr>
            <p:cNvSpPr/>
            <p:nvPr/>
          </p:nvSpPr>
          <p:spPr>
            <a:xfrm>
              <a:off x="11226037" y="6001619"/>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351" name="Google Shape;184;p1">
              <a:extLst>
                <a:ext uri="{FF2B5EF4-FFF2-40B4-BE49-F238E27FC236}">
                  <a16:creationId xmlns:a16="http://schemas.microsoft.com/office/drawing/2014/main" id="{F9E4F4A4-CA3C-2695-B5C4-330B94E7A962}"/>
                </a:ext>
              </a:extLst>
            </p:cNvPr>
            <p:cNvCxnSpPr>
              <a:stCxn id="318" idx="2"/>
              <a:endCxn id="337" idx="7"/>
            </p:cNvCxnSpPr>
            <p:nvPr/>
          </p:nvCxnSpPr>
          <p:spPr>
            <a:xfrm flipH="1">
              <a:off x="11202143" y="5649161"/>
              <a:ext cx="1035600" cy="712800"/>
            </a:xfrm>
            <a:prstGeom prst="straightConnector1">
              <a:avLst/>
            </a:prstGeom>
            <a:noFill/>
            <a:ln w="9525" cap="flat" cmpd="sng">
              <a:solidFill>
                <a:srgbClr val="CCCCCC"/>
              </a:solidFill>
              <a:prstDash val="solid"/>
              <a:round/>
              <a:headEnd type="none" w="sm" len="sm"/>
              <a:tailEnd type="stealth" w="med" len="med"/>
            </a:ln>
          </p:spPr>
        </p:cxnSp>
        <p:cxnSp>
          <p:nvCxnSpPr>
            <p:cNvPr id="352" name="Google Shape;185;p1">
              <a:extLst>
                <a:ext uri="{FF2B5EF4-FFF2-40B4-BE49-F238E27FC236}">
                  <a16:creationId xmlns:a16="http://schemas.microsoft.com/office/drawing/2014/main" id="{0103FC8C-FF1A-BA88-BAEE-DD47190E6DE8}"/>
                </a:ext>
              </a:extLst>
            </p:cNvPr>
            <p:cNvCxnSpPr>
              <a:stCxn id="318" idx="5"/>
              <a:endCxn id="328" idx="1"/>
            </p:cNvCxnSpPr>
            <p:nvPr/>
          </p:nvCxnSpPr>
          <p:spPr>
            <a:xfrm>
              <a:off x="12401881" y="5719165"/>
              <a:ext cx="907200" cy="894600"/>
            </a:xfrm>
            <a:prstGeom prst="straightConnector1">
              <a:avLst/>
            </a:prstGeom>
            <a:noFill/>
            <a:ln w="17925" cap="flat" cmpd="sng">
              <a:solidFill>
                <a:srgbClr val="D9D9D9"/>
              </a:solidFill>
              <a:prstDash val="solid"/>
              <a:round/>
              <a:headEnd type="none" w="sm" len="sm"/>
              <a:tailEnd type="stealth" w="med" len="med"/>
            </a:ln>
          </p:spPr>
        </p:cxnSp>
        <p:sp>
          <p:nvSpPr>
            <p:cNvPr id="353" name="Google Shape;174;p1">
              <a:extLst>
                <a:ext uri="{FF2B5EF4-FFF2-40B4-BE49-F238E27FC236}">
                  <a16:creationId xmlns:a16="http://schemas.microsoft.com/office/drawing/2014/main" id="{437CBBB5-6F14-3E30-AD01-AACC6D7104A4}"/>
                </a:ext>
              </a:extLst>
            </p:cNvPr>
            <p:cNvSpPr/>
            <p:nvPr/>
          </p:nvSpPr>
          <p:spPr>
            <a:xfrm>
              <a:off x="10921235" y="566202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354" name="Google Shape;186;p1">
              <a:extLst>
                <a:ext uri="{FF2B5EF4-FFF2-40B4-BE49-F238E27FC236}">
                  <a16:creationId xmlns:a16="http://schemas.microsoft.com/office/drawing/2014/main" id="{0926BE26-99A7-7D7C-0F87-1F2D882DB943}"/>
                </a:ext>
              </a:extLst>
            </p:cNvPr>
            <p:cNvCxnSpPr>
              <a:stCxn id="361" idx="2"/>
              <a:endCxn id="337" idx="6"/>
            </p:cNvCxnSpPr>
            <p:nvPr/>
          </p:nvCxnSpPr>
          <p:spPr>
            <a:xfrm flipH="1">
              <a:off x="11230266" y="5897435"/>
              <a:ext cx="898200" cy="534600"/>
            </a:xfrm>
            <a:prstGeom prst="straightConnector1">
              <a:avLst/>
            </a:prstGeom>
            <a:noFill/>
            <a:ln w="9525" cap="flat" cmpd="sng">
              <a:solidFill>
                <a:srgbClr val="CCCCCC"/>
              </a:solidFill>
              <a:prstDash val="solid"/>
              <a:round/>
              <a:headEnd type="none" w="sm" len="sm"/>
              <a:tailEnd type="stealth" w="med" len="med"/>
            </a:ln>
          </p:spPr>
        </p:cxnSp>
        <p:cxnSp>
          <p:nvCxnSpPr>
            <p:cNvPr id="356" name="Google Shape;189;p1">
              <a:extLst>
                <a:ext uri="{FF2B5EF4-FFF2-40B4-BE49-F238E27FC236}">
                  <a16:creationId xmlns:a16="http://schemas.microsoft.com/office/drawing/2014/main" id="{87646689-EF73-A0F9-431B-A6A4B7044D7B}"/>
                </a:ext>
              </a:extLst>
            </p:cNvPr>
            <p:cNvCxnSpPr>
              <a:stCxn id="327" idx="7"/>
              <a:endCxn id="322" idx="2"/>
            </p:cNvCxnSpPr>
            <p:nvPr/>
          </p:nvCxnSpPr>
          <p:spPr>
            <a:xfrm rot="10800000" flipH="1">
              <a:off x="13154736" y="5621063"/>
              <a:ext cx="162600" cy="52200"/>
            </a:xfrm>
            <a:prstGeom prst="straightConnector1">
              <a:avLst/>
            </a:prstGeom>
            <a:noFill/>
            <a:ln w="9525" cap="flat" cmpd="sng">
              <a:solidFill>
                <a:srgbClr val="E4E4E3"/>
              </a:solidFill>
              <a:prstDash val="solid"/>
              <a:round/>
              <a:headEnd type="none" w="sm" len="sm"/>
              <a:tailEnd type="stealth" w="med" len="med"/>
            </a:ln>
          </p:spPr>
        </p:cxnSp>
        <p:cxnSp>
          <p:nvCxnSpPr>
            <p:cNvPr id="357" name="Google Shape;190;p1">
              <a:extLst>
                <a:ext uri="{FF2B5EF4-FFF2-40B4-BE49-F238E27FC236}">
                  <a16:creationId xmlns:a16="http://schemas.microsoft.com/office/drawing/2014/main" id="{490465FB-7976-AF0B-E8D9-90163190AEA5}"/>
                </a:ext>
              </a:extLst>
            </p:cNvPr>
            <p:cNvCxnSpPr>
              <a:stCxn id="322" idx="6"/>
              <a:endCxn id="325" idx="2"/>
            </p:cNvCxnSpPr>
            <p:nvPr/>
          </p:nvCxnSpPr>
          <p:spPr>
            <a:xfrm rot="10800000" flipH="1">
              <a:off x="13509582" y="5405984"/>
              <a:ext cx="189900" cy="215100"/>
            </a:xfrm>
            <a:prstGeom prst="straightConnector1">
              <a:avLst/>
            </a:prstGeom>
            <a:noFill/>
            <a:ln w="9525" cap="flat" cmpd="sng">
              <a:solidFill>
                <a:srgbClr val="E4E4E3"/>
              </a:solidFill>
              <a:prstDash val="solid"/>
              <a:round/>
              <a:headEnd type="none" w="sm" len="sm"/>
              <a:tailEnd type="stealth" w="med" len="med"/>
            </a:ln>
          </p:spPr>
        </p:cxnSp>
        <p:cxnSp>
          <p:nvCxnSpPr>
            <p:cNvPr id="358" name="Google Shape;191;p1">
              <a:extLst>
                <a:ext uri="{FF2B5EF4-FFF2-40B4-BE49-F238E27FC236}">
                  <a16:creationId xmlns:a16="http://schemas.microsoft.com/office/drawing/2014/main" id="{49793BC4-271B-B3FC-65C6-1DA3C5EB078A}"/>
                </a:ext>
              </a:extLst>
            </p:cNvPr>
            <p:cNvCxnSpPr>
              <a:stCxn id="318" idx="6"/>
              <a:endCxn id="320" idx="2"/>
            </p:cNvCxnSpPr>
            <p:nvPr/>
          </p:nvCxnSpPr>
          <p:spPr>
            <a:xfrm rot="10800000" flipH="1">
              <a:off x="12430043" y="5497061"/>
              <a:ext cx="560700" cy="152100"/>
            </a:xfrm>
            <a:prstGeom prst="straightConnector1">
              <a:avLst/>
            </a:prstGeom>
            <a:noFill/>
            <a:ln w="9525" cap="flat" cmpd="sng">
              <a:solidFill>
                <a:srgbClr val="E4E4E3"/>
              </a:solidFill>
              <a:prstDash val="solid"/>
              <a:round/>
              <a:headEnd type="none" w="sm" len="sm"/>
              <a:tailEnd type="stealth" w="med" len="med"/>
            </a:ln>
          </p:spPr>
        </p:cxnSp>
        <p:sp>
          <p:nvSpPr>
            <p:cNvPr id="359" name="Google Shape;188;p1">
              <a:extLst>
                <a:ext uri="{FF2B5EF4-FFF2-40B4-BE49-F238E27FC236}">
                  <a16:creationId xmlns:a16="http://schemas.microsoft.com/office/drawing/2014/main" id="{D905EB00-FB71-0731-FFB1-042FE15C49BB}"/>
                </a:ext>
              </a:extLst>
            </p:cNvPr>
            <p:cNvSpPr/>
            <p:nvPr/>
          </p:nvSpPr>
          <p:spPr>
            <a:xfrm>
              <a:off x="12361333" y="5843951"/>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360" name="Google Shape;192;p1">
              <a:extLst>
                <a:ext uri="{FF2B5EF4-FFF2-40B4-BE49-F238E27FC236}">
                  <a16:creationId xmlns:a16="http://schemas.microsoft.com/office/drawing/2014/main" id="{0D8AB851-56F9-7B0F-5252-4FAEE4BABEF3}"/>
                </a:ext>
              </a:extLst>
            </p:cNvPr>
            <p:cNvCxnSpPr>
              <a:stCxn id="320" idx="7"/>
              <a:endCxn id="321" idx="2"/>
            </p:cNvCxnSpPr>
            <p:nvPr/>
          </p:nvCxnSpPr>
          <p:spPr>
            <a:xfrm rot="10800000" flipH="1">
              <a:off x="13154747" y="5328685"/>
              <a:ext cx="174300" cy="98400"/>
            </a:xfrm>
            <a:prstGeom prst="straightConnector1">
              <a:avLst/>
            </a:prstGeom>
            <a:noFill/>
            <a:ln w="9525" cap="flat" cmpd="sng">
              <a:solidFill>
                <a:srgbClr val="E4E4E3"/>
              </a:solidFill>
              <a:prstDash val="solid"/>
              <a:round/>
              <a:headEnd type="none" w="sm" len="sm"/>
              <a:tailEnd type="stealth" w="med" len="med"/>
            </a:ln>
          </p:spPr>
        </p:cxnSp>
        <p:sp>
          <p:nvSpPr>
            <p:cNvPr id="361" name="Google Shape;182;p1">
              <a:extLst>
                <a:ext uri="{FF2B5EF4-FFF2-40B4-BE49-F238E27FC236}">
                  <a16:creationId xmlns:a16="http://schemas.microsoft.com/office/drawing/2014/main" id="{1568F14B-04D1-68D8-8282-2C8B4C472CC0}"/>
                </a:ext>
              </a:extLst>
            </p:cNvPr>
            <p:cNvSpPr/>
            <p:nvPr/>
          </p:nvSpPr>
          <p:spPr>
            <a:xfrm>
              <a:off x="12128466" y="579843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362" name="Google Shape;193;p1">
              <a:extLst>
                <a:ext uri="{FF2B5EF4-FFF2-40B4-BE49-F238E27FC236}">
                  <a16:creationId xmlns:a16="http://schemas.microsoft.com/office/drawing/2014/main" id="{436CE4A8-304D-2B43-09F8-FA8CD9080760}"/>
                </a:ext>
              </a:extLst>
            </p:cNvPr>
            <p:cNvCxnSpPr>
              <a:stCxn id="338" idx="6"/>
              <a:endCxn id="328" idx="2"/>
            </p:cNvCxnSpPr>
            <p:nvPr/>
          </p:nvCxnSpPr>
          <p:spPr>
            <a:xfrm>
              <a:off x="12002606" y="6583990"/>
              <a:ext cx="1258500" cy="148800"/>
            </a:xfrm>
            <a:prstGeom prst="straightConnector1">
              <a:avLst/>
            </a:prstGeom>
            <a:noFill/>
            <a:ln w="35850" cap="flat" cmpd="sng">
              <a:solidFill>
                <a:srgbClr val="E4E4E3"/>
              </a:solidFill>
              <a:prstDash val="solid"/>
              <a:round/>
              <a:headEnd type="stealth" w="med" len="med"/>
              <a:tailEnd type="none" w="sm" len="sm"/>
            </a:ln>
          </p:spPr>
        </p:cxnSp>
        <p:cxnSp>
          <p:nvCxnSpPr>
            <p:cNvPr id="363" name="Google Shape;194;p1">
              <a:extLst>
                <a:ext uri="{FF2B5EF4-FFF2-40B4-BE49-F238E27FC236}">
                  <a16:creationId xmlns:a16="http://schemas.microsoft.com/office/drawing/2014/main" id="{2CAFE08D-378F-880B-382F-8769ED3429E0}"/>
                </a:ext>
              </a:extLst>
            </p:cNvPr>
            <p:cNvCxnSpPr>
              <a:stCxn id="329" idx="1"/>
              <a:endCxn id="332" idx="5"/>
            </p:cNvCxnSpPr>
            <p:nvPr/>
          </p:nvCxnSpPr>
          <p:spPr>
            <a:xfrm rot="10800000">
              <a:off x="11729045" y="5839432"/>
              <a:ext cx="1188600" cy="962700"/>
            </a:xfrm>
            <a:prstGeom prst="straightConnector1">
              <a:avLst/>
            </a:prstGeom>
            <a:noFill/>
            <a:ln w="9525" cap="flat" cmpd="sng">
              <a:solidFill>
                <a:srgbClr val="CCCCCC"/>
              </a:solidFill>
              <a:prstDash val="solid"/>
              <a:round/>
              <a:headEnd type="none" w="sm" len="sm"/>
              <a:tailEnd type="stealth" w="med" len="med"/>
            </a:ln>
          </p:spPr>
        </p:cxnSp>
        <p:cxnSp>
          <p:nvCxnSpPr>
            <p:cNvPr id="364" name="Google Shape;195;p1">
              <a:extLst>
                <a:ext uri="{FF2B5EF4-FFF2-40B4-BE49-F238E27FC236}">
                  <a16:creationId xmlns:a16="http://schemas.microsoft.com/office/drawing/2014/main" id="{EDB184E1-2D19-768E-209A-B7EDBF6AC056}"/>
                </a:ext>
              </a:extLst>
            </p:cNvPr>
            <p:cNvCxnSpPr>
              <a:stCxn id="361" idx="3"/>
              <a:endCxn id="338" idx="7"/>
            </p:cNvCxnSpPr>
            <p:nvPr/>
          </p:nvCxnSpPr>
          <p:spPr>
            <a:xfrm flipH="1">
              <a:off x="11921428" y="5967439"/>
              <a:ext cx="235200" cy="415800"/>
            </a:xfrm>
            <a:prstGeom prst="straightConnector1">
              <a:avLst/>
            </a:prstGeom>
            <a:noFill/>
            <a:ln w="35850" cap="flat" cmpd="sng">
              <a:solidFill>
                <a:srgbClr val="E4E4E3"/>
              </a:solidFill>
              <a:prstDash val="solid"/>
              <a:round/>
              <a:headEnd type="none" w="sm" len="sm"/>
              <a:tailEnd type="stealth" w="med" len="med"/>
            </a:ln>
          </p:spPr>
        </p:cxnSp>
        <p:cxnSp>
          <p:nvCxnSpPr>
            <p:cNvPr id="366" name="Google Shape;197;p1">
              <a:extLst>
                <a:ext uri="{FF2B5EF4-FFF2-40B4-BE49-F238E27FC236}">
                  <a16:creationId xmlns:a16="http://schemas.microsoft.com/office/drawing/2014/main" id="{B2C56C47-F692-A1FA-6BB2-CD9D774C503B}"/>
                </a:ext>
              </a:extLst>
            </p:cNvPr>
            <p:cNvCxnSpPr>
              <a:stCxn id="318" idx="6"/>
              <a:endCxn id="327" idx="2"/>
            </p:cNvCxnSpPr>
            <p:nvPr/>
          </p:nvCxnSpPr>
          <p:spPr>
            <a:xfrm>
              <a:off x="12430043" y="5649161"/>
              <a:ext cx="560700" cy="94200"/>
            </a:xfrm>
            <a:prstGeom prst="straightConnector1">
              <a:avLst/>
            </a:prstGeom>
            <a:noFill/>
            <a:ln w="9525" cap="flat" cmpd="sng">
              <a:solidFill>
                <a:srgbClr val="E4E4E3"/>
              </a:solidFill>
              <a:prstDash val="solid"/>
              <a:round/>
              <a:headEnd type="none" w="sm" len="sm"/>
              <a:tailEnd type="stealth" w="med" len="med"/>
            </a:ln>
          </p:spPr>
        </p:cxnSp>
      </p:grpSp>
      <p:grpSp>
        <p:nvGrpSpPr>
          <p:cNvPr id="32" name="Google Shape;156;p1">
            <a:extLst>
              <a:ext uri="{FF2B5EF4-FFF2-40B4-BE49-F238E27FC236}">
                <a16:creationId xmlns:a16="http://schemas.microsoft.com/office/drawing/2014/main" id="{703A0751-3FB6-2595-15AA-891531F50BB7}"/>
              </a:ext>
            </a:extLst>
          </p:cNvPr>
          <p:cNvGrpSpPr/>
          <p:nvPr/>
        </p:nvGrpSpPr>
        <p:grpSpPr>
          <a:xfrm>
            <a:off x="6353314" y="6492240"/>
            <a:ext cx="1361060" cy="803822"/>
            <a:chOff x="10592773" y="5229745"/>
            <a:chExt cx="3298954" cy="1741391"/>
          </a:xfrm>
        </p:grpSpPr>
        <p:sp>
          <p:nvSpPr>
            <p:cNvPr id="33" name="Google Shape;157;p1">
              <a:extLst>
                <a:ext uri="{FF2B5EF4-FFF2-40B4-BE49-F238E27FC236}">
                  <a16:creationId xmlns:a16="http://schemas.microsoft.com/office/drawing/2014/main" id="{B7D87CC1-E7B4-E4B2-0633-E597B5675CE1}"/>
                </a:ext>
              </a:extLst>
            </p:cNvPr>
            <p:cNvSpPr/>
            <p:nvPr/>
          </p:nvSpPr>
          <p:spPr>
            <a:xfrm>
              <a:off x="12237743" y="5550161"/>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5" name="Google Shape;158;p1">
              <a:extLst>
                <a:ext uri="{FF2B5EF4-FFF2-40B4-BE49-F238E27FC236}">
                  <a16:creationId xmlns:a16="http://schemas.microsoft.com/office/drawing/2014/main" id="{ABC564B8-C405-9513-9A8E-9EFD8821BF7D}"/>
                </a:ext>
              </a:extLst>
            </p:cNvPr>
            <p:cNvSpPr/>
            <p:nvPr/>
          </p:nvSpPr>
          <p:spPr>
            <a:xfrm>
              <a:off x="12990609" y="5398089"/>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6" name="Google Shape;159;p1">
              <a:extLst>
                <a:ext uri="{FF2B5EF4-FFF2-40B4-BE49-F238E27FC236}">
                  <a16:creationId xmlns:a16="http://schemas.microsoft.com/office/drawing/2014/main" id="{00CAA5F1-4B3E-941A-CE43-C2D1736CBBCF}"/>
                </a:ext>
              </a:extLst>
            </p:cNvPr>
            <p:cNvSpPr/>
            <p:nvPr/>
          </p:nvSpPr>
          <p:spPr>
            <a:xfrm>
              <a:off x="13329043" y="522974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7" name="Google Shape;160;p1">
              <a:extLst>
                <a:ext uri="{FF2B5EF4-FFF2-40B4-BE49-F238E27FC236}">
                  <a16:creationId xmlns:a16="http://schemas.microsoft.com/office/drawing/2014/main" id="{AE2C1969-39FE-F5FA-F742-471A7E08A1C4}"/>
                </a:ext>
              </a:extLst>
            </p:cNvPr>
            <p:cNvSpPr/>
            <p:nvPr/>
          </p:nvSpPr>
          <p:spPr>
            <a:xfrm>
              <a:off x="13317282" y="5522084"/>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8" name="Google Shape;161;p1">
              <a:extLst>
                <a:ext uri="{FF2B5EF4-FFF2-40B4-BE49-F238E27FC236}">
                  <a16:creationId xmlns:a16="http://schemas.microsoft.com/office/drawing/2014/main" id="{403B06CF-033C-EDA1-1029-B146655975B2}"/>
                </a:ext>
              </a:extLst>
            </p:cNvPr>
            <p:cNvSpPr/>
            <p:nvPr/>
          </p:nvSpPr>
          <p:spPr>
            <a:xfrm>
              <a:off x="13699427" y="5306906"/>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9" name="Google Shape;162;p1">
              <a:extLst>
                <a:ext uri="{FF2B5EF4-FFF2-40B4-BE49-F238E27FC236}">
                  <a16:creationId xmlns:a16="http://schemas.microsoft.com/office/drawing/2014/main" id="{043DDF28-6E60-1B82-C9DF-D8A7329E8CE4}"/>
                </a:ext>
              </a:extLst>
            </p:cNvPr>
            <p:cNvSpPr/>
            <p:nvPr/>
          </p:nvSpPr>
          <p:spPr>
            <a:xfrm>
              <a:off x="12990598" y="5644267"/>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40" name="Google Shape;163;p1">
              <a:extLst>
                <a:ext uri="{FF2B5EF4-FFF2-40B4-BE49-F238E27FC236}">
                  <a16:creationId xmlns:a16="http://schemas.microsoft.com/office/drawing/2014/main" id="{ED33A462-FEB9-2F4A-4E74-CFEC72175AC4}"/>
                </a:ext>
              </a:extLst>
            </p:cNvPr>
            <p:cNvSpPr/>
            <p:nvPr/>
          </p:nvSpPr>
          <p:spPr>
            <a:xfrm>
              <a:off x="13261106" y="6564434"/>
              <a:ext cx="328200" cy="336900"/>
            </a:xfrm>
            <a:prstGeom prst="ellipse">
              <a:avLst/>
            </a:prstGeom>
            <a:solidFill>
              <a:schemeClr val="tx1">
                <a:lumMod val="20000"/>
                <a:lumOff val="80000"/>
              </a:schemeClr>
            </a:solidFill>
            <a:ln w="9525" cap="flat" cmpd="sng">
              <a:solidFill>
                <a:schemeClr val="tx1">
                  <a:lumMod val="20000"/>
                  <a:lumOff val="8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44" name="Google Shape;164;p1">
              <a:extLst>
                <a:ext uri="{FF2B5EF4-FFF2-40B4-BE49-F238E27FC236}">
                  <a16:creationId xmlns:a16="http://schemas.microsoft.com/office/drawing/2014/main" id="{BDA5103F-C4F1-44AE-07EA-2DB778C61DA1}"/>
                </a:ext>
              </a:extLst>
            </p:cNvPr>
            <p:cNvSpPr/>
            <p:nvPr/>
          </p:nvSpPr>
          <p:spPr>
            <a:xfrm>
              <a:off x="12889483" y="6773136"/>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45" name="Google Shape;165;p1">
              <a:extLst>
                <a:ext uri="{FF2B5EF4-FFF2-40B4-BE49-F238E27FC236}">
                  <a16:creationId xmlns:a16="http://schemas.microsoft.com/office/drawing/2014/main" id="{2CE4E3B5-130D-4925-A401-F0A5135E5DD1}"/>
                </a:ext>
              </a:extLst>
            </p:cNvPr>
            <p:cNvSpPr/>
            <p:nvPr/>
          </p:nvSpPr>
          <p:spPr>
            <a:xfrm>
              <a:off x="13324166" y="6099152"/>
              <a:ext cx="192300" cy="198000"/>
            </a:xfrm>
            <a:prstGeom prst="ellipse">
              <a:avLst/>
            </a:prstGeom>
            <a:solidFill>
              <a:schemeClr val="tx1">
                <a:lumMod val="20000"/>
                <a:lumOff val="80000"/>
              </a:schemeClr>
            </a:solidFill>
            <a:ln w="9525" cap="flat" cmpd="sng">
              <a:solidFill>
                <a:schemeClr val="tx1">
                  <a:lumMod val="20000"/>
                  <a:lumOff val="8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46" name="Google Shape;166;p1">
              <a:extLst>
                <a:ext uri="{FF2B5EF4-FFF2-40B4-BE49-F238E27FC236}">
                  <a16:creationId xmlns:a16="http://schemas.microsoft.com/office/drawing/2014/main" id="{93B6637B-8B48-300A-6076-2D37A9EFCE25}"/>
                </a:ext>
              </a:extLst>
            </p:cNvPr>
            <p:cNvSpPr/>
            <p:nvPr/>
          </p:nvSpPr>
          <p:spPr>
            <a:xfrm>
              <a:off x="11468140" y="5576165"/>
              <a:ext cx="305700" cy="308400"/>
            </a:xfrm>
            <a:prstGeom prst="ellipse">
              <a:avLst/>
            </a:prstGeom>
            <a:solidFill>
              <a:schemeClr val="bg2">
                <a:lumMod val="10000"/>
              </a:schemeClr>
            </a:solidFill>
            <a:ln w="179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47" name="Google Shape;167;p1">
              <a:extLst>
                <a:ext uri="{FF2B5EF4-FFF2-40B4-BE49-F238E27FC236}">
                  <a16:creationId xmlns:a16="http://schemas.microsoft.com/office/drawing/2014/main" id="{0D3EF0D9-D1F2-B773-B757-E1799C2C249C}"/>
                </a:ext>
              </a:extLst>
            </p:cNvPr>
            <p:cNvSpPr/>
            <p:nvPr/>
          </p:nvSpPr>
          <p:spPr>
            <a:xfrm>
              <a:off x="10719482" y="592538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49" name="Google Shape;168;p1">
              <a:extLst>
                <a:ext uri="{FF2B5EF4-FFF2-40B4-BE49-F238E27FC236}">
                  <a16:creationId xmlns:a16="http://schemas.microsoft.com/office/drawing/2014/main" id="{21E2A3BA-C6E2-8847-B69B-4ED2D3BB85F2}"/>
                </a:ext>
              </a:extLst>
            </p:cNvPr>
            <p:cNvSpPr/>
            <p:nvPr/>
          </p:nvSpPr>
          <p:spPr>
            <a:xfrm>
              <a:off x="11061232" y="5405652"/>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50" name="Google Shape;169;p1">
              <a:extLst>
                <a:ext uri="{FF2B5EF4-FFF2-40B4-BE49-F238E27FC236}">
                  <a16:creationId xmlns:a16="http://schemas.microsoft.com/office/drawing/2014/main" id="{1CCA5A05-C62E-DC90-0AFE-3D01B6E495C1}"/>
                </a:ext>
              </a:extLst>
            </p:cNvPr>
            <p:cNvSpPr/>
            <p:nvPr/>
          </p:nvSpPr>
          <p:spPr>
            <a:xfrm>
              <a:off x="10592773" y="6139937"/>
              <a:ext cx="274500" cy="276300"/>
            </a:xfrm>
            <a:prstGeom prst="ellipse">
              <a:avLst/>
            </a:prstGeom>
            <a:solidFill>
              <a:schemeClr val="tx1">
                <a:lumMod val="20000"/>
                <a:lumOff val="80000"/>
              </a:schemeClr>
            </a:solidFill>
            <a:ln w="9525" cap="flat" cmpd="sng">
              <a:solidFill>
                <a:schemeClr val="tx1">
                  <a:lumMod val="20000"/>
                  <a:lumOff val="8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51" name="Google Shape;170;p1">
              <a:extLst>
                <a:ext uri="{FF2B5EF4-FFF2-40B4-BE49-F238E27FC236}">
                  <a16:creationId xmlns:a16="http://schemas.microsoft.com/office/drawing/2014/main" id="{742A2A45-FA21-87A6-4828-8B47936B7B7B}"/>
                </a:ext>
              </a:extLst>
            </p:cNvPr>
            <p:cNvSpPr/>
            <p:nvPr/>
          </p:nvSpPr>
          <p:spPr>
            <a:xfrm>
              <a:off x="11037864" y="6333062"/>
              <a:ext cx="192300" cy="198000"/>
            </a:xfrm>
            <a:prstGeom prst="ellipse">
              <a:avLst/>
            </a:prstGeom>
            <a:solidFill>
              <a:srgbClr val="D9D9D9"/>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52" name="Google Shape;171;p1">
              <a:extLst>
                <a:ext uri="{FF2B5EF4-FFF2-40B4-BE49-F238E27FC236}">
                  <a16:creationId xmlns:a16="http://schemas.microsoft.com/office/drawing/2014/main" id="{AF77EAC4-3A4C-8720-AFA8-303D67BDAEA9}"/>
                </a:ext>
              </a:extLst>
            </p:cNvPr>
            <p:cNvSpPr/>
            <p:nvPr/>
          </p:nvSpPr>
          <p:spPr>
            <a:xfrm>
              <a:off x="11449106" y="6300040"/>
              <a:ext cx="553500" cy="567900"/>
            </a:xfrm>
            <a:prstGeom prst="ellipse">
              <a:avLst/>
            </a:prstGeom>
            <a:solidFill>
              <a:schemeClr val="tx1">
                <a:lumMod val="20000"/>
                <a:lumOff val="80000"/>
              </a:schemeClr>
            </a:solidFill>
            <a:ln w="26900" cap="flat" cmpd="sng">
              <a:solidFill>
                <a:schemeClr val="tx1">
                  <a:lumMod val="20000"/>
                  <a:lumOff val="8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54" name="Google Shape;172;p1">
              <a:extLst>
                <a:ext uri="{FF2B5EF4-FFF2-40B4-BE49-F238E27FC236}">
                  <a16:creationId xmlns:a16="http://schemas.microsoft.com/office/drawing/2014/main" id="{69A9D8EC-66AA-A1EF-8A7A-3D10F6215359}"/>
                </a:ext>
              </a:extLst>
            </p:cNvPr>
            <p:cNvCxnSpPr>
              <a:cxnSpLocks/>
              <a:stCxn id="33" idx="2"/>
              <a:endCxn id="46" idx="6"/>
            </p:cNvCxnSpPr>
            <p:nvPr/>
          </p:nvCxnSpPr>
          <p:spPr>
            <a:xfrm flipH="1">
              <a:off x="11773943" y="5649161"/>
              <a:ext cx="463800" cy="81300"/>
            </a:xfrm>
            <a:prstGeom prst="straightConnector1">
              <a:avLst/>
            </a:prstGeom>
            <a:noFill/>
            <a:ln w="9525" cap="flat" cmpd="sng">
              <a:solidFill>
                <a:schemeClr val="bg2">
                  <a:lumMod val="10000"/>
                </a:schemeClr>
              </a:solidFill>
              <a:prstDash val="solid"/>
              <a:round/>
              <a:headEnd type="none" w="sm" len="sm"/>
              <a:tailEnd type="stealth" w="med" len="med"/>
            </a:ln>
          </p:spPr>
        </p:cxnSp>
        <p:cxnSp>
          <p:nvCxnSpPr>
            <p:cNvPr id="55" name="Google Shape;173;p1">
              <a:extLst>
                <a:ext uri="{FF2B5EF4-FFF2-40B4-BE49-F238E27FC236}">
                  <a16:creationId xmlns:a16="http://schemas.microsoft.com/office/drawing/2014/main" id="{AE60357C-E509-8E73-E147-5968551AF972}"/>
                </a:ext>
              </a:extLst>
            </p:cNvPr>
            <p:cNvCxnSpPr>
              <a:stCxn id="46" idx="2"/>
              <a:endCxn id="452" idx="6"/>
            </p:cNvCxnSpPr>
            <p:nvPr/>
          </p:nvCxnSpPr>
          <p:spPr>
            <a:xfrm flipH="1">
              <a:off x="11113540" y="5730365"/>
              <a:ext cx="354600" cy="30600"/>
            </a:xfrm>
            <a:prstGeom prst="straightConnector1">
              <a:avLst/>
            </a:prstGeom>
            <a:noFill/>
            <a:ln w="9525" cap="flat" cmpd="sng">
              <a:solidFill>
                <a:schemeClr val="bg2">
                  <a:lumMod val="10000"/>
                </a:schemeClr>
              </a:solidFill>
              <a:prstDash val="solid"/>
              <a:round/>
              <a:headEnd type="none" w="sm" len="sm"/>
              <a:tailEnd type="stealth" w="med" len="med"/>
            </a:ln>
          </p:spPr>
        </p:cxnSp>
        <p:cxnSp>
          <p:nvCxnSpPr>
            <p:cNvPr id="57" name="Google Shape;175;p1">
              <a:extLst>
                <a:ext uri="{FF2B5EF4-FFF2-40B4-BE49-F238E27FC236}">
                  <a16:creationId xmlns:a16="http://schemas.microsoft.com/office/drawing/2014/main" id="{CD4FC6CB-0D79-1523-18E4-E8A1E6BA6F7B}"/>
                </a:ext>
              </a:extLst>
            </p:cNvPr>
            <p:cNvCxnSpPr>
              <a:stCxn id="52" idx="1"/>
              <a:endCxn id="448" idx="5"/>
            </p:cNvCxnSpPr>
            <p:nvPr/>
          </p:nvCxnSpPr>
          <p:spPr>
            <a:xfrm rot="10800000">
              <a:off x="11390064" y="6170507"/>
              <a:ext cx="140100" cy="212700"/>
            </a:xfrm>
            <a:prstGeom prst="straightConnector1">
              <a:avLst/>
            </a:prstGeom>
            <a:noFill/>
            <a:ln w="9525" cap="flat" cmpd="sng">
              <a:solidFill>
                <a:srgbClr val="CCCCCC"/>
              </a:solidFill>
              <a:prstDash val="solid"/>
              <a:round/>
              <a:headEnd type="none" w="sm" len="sm"/>
              <a:tailEnd type="stealth" w="med" len="med"/>
            </a:ln>
          </p:spPr>
        </p:cxnSp>
        <p:cxnSp>
          <p:nvCxnSpPr>
            <p:cNvPr id="58" name="Google Shape;177;p1">
              <a:extLst>
                <a:ext uri="{FF2B5EF4-FFF2-40B4-BE49-F238E27FC236}">
                  <a16:creationId xmlns:a16="http://schemas.microsoft.com/office/drawing/2014/main" id="{01DB5278-EC90-6387-9531-6293F5B27B7A}"/>
                </a:ext>
              </a:extLst>
            </p:cNvPr>
            <p:cNvCxnSpPr>
              <a:stCxn id="52" idx="2"/>
              <a:endCxn id="51" idx="5"/>
            </p:cNvCxnSpPr>
            <p:nvPr/>
          </p:nvCxnSpPr>
          <p:spPr>
            <a:xfrm rot="10800000">
              <a:off x="11201906" y="6502090"/>
              <a:ext cx="247200" cy="81900"/>
            </a:xfrm>
            <a:prstGeom prst="straightConnector1">
              <a:avLst/>
            </a:prstGeom>
            <a:noFill/>
            <a:ln w="9525" cap="flat" cmpd="sng">
              <a:solidFill>
                <a:srgbClr val="CCCCCC"/>
              </a:solidFill>
              <a:prstDash val="solid"/>
              <a:round/>
              <a:headEnd type="none" w="sm" len="sm"/>
              <a:tailEnd type="stealth" w="med" len="med"/>
            </a:ln>
          </p:spPr>
        </p:cxnSp>
        <p:cxnSp>
          <p:nvCxnSpPr>
            <p:cNvPr id="59" name="Google Shape;178;p1">
              <a:extLst>
                <a:ext uri="{FF2B5EF4-FFF2-40B4-BE49-F238E27FC236}">
                  <a16:creationId xmlns:a16="http://schemas.microsoft.com/office/drawing/2014/main" id="{93D4AA4C-EA2C-33B7-CDD7-ED3B3E601B23}"/>
                </a:ext>
              </a:extLst>
            </p:cNvPr>
            <p:cNvCxnSpPr>
              <a:stCxn id="51" idx="2"/>
              <a:endCxn id="50" idx="6"/>
            </p:cNvCxnSpPr>
            <p:nvPr/>
          </p:nvCxnSpPr>
          <p:spPr>
            <a:xfrm rot="10800000">
              <a:off x="10867164" y="6278162"/>
              <a:ext cx="170700" cy="153900"/>
            </a:xfrm>
            <a:prstGeom prst="straightConnector1">
              <a:avLst/>
            </a:prstGeom>
            <a:noFill/>
            <a:ln w="9525" cap="flat" cmpd="sng">
              <a:solidFill>
                <a:schemeClr val="tx1">
                  <a:lumMod val="20000"/>
                  <a:lumOff val="80000"/>
                </a:schemeClr>
              </a:solidFill>
              <a:prstDash val="solid"/>
              <a:round/>
              <a:headEnd type="none" w="sm" len="sm"/>
              <a:tailEnd type="stealth" w="med" len="med"/>
            </a:ln>
          </p:spPr>
        </p:cxnSp>
        <p:cxnSp>
          <p:nvCxnSpPr>
            <p:cNvPr id="60" name="Google Shape;179;p1">
              <a:extLst>
                <a:ext uri="{FF2B5EF4-FFF2-40B4-BE49-F238E27FC236}">
                  <a16:creationId xmlns:a16="http://schemas.microsoft.com/office/drawing/2014/main" id="{B0975197-ECEE-9CC1-52DF-74E3557791CA}"/>
                </a:ext>
              </a:extLst>
            </p:cNvPr>
            <p:cNvCxnSpPr>
              <a:stCxn id="448" idx="2"/>
              <a:endCxn id="47" idx="5"/>
            </p:cNvCxnSpPr>
            <p:nvPr/>
          </p:nvCxnSpPr>
          <p:spPr>
            <a:xfrm rot="10800000">
              <a:off x="10883737" y="6094319"/>
              <a:ext cx="342300" cy="6300"/>
            </a:xfrm>
            <a:prstGeom prst="straightConnector1">
              <a:avLst/>
            </a:prstGeom>
            <a:noFill/>
            <a:ln w="9525" cap="flat" cmpd="sng">
              <a:solidFill>
                <a:srgbClr val="CCCCCC"/>
              </a:solidFill>
              <a:prstDash val="solid"/>
              <a:round/>
              <a:headEnd type="none" w="sm" len="sm"/>
              <a:tailEnd type="stealth" w="med" len="med"/>
            </a:ln>
          </p:spPr>
        </p:cxnSp>
        <p:cxnSp>
          <p:nvCxnSpPr>
            <p:cNvPr id="61" name="Google Shape;180;p1">
              <a:extLst>
                <a:ext uri="{FF2B5EF4-FFF2-40B4-BE49-F238E27FC236}">
                  <a16:creationId xmlns:a16="http://schemas.microsoft.com/office/drawing/2014/main" id="{F792245B-21CC-75D1-EF61-85A4D9D87F79}"/>
                </a:ext>
              </a:extLst>
            </p:cNvPr>
            <p:cNvCxnSpPr>
              <a:stCxn id="46" idx="1"/>
              <a:endCxn id="49" idx="5"/>
            </p:cNvCxnSpPr>
            <p:nvPr/>
          </p:nvCxnSpPr>
          <p:spPr>
            <a:xfrm rot="10800000">
              <a:off x="11225509" y="5574529"/>
              <a:ext cx="287400" cy="46800"/>
            </a:xfrm>
            <a:prstGeom prst="straightConnector1">
              <a:avLst/>
            </a:prstGeom>
            <a:noFill/>
            <a:ln w="9525" cap="flat" cmpd="sng">
              <a:solidFill>
                <a:srgbClr val="CCCCCC"/>
              </a:solidFill>
              <a:prstDash val="solid"/>
              <a:round/>
              <a:headEnd type="none" w="sm" len="sm"/>
              <a:tailEnd type="stealth" w="med" len="med"/>
            </a:ln>
          </p:spPr>
        </p:cxnSp>
        <p:cxnSp>
          <p:nvCxnSpPr>
            <p:cNvPr id="62" name="Google Shape;181;p1">
              <a:extLst>
                <a:ext uri="{FF2B5EF4-FFF2-40B4-BE49-F238E27FC236}">
                  <a16:creationId xmlns:a16="http://schemas.microsoft.com/office/drawing/2014/main" id="{03CDC54B-45E2-4F74-0A72-861C0870F975}"/>
                </a:ext>
              </a:extLst>
            </p:cNvPr>
            <p:cNvCxnSpPr>
              <a:stCxn id="466" idx="2"/>
              <a:endCxn id="448" idx="6"/>
            </p:cNvCxnSpPr>
            <p:nvPr/>
          </p:nvCxnSpPr>
          <p:spPr>
            <a:xfrm flipH="1">
              <a:off x="11418366" y="5897435"/>
              <a:ext cx="710100" cy="203100"/>
            </a:xfrm>
            <a:prstGeom prst="straightConnector1">
              <a:avLst/>
            </a:prstGeom>
            <a:noFill/>
            <a:ln w="9525" cap="flat" cmpd="sng">
              <a:solidFill>
                <a:srgbClr val="CCCCCC"/>
              </a:solidFill>
              <a:prstDash val="solid"/>
              <a:round/>
              <a:headEnd type="none" w="sm" len="sm"/>
              <a:tailEnd type="stealth" w="med" len="med"/>
            </a:ln>
          </p:spPr>
        </p:cxnSp>
        <p:cxnSp>
          <p:nvCxnSpPr>
            <p:cNvPr id="63" name="Google Shape;183;p1">
              <a:extLst>
                <a:ext uri="{FF2B5EF4-FFF2-40B4-BE49-F238E27FC236}">
                  <a16:creationId xmlns:a16="http://schemas.microsoft.com/office/drawing/2014/main" id="{5BCC7206-2BD7-EE67-349E-8E3BBA4225A2}"/>
                </a:ext>
              </a:extLst>
            </p:cNvPr>
            <p:cNvCxnSpPr>
              <a:stCxn id="466" idx="2"/>
              <a:endCxn id="47" idx="6"/>
            </p:cNvCxnSpPr>
            <p:nvPr/>
          </p:nvCxnSpPr>
          <p:spPr>
            <a:xfrm flipH="1">
              <a:off x="10911666" y="5897435"/>
              <a:ext cx="1216800" cy="126900"/>
            </a:xfrm>
            <a:prstGeom prst="straightConnector1">
              <a:avLst/>
            </a:prstGeom>
            <a:noFill/>
            <a:ln w="9525" cap="flat" cmpd="sng">
              <a:solidFill>
                <a:srgbClr val="CCCCCC"/>
              </a:solidFill>
              <a:prstDash val="solid"/>
              <a:round/>
              <a:headEnd type="none" w="sm" len="sm"/>
              <a:tailEnd type="stealth" w="med" len="med"/>
            </a:ln>
          </p:spPr>
        </p:cxnSp>
        <p:sp>
          <p:nvSpPr>
            <p:cNvPr id="448" name="Google Shape;176;p1">
              <a:extLst>
                <a:ext uri="{FF2B5EF4-FFF2-40B4-BE49-F238E27FC236}">
                  <a16:creationId xmlns:a16="http://schemas.microsoft.com/office/drawing/2014/main" id="{91711339-9F8A-9161-C8A0-861340C8F8B3}"/>
                </a:ext>
              </a:extLst>
            </p:cNvPr>
            <p:cNvSpPr/>
            <p:nvPr/>
          </p:nvSpPr>
          <p:spPr>
            <a:xfrm>
              <a:off x="11226037" y="6001619"/>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449" name="Google Shape;184;p1">
              <a:extLst>
                <a:ext uri="{FF2B5EF4-FFF2-40B4-BE49-F238E27FC236}">
                  <a16:creationId xmlns:a16="http://schemas.microsoft.com/office/drawing/2014/main" id="{E98123B9-5D28-3995-56E8-D5751C7FAC1F}"/>
                </a:ext>
              </a:extLst>
            </p:cNvPr>
            <p:cNvCxnSpPr>
              <a:stCxn id="33" idx="2"/>
              <a:endCxn id="51" idx="7"/>
            </p:cNvCxnSpPr>
            <p:nvPr/>
          </p:nvCxnSpPr>
          <p:spPr>
            <a:xfrm flipH="1">
              <a:off x="11202143" y="5649161"/>
              <a:ext cx="1035600" cy="712800"/>
            </a:xfrm>
            <a:prstGeom prst="straightConnector1">
              <a:avLst/>
            </a:prstGeom>
            <a:noFill/>
            <a:ln w="9525" cap="flat" cmpd="sng">
              <a:solidFill>
                <a:srgbClr val="CCCCCC"/>
              </a:solidFill>
              <a:prstDash val="solid"/>
              <a:round/>
              <a:headEnd type="none" w="sm" len="sm"/>
              <a:tailEnd type="stealth" w="med" len="med"/>
            </a:ln>
          </p:spPr>
        </p:cxnSp>
        <p:cxnSp>
          <p:nvCxnSpPr>
            <p:cNvPr id="450" name="Google Shape;185;p1">
              <a:extLst>
                <a:ext uri="{FF2B5EF4-FFF2-40B4-BE49-F238E27FC236}">
                  <a16:creationId xmlns:a16="http://schemas.microsoft.com/office/drawing/2014/main" id="{62FD3C9A-4909-D5C2-CBCE-DA7157C2FF43}"/>
                </a:ext>
              </a:extLst>
            </p:cNvPr>
            <p:cNvCxnSpPr>
              <a:stCxn id="33" idx="5"/>
              <a:endCxn id="40" idx="1"/>
            </p:cNvCxnSpPr>
            <p:nvPr/>
          </p:nvCxnSpPr>
          <p:spPr>
            <a:xfrm>
              <a:off x="12401881" y="5719165"/>
              <a:ext cx="907200" cy="894600"/>
            </a:xfrm>
            <a:prstGeom prst="straightConnector1">
              <a:avLst/>
            </a:prstGeom>
            <a:noFill/>
            <a:ln w="17925" cap="flat" cmpd="sng">
              <a:solidFill>
                <a:srgbClr val="D9D9D9"/>
              </a:solidFill>
              <a:prstDash val="solid"/>
              <a:round/>
              <a:headEnd type="none" w="sm" len="sm"/>
              <a:tailEnd type="stealth" w="med" len="med"/>
            </a:ln>
          </p:spPr>
        </p:cxnSp>
        <p:sp>
          <p:nvSpPr>
            <p:cNvPr id="452" name="Google Shape;174;p1">
              <a:extLst>
                <a:ext uri="{FF2B5EF4-FFF2-40B4-BE49-F238E27FC236}">
                  <a16:creationId xmlns:a16="http://schemas.microsoft.com/office/drawing/2014/main" id="{BBD5107E-87E2-7808-1A1E-CF36B75655A8}"/>
                </a:ext>
              </a:extLst>
            </p:cNvPr>
            <p:cNvSpPr/>
            <p:nvPr/>
          </p:nvSpPr>
          <p:spPr>
            <a:xfrm>
              <a:off x="10921235" y="5662025"/>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453" name="Google Shape;186;p1">
              <a:extLst>
                <a:ext uri="{FF2B5EF4-FFF2-40B4-BE49-F238E27FC236}">
                  <a16:creationId xmlns:a16="http://schemas.microsoft.com/office/drawing/2014/main" id="{D83205FF-CB4D-AC63-111C-E0275BA12C90}"/>
                </a:ext>
              </a:extLst>
            </p:cNvPr>
            <p:cNvCxnSpPr>
              <a:stCxn id="466" idx="2"/>
              <a:endCxn id="51" idx="6"/>
            </p:cNvCxnSpPr>
            <p:nvPr/>
          </p:nvCxnSpPr>
          <p:spPr>
            <a:xfrm flipH="1">
              <a:off x="11230266" y="5897435"/>
              <a:ext cx="898200" cy="534600"/>
            </a:xfrm>
            <a:prstGeom prst="straightConnector1">
              <a:avLst/>
            </a:prstGeom>
            <a:noFill/>
            <a:ln w="9525" cap="flat" cmpd="sng">
              <a:solidFill>
                <a:srgbClr val="CCCCCC"/>
              </a:solidFill>
              <a:prstDash val="solid"/>
              <a:round/>
              <a:headEnd type="none" w="sm" len="sm"/>
              <a:tailEnd type="stealth" w="med" len="med"/>
            </a:ln>
          </p:spPr>
        </p:cxnSp>
        <p:cxnSp>
          <p:nvCxnSpPr>
            <p:cNvPr id="456" name="Google Shape;187;p1">
              <a:extLst>
                <a:ext uri="{FF2B5EF4-FFF2-40B4-BE49-F238E27FC236}">
                  <a16:creationId xmlns:a16="http://schemas.microsoft.com/office/drawing/2014/main" id="{E3D40D9E-5571-DA16-67B7-09193E4FCACD}"/>
                </a:ext>
              </a:extLst>
            </p:cNvPr>
            <p:cNvCxnSpPr>
              <a:stCxn id="461" idx="6"/>
              <a:endCxn id="39" idx="2"/>
            </p:cNvCxnSpPr>
            <p:nvPr/>
          </p:nvCxnSpPr>
          <p:spPr>
            <a:xfrm rot="10800000" flipH="1">
              <a:off x="12553633" y="5743151"/>
              <a:ext cx="437100" cy="199800"/>
            </a:xfrm>
            <a:prstGeom prst="straightConnector1">
              <a:avLst/>
            </a:prstGeom>
            <a:noFill/>
            <a:ln w="9525" cap="flat" cmpd="sng">
              <a:solidFill>
                <a:schemeClr val="bg2">
                  <a:lumMod val="10000"/>
                </a:schemeClr>
              </a:solidFill>
              <a:prstDash val="solid"/>
              <a:round/>
              <a:headEnd type="none" w="sm" len="sm"/>
              <a:tailEnd type="stealth" w="med" len="med"/>
            </a:ln>
          </p:spPr>
        </p:cxnSp>
        <p:cxnSp>
          <p:nvCxnSpPr>
            <p:cNvPr id="457" name="Google Shape;189;p1">
              <a:extLst>
                <a:ext uri="{FF2B5EF4-FFF2-40B4-BE49-F238E27FC236}">
                  <a16:creationId xmlns:a16="http://schemas.microsoft.com/office/drawing/2014/main" id="{86C103C4-B00A-014F-C24F-2C9B34AECDDB}"/>
                </a:ext>
              </a:extLst>
            </p:cNvPr>
            <p:cNvCxnSpPr>
              <a:stCxn id="39" idx="7"/>
              <a:endCxn id="37" idx="2"/>
            </p:cNvCxnSpPr>
            <p:nvPr/>
          </p:nvCxnSpPr>
          <p:spPr>
            <a:xfrm rot="10800000" flipH="1">
              <a:off x="13154736" y="5621063"/>
              <a:ext cx="162600" cy="52200"/>
            </a:xfrm>
            <a:prstGeom prst="straightConnector1">
              <a:avLst/>
            </a:prstGeom>
            <a:noFill/>
            <a:ln w="9525" cap="flat" cmpd="sng">
              <a:solidFill>
                <a:srgbClr val="E4E4E3"/>
              </a:solidFill>
              <a:prstDash val="solid"/>
              <a:round/>
              <a:headEnd type="none" w="sm" len="sm"/>
              <a:tailEnd type="stealth" w="med" len="med"/>
            </a:ln>
          </p:spPr>
        </p:cxnSp>
        <p:cxnSp>
          <p:nvCxnSpPr>
            <p:cNvPr id="458" name="Google Shape;190;p1">
              <a:extLst>
                <a:ext uri="{FF2B5EF4-FFF2-40B4-BE49-F238E27FC236}">
                  <a16:creationId xmlns:a16="http://schemas.microsoft.com/office/drawing/2014/main" id="{BE133CCD-2195-A570-5577-B8A7546FF9B6}"/>
                </a:ext>
              </a:extLst>
            </p:cNvPr>
            <p:cNvCxnSpPr>
              <a:stCxn id="37" idx="6"/>
              <a:endCxn id="38" idx="2"/>
            </p:cNvCxnSpPr>
            <p:nvPr/>
          </p:nvCxnSpPr>
          <p:spPr>
            <a:xfrm rot="10800000" flipH="1">
              <a:off x="13509582" y="5405984"/>
              <a:ext cx="189900" cy="215100"/>
            </a:xfrm>
            <a:prstGeom prst="straightConnector1">
              <a:avLst/>
            </a:prstGeom>
            <a:noFill/>
            <a:ln w="9525" cap="flat" cmpd="sng">
              <a:solidFill>
                <a:srgbClr val="E4E4E3"/>
              </a:solidFill>
              <a:prstDash val="solid"/>
              <a:round/>
              <a:headEnd type="none" w="sm" len="sm"/>
              <a:tailEnd type="stealth" w="med" len="med"/>
            </a:ln>
          </p:spPr>
        </p:cxnSp>
        <p:cxnSp>
          <p:nvCxnSpPr>
            <p:cNvPr id="459" name="Google Shape;191;p1">
              <a:extLst>
                <a:ext uri="{FF2B5EF4-FFF2-40B4-BE49-F238E27FC236}">
                  <a16:creationId xmlns:a16="http://schemas.microsoft.com/office/drawing/2014/main" id="{833B3EAA-C1B0-5548-8437-07AA5CF6CE7E}"/>
                </a:ext>
              </a:extLst>
            </p:cNvPr>
            <p:cNvCxnSpPr>
              <a:stCxn id="33" idx="6"/>
              <a:endCxn id="35" idx="2"/>
            </p:cNvCxnSpPr>
            <p:nvPr/>
          </p:nvCxnSpPr>
          <p:spPr>
            <a:xfrm rot="10800000" flipH="1">
              <a:off x="12430043" y="5497061"/>
              <a:ext cx="560700" cy="152100"/>
            </a:xfrm>
            <a:prstGeom prst="straightConnector1">
              <a:avLst/>
            </a:prstGeom>
            <a:noFill/>
            <a:ln w="9525" cap="flat" cmpd="sng">
              <a:solidFill>
                <a:srgbClr val="E4E4E3"/>
              </a:solidFill>
              <a:prstDash val="solid"/>
              <a:round/>
              <a:headEnd type="none" w="sm" len="sm"/>
              <a:tailEnd type="stealth" w="med" len="med"/>
            </a:ln>
          </p:spPr>
        </p:cxnSp>
        <p:sp>
          <p:nvSpPr>
            <p:cNvPr id="461" name="Google Shape;188;p1">
              <a:extLst>
                <a:ext uri="{FF2B5EF4-FFF2-40B4-BE49-F238E27FC236}">
                  <a16:creationId xmlns:a16="http://schemas.microsoft.com/office/drawing/2014/main" id="{2EBA61FE-68DB-C4A2-E606-5A0257F555F1}"/>
                </a:ext>
              </a:extLst>
            </p:cNvPr>
            <p:cNvSpPr/>
            <p:nvPr/>
          </p:nvSpPr>
          <p:spPr>
            <a:xfrm>
              <a:off x="12361333" y="5843951"/>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465" name="Google Shape;192;p1">
              <a:extLst>
                <a:ext uri="{FF2B5EF4-FFF2-40B4-BE49-F238E27FC236}">
                  <a16:creationId xmlns:a16="http://schemas.microsoft.com/office/drawing/2014/main" id="{E3D191C0-9172-D40E-8D15-46283C7D8BDF}"/>
                </a:ext>
              </a:extLst>
            </p:cNvPr>
            <p:cNvCxnSpPr>
              <a:stCxn id="35" idx="7"/>
              <a:endCxn id="36" idx="2"/>
            </p:cNvCxnSpPr>
            <p:nvPr/>
          </p:nvCxnSpPr>
          <p:spPr>
            <a:xfrm rot="10800000" flipH="1">
              <a:off x="13154747" y="5328685"/>
              <a:ext cx="174300" cy="98400"/>
            </a:xfrm>
            <a:prstGeom prst="straightConnector1">
              <a:avLst/>
            </a:prstGeom>
            <a:noFill/>
            <a:ln w="9525" cap="flat" cmpd="sng">
              <a:solidFill>
                <a:srgbClr val="E4E4E3"/>
              </a:solidFill>
              <a:prstDash val="solid"/>
              <a:round/>
              <a:headEnd type="none" w="sm" len="sm"/>
              <a:tailEnd type="stealth" w="med" len="med"/>
            </a:ln>
          </p:spPr>
        </p:cxnSp>
        <p:sp>
          <p:nvSpPr>
            <p:cNvPr id="466" name="Google Shape;182;p1">
              <a:extLst>
                <a:ext uri="{FF2B5EF4-FFF2-40B4-BE49-F238E27FC236}">
                  <a16:creationId xmlns:a16="http://schemas.microsoft.com/office/drawing/2014/main" id="{8D9D2351-33B5-FC19-E9CD-2C9BAD62C087}"/>
                </a:ext>
              </a:extLst>
            </p:cNvPr>
            <p:cNvSpPr/>
            <p:nvPr/>
          </p:nvSpPr>
          <p:spPr>
            <a:xfrm>
              <a:off x="12128466" y="579843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468" name="Google Shape;193;p1">
              <a:extLst>
                <a:ext uri="{FF2B5EF4-FFF2-40B4-BE49-F238E27FC236}">
                  <a16:creationId xmlns:a16="http://schemas.microsoft.com/office/drawing/2014/main" id="{EA4B3381-2930-66B3-BB52-6E55C846B3C0}"/>
                </a:ext>
              </a:extLst>
            </p:cNvPr>
            <p:cNvCxnSpPr>
              <a:stCxn id="52" idx="6"/>
              <a:endCxn id="40" idx="2"/>
            </p:cNvCxnSpPr>
            <p:nvPr/>
          </p:nvCxnSpPr>
          <p:spPr>
            <a:xfrm>
              <a:off x="12002606" y="6583990"/>
              <a:ext cx="1258500" cy="148800"/>
            </a:xfrm>
            <a:prstGeom prst="straightConnector1">
              <a:avLst/>
            </a:prstGeom>
            <a:noFill/>
            <a:ln w="35850" cap="flat" cmpd="sng">
              <a:solidFill>
                <a:srgbClr val="E4E4E3"/>
              </a:solidFill>
              <a:prstDash val="solid"/>
              <a:round/>
              <a:headEnd type="stealth" w="med" len="med"/>
              <a:tailEnd type="none" w="sm" len="sm"/>
            </a:ln>
          </p:spPr>
        </p:cxnSp>
        <p:cxnSp>
          <p:nvCxnSpPr>
            <p:cNvPr id="470" name="Google Shape;194;p1">
              <a:extLst>
                <a:ext uri="{FF2B5EF4-FFF2-40B4-BE49-F238E27FC236}">
                  <a16:creationId xmlns:a16="http://schemas.microsoft.com/office/drawing/2014/main" id="{657BA541-7C2C-1EED-A241-DC0E544F8F0F}"/>
                </a:ext>
              </a:extLst>
            </p:cNvPr>
            <p:cNvCxnSpPr>
              <a:stCxn id="44" idx="1"/>
              <a:endCxn id="46" idx="5"/>
            </p:cNvCxnSpPr>
            <p:nvPr/>
          </p:nvCxnSpPr>
          <p:spPr>
            <a:xfrm rot="10800000">
              <a:off x="11729045" y="5839432"/>
              <a:ext cx="1188600" cy="962700"/>
            </a:xfrm>
            <a:prstGeom prst="straightConnector1">
              <a:avLst/>
            </a:prstGeom>
            <a:noFill/>
            <a:ln w="9525" cap="flat" cmpd="sng">
              <a:solidFill>
                <a:schemeClr val="bg2">
                  <a:lumMod val="10000"/>
                </a:schemeClr>
              </a:solidFill>
              <a:prstDash val="solid"/>
              <a:round/>
              <a:headEnd type="none" w="sm" len="sm"/>
              <a:tailEnd type="stealth" w="med" len="med"/>
            </a:ln>
          </p:spPr>
        </p:cxnSp>
        <p:cxnSp>
          <p:nvCxnSpPr>
            <p:cNvPr id="471" name="Google Shape;195;p1">
              <a:extLst>
                <a:ext uri="{FF2B5EF4-FFF2-40B4-BE49-F238E27FC236}">
                  <a16:creationId xmlns:a16="http://schemas.microsoft.com/office/drawing/2014/main" id="{08A820A7-F42C-8429-C00C-DCBB8A30E208}"/>
                </a:ext>
              </a:extLst>
            </p:cNvPr>
            <p:cNvCxnSpPr>
              <a:stCxn id="466" idx="3"/>
              <a:endCxn id="52" idx="7"/>
            </p:cNvCxnSpPr>
            <p:nvPr/>
          </p:nvCxnSpPr>
          <p:spPr>
            <a:xfrm flipH="1">
              <a:off x="11921428" y="5967439"/>
              <a:ext cx="235200" cy="415800"/>
            </a:xfrm>
            <a:prstGeom prst="straightConnector1">
              <a:avLst/>
            </a:prstGeom>
            <a:noFill/>
            <a:ln w="35850" cap="flat" cmpd="sng">
              <a:solidFill>
                <a:srgbClr val="E4E4E3"/>
              </a:solidFill>
              <a:prstDash val="solid"/>
              <a:round/>
              <a:headEnd type="none" w="sm" len="sm"/>
              <a:tailEnd type="stealth" w="med" len="med"/>
            </a:ln>
          </p:spPr>
        </p:cxnSp>
        <p:cxnSp>
          <p:nvCxnSpPr>
            <p:cNvPr id="472" name="Google Shape;196;p1">
              <a:extLst>
                <a:ext uri="{FF2B5EF4-FFF2-40B4-BE49-F238E27FC236}">
                  <a16:creationId xmlns:a16="http://schemas.microsoft.com/office/drawing/2014/main" id="{2D8D0456-41BF-252B-061D-B1D37C00E45B}"/>
                </a:ext>
              </a:extLst>
            </p:cNvPr>
            <p:cNvCxnSpPr>
              <a:stCxn id="461" idx="5"/>
              <a:endCxn id="44" idx="1"/>
            </p:cNvCxnSpPr>
            <p:nvPr/>
          </p:nvCxnSpPr>
          <p:spPr>
            <a:xfrm>
              <a:off x="12525471" y="6012955"/>
              <a:ext cx="392100" cy="789300"/>
            </a:xfrm>
            <a:prstGeom prst="straightConnector1">
              <a:avLst/>
            </a:prstGeom>
            <a:noFill/>
            <a:ln w="9525" cap="flat" cmpd="sng">
              <a:solidFill>
                <a:schemeClr val="bg2">
                  <a:lumMod val="10000"/>
                </a:schemeClr>
              </a:solidFill>
              <a:prstDash val="solid"/>
              <a:round/>
              <a:headEnd type="none" w="sm" len="sm"/>
              <a:tailEnd type="stealth" w="med" len="med"/>
            </a:ln>
          </p:spPr>
        </p:cxnSp>
        <p:cxnSp>
          <p:nvCxnSpPr>
            <p:cNvPr id="473" name="Google Shape;197;p1">
              <a:extLst>
                <a:ext uri="{FF2B5EF4-FFF2-40B4-BE49-F238E27FC236}">
                  <a16:creationId xmlns:a16="http://schemas.microsoft.com/office/drawing/2014/main" id="{E71D2DF4-BAFE-EFA1-1A57-5EB4DFCD92B1}"/>
                </a:ext>
              </a:extLst>
            </p:cNvPr>
            <p:cNvCxnSpPr>
              <a:stCxn id="33" idx="6"/>
              <a:endCxn id="39" idx="2"/>
            </p:cNvCxnSpPr>
            <p:nvPr/>
          </p:nvCxnSpPr>
          <p:spPr>
            <a:xfrm>
              <a:off x="12430043" y="5649161"/>
              <a:ext cx="560700" cy="94200"/>
            </a:xfrm>
            <a:prstGeom prst="straightConnector1">
              <a:avLst/>
            </a:prstGeom>
            <a:noFill/>
            <a:ln w="9525" cap="flat" cmpd="sng">
              <a:solidFill>
                <a:schemeClr val="bg2">
                  <a:lumMod val="10000"/>
                </a:schemeClr>
              </a:solidFill>
              <a:prstDash val="solid"/>
              <a:round/>
              <a:headEnd type="none" w="sm" len="sm"/>
              <a:tailEnd type="stealth" w="med" len="med"/>
            </a:ln>
          </p:spPr>
        </p:cxnSp>
        <p:cxnSp>
          <p:nvCxnSpPr>
            <p:cNvPr id="478" name="Google Shape;198;p1">
              <a:extLst>
                <a:ext uri="{FF2B5EF4-FFF2-40B4-BE49-F238E27FC236}">
                  <a16:creationId xmlns:a16="http://schemas.microsoft.com/office/drawing/2014/main" id="{0E836F1E-261F-E894-064E-8EB31CDDCE58}"/>
                </a:ext>
              </a:extLst>
            </p:cNvPr>
            <p:cNvCxnSpPr>
              <a:stCxn id="461" idx="6"/>
              <a:endCxn id="45" idx="2"/>
            </p:cNvCxnSpPr>
            <p:nvPr/>
          </p:nvCxnSpPr>
          <p:spPr>
            <a:xfrm>
              <a:off x="12553633" y="5942951"/>
              <a:ext cx="770400" cy="255300"/>
            </a:xfrm>
            <a:prstGeom prst="straightConnector1">
              <a:avLst/>
            </a:prstGeom>
            <a:noFill/>
            <a:ln w="9525" cap="flat" cmpd="sng">
              <a:solidFill>
                <a:schemeClr val="tx1">
                  <a:lumMod val="20000"/>
                  <a:lumOff val="80000"/>
                </a:schemeClr>
              </a:solidFill>
              <a:prstDash val="solid"/>
              <a:round/>
              <a:headEnd type="none" w="sm" len="sm"/>
              <a:tailEnd type="stealth" w="med" len="med"/>
            </a:ln>
          </p:spPr>
        </p:cxnSp>
        <p:cxnSp>
          <p:nvCxnSpPr>
            <p:cNvPr id="479" name="Google Shape;199;p1">
              <a:extLst>
                <a:ext uri="{FF2B5EF4-FFF2-40B4-BE49-F238E27FC236}">
                  <a16:creationId xmlns:a16="http://schemas.microsoft.com/office/drawing/2014/main" id="{2EB7A3C6-5B06-D5B6-3AEB-7BECDBBEFBE8}"/>
                </a:ext>
              </a:extLst>
            </p:cNvPr>
            <p:cNvCxnSpPr>
              <a:stCxn id="461" idx="3"/>
              <a:endCxn id="52" idx="7"/>
            </p:cNvCxnSpPr>
            <p:nvPr/>
          </p:nvCxnSpPr>
          <p:spPr>
            <a:xfrm flipH="1">
              <a:off x="11921495" y="6012955"/>
              <a:ext cx="468000" cy="370200"/>
            </a:xfrm>
            <a:prstGeom prst="straightConnector1">
              <a:avLst/>
            </a:prstGeom>
            <a:noFill/>
            <a:ln w="9525" cap="flat" cmpd="sng">
              <a:solidFill>
                <a:schemeClr val="tx1">
                  <a:lumMod val="20000"/>
                  <a:lumOff val="80000"/>
                </a:schemeClr>
              </a:solidFill>
              <a:prstDash val="solid"/>
              <a:round/>
              <a:headEnd type="none" w="sm" len="sm"/>
              <a:tailEnd type="stealth" w="med" len="med"/>
            </a:ln>
          </p:spPr>
        </p:cxnSp>
        <p:cxnSp>
          <p:nvCxnSpPr>
            <p:cNvPr id="481" name="Google Shape;200;p1">
              <a:extLst>
                <a:ext uri="{FF2B5EF4-FFF2-40B4-BE49-F238E27FC236}">
                  <a16:creationId xmlns:a16="http://schemas.microsoft.com/office/drawing/2014/main" id="{1C446E3B-2AED-3E60-98AA-B6B54463B052}"/>
                </a:ext>
              </a:extLst>
            </p:cNvPr>
            <p:cNvCxnSpPr>
              <a:stCxn id="461" idx="6"/>
              <a:endCxn id="40" idx="1"/>
            </p:cNvCxnSpPr>
            <p:nvPr/>
          </p:nvCxnSpPr>
          <p:spPr>
            <a:xfrm>
              <a:off x="12553633" y="5942951"/>
              <a:ext cx="755400" cy="670800"/>
            </a:xfrm>
            <a:prstGeom prst="straightConnector1">
              <a:avLst/>
            </a:prstGeom>
            <a:noFill/>
            <a:ln w="17925" cap="flat" cmpd="sng">
              <a:solidFill>
                <a:schemeClr val="tx1">
                  <a:lumMod val="20000"/>
                  <a:lumOff val="80000"/>
                </a:schemeClr>
              </a:solidFill>
              <a:prstDash val="solid"/>
              <a:round/>
              <a:headEnd type="none" w="sm" len="sm"/>
              <a:tailEnd type="stealth" w="med" len="med"/>
            </a:ln>
          </p:spPr>
        </p:cxnSp>
      </p:grpSp>
      <p:cxnSp>
        <p:nvCxnSpPr>
          <p:cNvPr id="9" name="Straight Connector 8">
            <a:extLst>
              <a:ext uri="{FF2B5EF4-FFF2-40B4-BE49-F238E27FC236}">
                <a16:creationId xmlns:a16="http://schemas.microsoft.com/office/drawing/2014/main" id="{16F76724-11DD-8F29-B7DE-FDC9374648FD}"/>
              </a:ext>
            </a:extLst>
          </p:cNvPr>
          <p:cNvCxnSpPr>
            <a:stCxn id="359" idx="3"/>
            <a:endCxn id="338" idx="7"/>
          </p:cNvCxnSpPr>
          <p:nvPr/>
        </p:nvCxnSpPr>
        <p:spPr>
          <a:xfrm flipH="1">
            <a:off x="8399404" y="6857889"/>
            <a:ext cx="192599" cy="171018"/>
          </a:xfrm>
          <a:prstGeom prst="line">
            <a:avLst/>
          </a:prstGeom>
          <a:noFill/>
          <a:ln w="95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19" name="Straight Connector 18">
            <a:extLst>
              <a:ext uri="{FF2B5EF4-FFF2-40B4-BE49-F238E27FC236}">
                <a16:creationId xmlns:a16="http://schemas.microsoft.com/office/drawing/2014/main" id="{524FF976-3FD1-3BF5-43C5-712AAB951828}"/>
              </a:ext>
            </a:extLst>
          </p:cNvPr>
          <p:cNvCxnSpPr>
            <a:cxnSpLocks/>
            <a:stCxn id="359" idx="5"/>
            <a:endCxn id="329" idx="1"/>
          </p:cNvCxnSpPr>
          <p:nvPr/>
        </p:nvCxnSpPr>
        <p:spPr>
          <a:xfrm>
            <a:off x="8647968" y="6857889"/>
            <a:ext cx="161412" cy="364517"/>
          </a:xfrm>
          <a:prstGeom prst="line">
            <a:avLst/>
          </a:prstGeom>
          <a:noFill/>
          <a:ln w="95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26" name="Straight Connector 25">
            <a:extLst>
              <a:ext uri="{FF2B5EF4-FFF2-40B4-BE49-F238E27FC236}">
                <a16:creationId xmlns:a16="http://schemas.microsoft.com/office/drawing/2014/main" id="{65D733D8-6BCA-9C47-9686-8B3D3F6E8E9D}"/>
              </a:ext>
            </a:extLst>
          </p:cNvPr>
          <p:cNvCxnSpPr>
            <a:stCxn id="359" idx="6"/>
            <a:endCxn id="328" idx="1"/>
          </p:cNvCxnSpPr>
          <p:nvPr/>
        </p:nvCxnSpPr>
        <p:spPr>
          <a:xfrm>
            <a:off x="8659559" y="6825554"/>
            <a:ext cx="310966" cy="309850"/>
          </a:xfrm>
          <a:prstGeom prst="line">
            <a:avLst/>
          </a:prstGeom>
          <a:noFill/>
          <a:ln w="127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2" name="Straight Connector 41">
            <a:extLst>
              <a:ext uri="{FF2B5EF4-FFF2-40B4-BE49-F238E27FC236}">
                <a16:creationId xmlns:a16="http://schemas.microsoft.com/office/drawing/2014/main" id="{957961F8-F5CA-B64E-851E-4F3D5F44A400}"/>
              </a:ext>
            </a:extLst>
          </p:cNvPr>
          <p:cNvCxnSpPr>
            <a:stCxn id="359" idx="6"/>
            <a:endCxn id="331" idx="2"/>
          </p:cNvCxnSpPr>
          <p:nvPr/>
        </p:nvCxnSpPr>
        <p:spPr>
          <a:xfrm>
            <a:off x="8659559" y="6825554"/>
            <a:ext cx="317138" cy="117876"/>
          </a:xfrm>
          <a:prstGeom prst="line">
            <a:avLst/>
          </a:prstGeom>
          <a:noFill/>
          <a:ln w="95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8" name="Straight Connector 47">
            <a:extLst>
              <a:ext uri="{FF2B5EF4-FFF2-40B4-BE49-F238E27FC236}">
                <a16:creationId xmlns:a16="http://schemas.microsoft.com/office/drawing/2014/main" id="{4B3DEB36-D17D-C15D-11BF-86DC146C45B8}"/>
              </a:ext>
            </a:extLst>
          </p:cNvPr>
          <p:cNvCxnSpPr>
            <a:cxnSpLocks/>
            <a:stCxn id="359" idx="7"/>
            <a:endCxn id="327" idx="2"/>
          </p:cNvCxnSpPr>
          <p:nvPr/>
        </p:nvCxnSpPr>
        <p:spPr>
          <a:xfrm flipV="1">
            <a:off x="8647968" y="6733320"/>
            <a:ext cx="191438" cy="59899"/>
          </a:xfrm>
          <a:prstGeom prst="line">
            <a:avLst/>
          </a:prstGeom>
          <a:noFill/>
          <a:ln w="127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368" name="Line">
            <a:extLst>
              <a:ext uri="{FF2B5EF4-FFF2-40B4-BE49-F238E27FC236}">
                <a16:creationId xmlns:a16="http://schemas.microsoft.com/office/drawing/2014/main" id="{B738495F-7CD8-8164-8652-3813C5BA90C7}"/>
              </a:ext>
            </a:extLst>
          </p:cNvPr>
          <p:cNvSpPr/>
          <p:nvPr/>
        </p:nvSpPr>
        <p:spPr>
          <a:xfrm flipV="1">
            <a:off x="4522135" y="1950770"/>
            <a:ext cx="0" cy="426545"/>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441" name="Line">
            <a:extLst>
              <a:ext uri="{FF2B5EF4-FFF2-40B4-BE49-F238E27FC236}">
                <a16:creationId xmlns:a16="http://schemas.microsoft.com/office/drawing/2014/main" id="{65BC1BD7-D643-BD45-9D2A-721153844CC0}"/>
              </a:ext>
            </a:extLst>
          </p:cNvPr>
          <p:cNvSpPr/>
          <p:nvPr/>
        </p:nvSpPr>
        <p:spPr>
          <a:xfrm flipV="1">
            <a:off x="4528417" y="2925125"/>
            <a:ext cx="0" cy="426545"/>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442" name="Line">
            <a:extLst>
              <a:ext uri="{FF2B5EF4-FFF2-40B4-BE49-F238E27FC236}">
                <a16:creationId xmlns:a16="http://schemas.microsoft.com/office/drawing/2014/main" id="{8C69A398-90E0-F329-80B6-538A23880C0B}"/>
              </a:ext>
            </a:extLst>
          </p:cNvPr>
          <p:cNvSpPr/>
          <p:nvPr/>
        </p:nvSpPr>
        <p:spPr>
          <a:xfrm flipV="1">
            <a:off x="4522135" y="3712979"/>
            <a:ext cx="0" cy="616883"/>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443" name="Line">
            <a:extLst>
              <a:ext uri="{FF2B5EF4-FFF2-40B4-BE49-F238E27FC236}">
                <a16:creationId xmlns:a16="http://schemas.microsoft.com/office/drawing/2014/main" id="{4F9B4014-ECBC-6E5A-F7DE-DA6FD404B346}"/>
              </a:ext>
            </a:extLst>
          </p:cNvPr>
          <p:cNvSpPr/>
          <p:nvPr/>
        </p:nvSpPr>
        <p:spPr>
          <a:xfrm flipV="1">
            <a:off x="4522135" y="4885657"/>
            <a:ext cx="0" cy="859416"/>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444" name="Line">
            <a:extLst>
              <a:ext uri="{FF2B5EF4-FFF2-40B4-BE49-F238E27FC236}">
                <a16:creationId xmlns:a16="http://schemas.microsoft.com/office/drawing/2014/main" id="{03242D13-667B-F773-42A0-DCF4E3338AB6}"/>
              </a:ext>
            </a:extLst>
          </p:cNvPr>
          <p:cNvSpPr/>
          <p:nvPr/>
        </p:nvSpPr>
        <p:spPr>
          <a:xfrm flipV="1">
            <a:off x="4522135" y="6345871"/>
            <a:ext cx="0" cy="1081129"/>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445" name="Line">
            <a:extLst>
              <a:ext uri="{FF2B5EF4-FFF2-40B4-BE49-F238E27FC236}">
                <a16:creationId xmlns:a16="http://schemas.microsoft.com/office/drawing/2014/main" id="{5CC5FC1B-C08D-CE3B-A544-0DA9D4324055}"/>
              </a:ext>
            </a:extLst>
          </p:cNvPr>
          <p:cNvSpPr/>
          <p:nvPr/>
        </p:nvSpPr>
        <p:spPr>
          <a:xfrm flipV="1">
            <a:off x="4526280" y="8228494"/>
            <a:ext cx="0" cy="426545"/>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513" name="TextBox 512">
            <a:extLst>
              <a:ext uri="{FF2B5EF4-FFF2-40B4-BE49-F238E27FC236}">
                <a16:creationId xmlns:a16="http://schemas.microsoft.com/office/drawing/2014/main" id="{91FA0246-BDF2-8724-39CD-47FB2AC4CC7B}"/>
              </a:ext>
            </a:extLst>
          </p:cNvPr>
          <p:cNvSpPr txBox="1"/>
          <p:nvPr/>
        </p:nvSpPr>
        <p:spPr>
          <a:xfrm>
            <a:off x="3840480" y="3761082"/>
            <a:ext cx="582846" cy="46927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Node/</a:t>
            </a:r>
          </a:p>
          <a:p>
            <a:pPr marL="0" marR="0" indent="0" algn="ctr" defTabSz="584200" rtl="0" fontAlgn="auto" latinLnBrk="0" hangingPunct="0">
              <a:lnSpc>
                <a:spcPct val="100000"/>
              </a:lnSpc>
              <a:spcBef>
                <a:spcPts val="200"/>
              </a:spcBef>
              <a:spcAft>
                <a:spcPts val="0"/>
              </a:spcAft>
              <a:buClrTx/>
              <a:buSzTx/>
              <a:buFontTx/>
              <a:buNone/>
              <a:tabLst/>
            </a:pPr>
            <a:r>
              <a:rPr lang="en-US" sz="1000" b="0" dirty="0"/>
              <a:t>Edgelist</a:t>
            </a:r>
            <a:endParaRPr kumimoji="0" lang="en-US" sz="1000" b="0" i="0" u="none" strike="noStrike" cap="none" spc="0" normalizeH="0" baseline="0" dirty="0">
              <a:ln>
                <a:noFill/>
              </a:ln>
              <a:solidFill>
                <a:srgbClr val="4C4C4C"/>
              </a:solidFill>
              <a:effectLst/>
              <a:uFillTx/>
              <a:sym typeface="Source Sans Pro"/>
            </a:endParaRPr>
          </a:p>
        </p:txBody>
      </p:sp>
      <p:sp>
        <p:nvSpPr>
          <p:cNvPr id="529" name="Manipulate Variables">
            <a:extLst>
              <a:ext uri="{FF2B5EF4-FFF2-40B4-BE49-F238E27FC236}">
                <a16:creationId xmlns:a16="http://schemas.microsoft.com/office/drawing/2014/main" id="{15E28BF5-8EF9-1784-0790-2B6206D03B1F}"/>
              </a:ext>
            </a:extLst>
          </p:cNvPr>
          <p:cNvSpPr txBox="1"/>
          <p:nvPr/>
        </p:nvSpPr>
        <p:spPr>
          <a:xfrm>
            <a:off x="274320" y="3082200"/>
            <a:ext cx="1800173"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Downloaders</a:t>
            </a:r>
            <a:endParaRPr dirty="0"/>
          </a:p>
        </p:txBody>
      </p:sp>
      <p:sp>
        <p:nvSpPr>
          <p:cNvPr id="530" name="Create a visual hierarchy. Help users navigate the page with titles, subtitles, and subsubtitles">
            <a:extLst>
              <a:ext uri="{FF2B5EF4-FFF2-40B4-BE49-F238E27FC236}">
                <a16:creationId xmlns:a16="http://schemas.microsoft.com/office/drawing/2014/main" id="{6471AD59-C5BA-73B1-6D37-8EAEBAD63CAF}"/>
              </a:ext>
            </a:extLst>
          </p:cNvPr>
          <p:cNvSpPr txBox="1"/>
          <p:nvPr/>
        </p:nvSpPr>
        <p:spPr>
          <a:xfrm>
            <a:off x="274320" y="3390605"/>
            <a:ext cx="2952178" cy="442605"/>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dirty="0">
                <a:latin typeface="Source Sans Pro" panose="020B0503030403020204" pitchFamily="34" charset="0"/>
                <a:ea typeface="Source Sans Pro" panose="020B0503030403020204" pitchFamily="34" charset="0"/>
                <a:sym typeface="Source Sans Pro"/>
              </a:rPr>
              <a:t>Download </a:t>
            </a:r>
            <a:r>
              <a:rPr lang="en-US" dirty="0">
                <a:latin typeface="Source Sans Pro" panose="020B0503030403020204" pitchFamily="34" charset="0"/>
                <a:ea typeface="Source Sans Pro" panose="020B0503030403020204" pitchFamily="34" charset="0"/>
              </a:rPr>
              <a:t>raw data: cheatsheets/refresher-cheatsheet.pdf</a:t>
            </a:r>
            <a:endParaRPr dirty="0">
              <a:latin typeface="Source Sans Pro" panose="020B0503030403020204" pitchFamily="34" charset="0"/>
              <a:ea typeface="Source Sans Pro" panose="020B0503030403020204" pitchFamily="34" charset="0"/>
              <a:sym typeface="Source Sans Pro"/>
            </a:endParaRPr>
          </a:p>
        </p:txBody>
      </p:sp>
      <p:sp>
        <p:nvSpPr>
          <p:cNvPr id="5" name="TextBox 4">
            <a:extLst>
              <a:ext uri="{FF2B5EF4-FFF2-40B4-BE49-F238E27FC236}">
                <a16:creationId xmlns:a16="http://schemas.microsoft.com/office/drawing/2014/main" id="{6D3D3664-1882-A763-853A-6264479C1412}"/>
              </a:ext>
            </a:extLst>
          </p:cNvPr>
          <p:cNvSpPr txBox="1"/>
          <p:nvPr/>
        </p:nvSpPr>
        <p:spPr>
          <a:xfrm>
            <a:off x="6080760" y="10327008"/>
            <a:ext cx="7747698" cy="5000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000" b="0" dirty="0">
                <a:solidFill>
                  <a:schemeClr val="tx1"/>
                </a:solidFill>
                <a:hlinkClick r:id="rId7">
                  <a:extLst>
                    <a:ext uri="{A12FA001-AC4F-418D-AE19-62706E023703}">
                      <ahyp:hlinkClr xmlns:ahyp="http://schemas.microsoft.com/office/drawing/2018/hyperlinkcolor" val="tx"/>
                    </a:ext>
                  </a:extLst>
                </a:hlinkClick>
              </a:rPr>
              <a:t>CC BY SA</a:t>
            </a:r>
            <a:r>
              <a:rPr lang="en-US" sz="1000" b="0" dirty="0">
                <a:solidFill>
                  <a:schemeClr val="tx1"/>
                </a:solidFill>
              </a:rPr>
              <a:t> Jared Seto</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 Carlos Paradis • Kai</a:t>
            </a:r>
            <a:r>
              <a:rPr kumimoji="0" lang="haw-US" sz="1000" b="0" i="0" u="none" strike="noStrike" cap="none" spc="0" normalizeH="0" baseline="0">
                <a:ln>
                  <a:noFill/>
                </a:ln>
                <a:solidFill>
                  <a:schemeClr val="tx1"/>
                </a:solidFill>
                <a:effectLst/>
                <a:uFillTx/>
                <a:latin typeface="Source Sans Pro"/>
                <a:ea typeface="Source Sans Pro"/>
                <a:cs typeface="Source Sans Pro"/>
                <a:sym typeface="Source Sans Pro"/>
              </a:rPr>
              <a:t>ā</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ulu package version 0.0.0.9700 (in development) •  Updated: 2026-04</a:t>
            </a: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cxnSp>
        <p:nvCxnSpPr>
          <p:cNvPr id="519" name="Connector: Elbow 518">
            <a:extLst>
              <a:ext uri="{FF2B5EF4-FFF2-40B4-BE49-F238E27FC236}">
                <a16:creationId xmlns:a16="http://schemas.microsoft.com/office/drawing/2014/main" id="{D495B2A4-03E8-D070-FBC8-FDACA8AB104B}"/>
              </a:ext>
            </a:extLst>
          </p:cNvPr>
          <p:cNvCxnSpPr>
            <a:cxnSpLocks/>
            <a:endCxn id="421" idx="1"/>
          </p:cNvCxnSpPr>
          <p:nvPr/>
        </p:nvCxnSpPr>
        <p:spPr>
          <a:xfrm flipV="1">
            <a:off x="5301583" y="8495742"/>
            <a:ext cx="4573937" cy="517368"/>
          </a:xfrm>
          <a:prstGeom prst="bentConnector3">
            <a:avLst>
              <a:gd name="adj1" fmla="val 95814"/>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547" name="Connector: Elbow 546">
            <a:extLst>
              <a:ext uri="{FF2B5EF4-FFF2-40B4-BE49-F238E27FC236}">
                <a16:creationId xmlns:a16="http://schemas.microsoft.com/office/drawing/2014/main" id="{47D7ABBF-17FF-BC0C-0216-2EB387822EDA}"/>
              </a:ext>
            </a:extLst>
          </p:cNvPr>
          <p:cNvCxnSpPr>
            <a:stCxn id="529" idx="3"/>
            <a:endCxn id="447" idx="1"/>
          </p:cNvCxnSpPr>
          <p:nvPr/>
        </p:nvCxnSpPr>
        <p:spPr>
          <a:xfrm flipV="1">
            <a:off x="2074493" y="2148962"/>
            <a:ext cx="1765987" cy="1103253"/>
          </a:xfrm>
          <a:prstGeom prst="bentConnector3">
            <a:avLst>
              <a:gd name="adj1" fmla="val 63911"/>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550" name="Straight Connector 549">
            <a:extLst>
              <a:ext uri="{FF2B5EF4-FFF2-40B4-BE49-F238E27FC236}">
                <a16:creationId xmlns:a16="http://schemas.microsoft.com/office/drawing/2014/main" id="{756C590F-25B8-1E3D-598F-5975C25073C8}"/>
              </a:ext>
            </a:extLst>
          </p:cNvPr>
          <p:cNvCxnSpPr>
            <a:cxnSpLocks/>
            <a:stCxn id="488" idx="3"/>
            <a:endCxn id="512" idx="1"/>
          </p:cNvCxnSpPr>
          <p:nvPr/>
        </p:nvCxnSpPr>
        <p:spPr>
          <a:xfrm flipV="1">
            <a:off x="1292227" y="3099580"/>
            <a:ext cx="2548253" cy="1200919"/>
          </a:xfrm>
          <a:prstGeom prst="bentConnector3">
            <a:avLst>
              <a:gd name="adj1" fmla="val 79992"/>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556" name="Connector: Elbow 555">
            <a:extLst>
              <a:ext uri="{FF2B5EF4-FFF2-40B4-BE49-F238E27FC236}">
                <a16:creationId xmlns:a16="http://schemas.microsoft.com/office/drawing/2014/main" id="{1F4CDEF0-EEAB-2AD8-C460-CAF0F34A38EE}"/>
              </a:ext>
            </a:extLst>
          </p:cNvPr>
          <p:cNvCxnSpPr>
            <a:cxnSpLocks/>
            <a:stCxn id="326" idx="3"/>
            <a:endCxn id="513" idx="1"/>
          </p:cNvCxnSpPr>
          <p:nvPr/>
        </p:nvCxnSpPr>
        <p:spPr>
          <a:xfrm flipV="1">
            <a:off x="2100141" y="3995721"/>
            <a:ext cx="1740339" cy="3239880"/>
          </a:xfrm>
          <a:prstGeom prst="bentConnector3">
            <a:avLst>
              <a:gd name="adj1" fmla="val 83721"/>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565" name="Connector: Elbow 564">
            <a:extLst>
              <a:ext uri="{FF2B5EF4-FFF2-40B4-BE49-F238E27FC236}">
                <a16:creationId xmlns:a16="http://schemas.microsoft.com/office/drawing/2014/main" id="{FDECB7C1-B418-49DD-096D-F9BDF9554B3C}"/>
              </a:ext>
            </a:extLst>
          </p:cNvPr>
          <p:cNvCxnSpPr>
            <a:stCxn id="28" idx="2"/>
            <a:endCxn id="12" idx="0"/>
          </p:cNvCxnSpPr>
          <p:nvPr/>
        </p:nvCxnSpPr>
        <p:spPr>
          <a:xfrm rot="16200000" flipH="1">
            <a:off x="5549608" y="2703047"/>
            <a:ext cx="261031" cy="2153"/>
          </a:xfrm>
          <a:prstGeom prst="bentConnector3">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566" name="Connector: Elbow 565">
            <a:extLst>
              <a:ext uri="{FF2B5EF4-FFF2-40B4-BE49-F238E27FC236}">
                <a16:creationId xmlns:a16="http://schemas.microsoft.com/office/drawing/2014/main" id="{B48922F7-A51C-4456-CE2F-7474714FE0C7}"/>
              </a:ext>
            </a:extLst>
          </p:cNvPr>
          <p:cNvCxnSpPr>
            <a:cxnSpLocks/>
            <a:stCxn id="20" idx="2"/>
            <a:endCxn id="15" idx="0"/>
          </p:cNvCxnSpPr>
          <p:nvPr/>
        </p:nvCxnSpPr>
        <p:spPr>
          <a:xfrm rot="16200000" flipH="1">
            <a:off x="6777668" y="2684172"/>
            <a:ext cx="288585" cy="12350"/>
          </a:xfrm>
          <a:prstGeom prst="bentConnector3">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569" name="Connector: Elbow 568">
            <a:extLst>
              <a:ext uri="{FF2B5EF4-FFF2-40B4-BE49-F238E27FC236}">
                <a16:creationId xmlns:a16="http://schemas.microsoft.com/office/drawing/2014/main" id="{B0843C1C-D492-37F2-446B-80E6AD918B72}"/>
              </a:ext>
            </a:extLst>
          </p:cNvPr>
          <p:cNvCxnSpPr>
            <a:cxnSpLocks/>
            <a:stCxn id="24" idx="2"/>
            <a:endCxn id="18" idx="0"/>
          </p:cNvCxnSpPr>
          <p:nvPr/>
        </p:nvCxnSpPr>
        <p:spPr>
          <a:xfrm rot="16200000" flipH="1">
            <a:off x="8050345" y="2680382"/>
            <a:ext cx="302822" cy="5694"/>
          </a:xfrm>
          <a:prstGeom prst="bentConnector3">
            <a:avLst>
              <a:gd name="adj1" fmla="val 50000"/>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572" name="Connector: Elbow 571">
            <a:extLst>
              <a:ext uri="{FF2B5EF4-FFF2-40B4-BE49-F238E27FC236}">
                <a16:creationId xmlns:a16="http://schemas.microsoft.com/office/drawing/2014/main" id="{5E259953-1DA8-9C17-57E7-EBAD320BC2EE}"/>
              </a:ext>
            </a:extLst>
          </p:cNvPr>
          <p:cNvCxnSpPr>
            <a:cxnSpLocks/>
            <a:stCxn id="12" idx="2"/>
          </p:cNvCxnSpPr>
          <p:nvPr/>
        </p:nvCxnSpPr>
        <p:spPr>
          <a:xfrm rot="16200000" flipH="1">
            <a:off x="5570266" y="3539329"/>
            <a:ext cx="223234" cy="1366"/>
          </a:xfrm>
          <a:prstGeom prst="bentConnector3">
            <a:avLst>
              <a:gd name="adj1" fmla="val 50000"/>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575" name="Connector: Elbow 574">
            <a:extLst>
              <a:ext uri="{FF2B5EF4-FFF2-40B4-BE49-F238E27FC236}">
                <a16:creationId xmlns:a16="http://schemas.microsoft.com/office/drawing/2014/main" id="{8792DC42-6870-231E-FF6A-C7A3C052B408}"/>
              </a:ext>
            </a:extLst>
          </p:cNvPr>
          <p:cNvCxnSpPr>
            <a:cxnSpLocks/>
            <a:stCxn id="15" idx="2"/>
          </p:cNvCxnSpPr>
          <p:nvPr/>
        </p:nvCxnSpPr>
        <p:spPr>
          <a:xfrm rot="5400000">
            <a:off x="6822937" y="3533593"/>
            <a:ext cx="210396" cy="0"/>
          </a:xfrm>
          <a:prstGeom prst="bentConnector3">
            <a:avLst>
              <a:gd name="adj1" fmla="val 50000"/>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261" name="Connector: Elbow 260">
            <a:extLst>
              <a:ext uri="{FF2B5EF4-FFF2-40B4-BE49-F238E27FC236}">
                <a16:creationId xmlns:a16="http://schemas.microsoft.com/office/drawing/2014/main" id="{E699781B-E7E6-AA56-4D92-06BC07E78174}"/>
              </a:ext>
            </a:extLst>
          </p:cNvPr>
          <p:cNvCxnSpPr>
            <a:cxnSpLocks/>
            <a:stCxn id="18" idx="2"/>
          </p:cNvCxnSpPr>
          <p:nvPr/>
        </p:nvCxnSpPr>
        <p:spPr>
          <a:xfrm rot="5400000">
            <a:off x="8099447" y="3533551"/>
            <a:ext cx="210312" cy="0"/>
          </a:xfrm>
          <a:prstGeom prst="bentConnector3">
            <a:avLst>
              <a:gd name="adj1" fmla="val 50000"/>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355" name="Connector: Elbow 354">
            <a:extLst>
              <a:ext uri="{FF2B5EF4-FFF2-40B4-BE49-F238E27FC236}">
                <a16:creationId xmlns:a16="http://schemas.microsoft.com/office/drawing/2014/main" id="{F87D8FBD-AD48-566A-E5DA-4B0AB2CCECE6}"/>
              </a:ext>
            </a:extLst>
          </p:cNvPr>
          <p:cNvCxnSpPr>
            <a:cxnSpLocks/>
            <a:endCxn id="369" idx="1"/>
          </p:cNvCxnSpPr>
          <p:nvPr/>
        </p:nvCxnSpPr>
        <p:spPr>
          <a:xfrm rot="16200000" flipH="1">
            <a:off x="5457123" y="4535855"/>
            <a:ext cx="664634" cy="213754"/>
          </a:xfrm>
          <a:prstGeom prst="bentConnector2">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sp>
        <p:nvSpPr>
          <p:cNvPr id="369" name="TextBox 368">
            <a:extLst>
              <a:ext uri="{FF2B5EF4-FFF2-40B4-BE49-F238E27FC236}">
                <a16:creationId xmlns:a16="http://schemas.microsoft.com/office/drawing/2014/main" id="{7888E207-87D0-9114-954B-FA4B0EB25898}"/>
              </a:ext>
            </a:extLst>
          </p:cNvPr>
          <p:cNvSpPr txBox="1"/>
          <p:nvPr/>
        </p:nvSpPr>
        <p:spPr>
          <a:xfrm>
            <a:off x="5896317" y="4604475"/>
            <a:ext cx="2124618" cy="74114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a:p>
            <a:pPr marL="0" marR="0" indent="0" algn="l" defTabSz="584200" rtl="0" fontAlgn="auto" latinLnBrk="0" hangingPunct="0">
              <a:lnSpc>
                <a:spcPct val="100000"/>
              </a:lnSpc>
              <a:spcBef>
                <a:spcPts val="200"/>
              </a:spcBef>
              <a:spcAft>
                <a:spcPts val="0"/>
              </a:spcAft>
              <a:buClrTx/>
              <a:buSzTx/>
              <a:buFontTx/>
              <a:buNone/>
              <a:tabLst/>
            </a:pPr>
            <a:endParaRPr lang="en-US" dirty="0"/>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cxnSp>
        <p:nvCxnSpPr>
          <p:cNvPr id="382" name="Connector: Elbow 381">
            <a:extLst>
              <a:ext uri="{FF2B5EF4-FFF2-40B4-BE49-F238E27FC236}">
                <a16:creationId xmlns:a16="http://schemas.microsoft.com/office/drawing/2014/main" id="{64F2C321-608D-6250-403C-AFFA459589A3}"/>
              </a:ext>
            </a:extLst>
          </p:cNvPr>
          <p:cNvCxnSpPr>
            <a:cxnSpLocks/>
            <a:endCxn id="369" idx="0"/>
          </p:cNvCxnSpPr>
          <p:nvPr/>
        </p:nvCxnSpPr>
        <p:spPr>
          <a:xfrm rot="16200000" flipH="1">
            <a:off x="6776146" y="4452487"/>
            <a:ext cx="303976" cy="0"/>
          </a:xfrm>
          <a:prstGeom prst="bentConnector3">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425" name="Connector: Elbow 424">
            <a:extLst>
              <a:ext uri="{FF2B5EF4-FFF2-40B4-BE49-F238E27FC236}">
                <a16:creationId xmlns:a16="http://schemas.microsoft.com/office/drawing/2014/main" id="{78798FF6-8BC2-E069-4920-8EC56D03D112}"/>
              </a:ext>
            </a:extLst>
          </p:cNvPr>
          <p:cNvCxnSpPr>
            <a:cxnSpLocks/>
            <a:endCxn id="369" idx="3"/>
          </p:cNvCxnSpPr>
          <p:nvPr/>
        </p:nvCxnSpPr>
        <p:spPr>
          <a:xfrm rot="5400000">
            <a:off x="7747432" y="4530189"/>
            <a:ext cx="718364" cy="171357"/>
          </a:xfrm>
          <a:prstGeom prst="bentConnector2">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433" name="Connector: Elbow 432">
            <a:extLst>
              <a:ext uri="{FF2B5EF4-FFF2-40B4-BE49-F238E27FC236}">
                <a16:creationId xmlns:a16="http://schemas.microsoft.com/office/drawing/2014/main" id="{2B9B0303-BD08-DA19-5E81-F3363FD4C5BA}"/>
              </a:ext>
            </a:extLst>
          </p:cNvPr>
          <p:cNvCxnSpPr>
            <a:cxnSpLocks/>
          </p:cNvCxnSpPr>
          <p:nvPr/>
        </p:nvCxnSpPr>
        <p:spPr>
          <a:xfrm rot="5400000">
            <a:off x="6675120" y="6223177"/>
            <a:ext cx="580803" cy="0"/>
          </a:xfrm>
          <a:prstGeom prst="bentConnector3">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436" name="Connector: Elbow 435">
            <a:extLst>
              <a:ext uri="{FF2B5EF4-FFF2-40B4-BE49-F238E27FC236}">
                <a16:creationId xmlns:a16="http://schemas.microsoft.com/office/drawing/2014/main" id="{E0041321-F85D-308E-05F1-9EF87D984346}"/>
              </a:ext>
            </a:extLst>
          </p:cNvPr>
          <p:cNvCxnSpPr>
            <a:cxnSpLocks/>
            <a:stCxn id="440" idx="1"/>
          </p:cNvCxnSpPr>
          <p:nvPr/>
        </p:nvCxnSpPr>
        <p:spPr>
          <a:xfrm rot="10800000" flipV="1">
            <a:off x="5466126" y="5555851"/>
            <a:ext cx="439624" cy="591063"/>
          </a:xfrm>
          <a:prstGeom prst="bentConnector2">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sp>
        <p:nvSpPr>
          <p:cNvPr id="440" name="TextBox 439">
            <a:extLst>
              <a:ext uri="{FF2B5EF4-FFF2-40B4-BE49-F238E27FC236}">
                <a16:creationId xmlns:a16="http://schemas.microsoft.com/office/drawing/2014/main" id="{20974141-5EF1-0D5D-4EB5-84F439BF3393}"/>
              </a:ext>
            </a:extLst>
          </p:cNvPr>
          <p:cNvSpPr txBox="1"/>
          <p:nvPr/>
        </p:nvSpPr>
        <p:spPr>
          <a:xfrm>
            <a:off x="5905750" y="5185278"/>
            <a:ext cx="2124618" cy="74114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a:p>
            <a:pPr marL="0" marR="0" indent="0" algn="l" defTabSz="584200" rtl="0" fontAlgn="auto" latinLnBrk="0" hangingPunct="0">
              <a:lnSpc>
                <a:spcPct val="100000"/>
              </a:lnSpc>
              <a:spcBef>
                <a:spcPts val="200"/>
              </a:spcBef>
              <a:spcAft>
                <a:spcPts val="0"/>
              </a:spcAft>
              <a:buClrTx/>
              <a:buSzTx/>
              <a:buFontTx/>
              <a:buNone/>
              <a:tabLst/>
            </a:pPr>
            <a:endParaRPr lang="en-US" dirty="0"/>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cxnSp>
        <p:nvCxnSpPr>
          <p:cNvPr id="576" name="Connector: Elbow 575">
            <a:extLst>
              <a:ext uri="{FF2B5EF4-FFF2-40B4-BE49-F238E27FC236}">
                <a16:creationId xmlns:a16="http://schemas.microsoft.com/office/drawing/2014/main" id="{02228206-C074-E655-5B3B-284B19B89994}"/>
              </a:ext>
            </a:extLst>
          </p:cNvPr>
          <p:cNvCxnSpPr>
            <a:cxnSpLocks/>
            <a:stCxn id="440" idx="3"/>
          </p:cNvCxnSpPr>
          <p:nvPr/>
        </p:nvCxnSpPr>
        <p:spPr>
          <a:xfrm>
            <a:off x="8030368" y="5555852"/>
            <a:ext cx="542787" cy="893070"/>
          </a:xfrm>
          <a:prstGeom prst="bentConnector2">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580" name="Connector: Elbow 579">
            <a:extLst>
              <a:ext uri="{FF2B5EF4-FFF2-40B4-BE49-F238E27FC236}">
                <a16:creationId xmlns:a16="http://schemas.microsoft.com/office/drawing/2014/main" id="{4246EE67-E157-1713-7BDD-58623E72C582}"/>
              </a:ext>
            </a:extLst>
          </p:cNvPr>
          <p:cNvCxnSpPr>
            <a:cxnSpLocks/>
            <a:endCxn id="258" idx="1"/>
          </p:cNvCxnSpPr>
          <p:nvPr/>
        </p:nvCxnSpPr>
        <p:spPr>
          <a:xfrm>
            <a:off x="5705594" y="7554120"/>
            <a:ext cx="1064272" cy="896502"/>
          </a:xfrm>
          <a:prstGeom prst="bentConnector3">
            <a:avLst>
              <a:gd name="adj1" fmla="val -119"/>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583" name="Connector: Elbow 582">
            <a:extLst>
              <a:ext uri="{FF2B5EF4-FFF2-40B4-BE49-F238E27FC236}">
                <a16:creationId xmlns:a16="http://schemas.microsoft.com/office/drawing/2014/main" id="{74CFBE71-58B0-E38F-7612-482542A36D7C}"/>
              </a:ext>
            </a:extLst>
          </p:cNvPr>
          <p:cNvCxnSpPr>
            <a:cxnSpLocks/>
          </p:cNvCxnSpPr>
          <p:nvPr/>
        </p:nvCxnSpPr>
        <p:spPr>
          <a:xfrm rot="5400000">
            <a:off x="6583680" y="7835471"/>
            <a:ext cx="800034" cy="0"/>
          </a:xfrm>
          <a:prstGeom prst="bentConnector3">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588" name="Connector: Elbow 587">
            <a:extLst>
              <a:ext uri="{FF2B5EF4-FFF2-40B4-BE49-F238E27FC236}">
                <a16:creationId xmlns:a16="http://schemas.microsoft.com/office/drawing/2014/main" id="{4CFFDB74-6250-4A2C-A716-6B1AC6EB3C1F}"/>
              </a:ext>
            </a:extLst>
          </p:cNvPr>
          <p:cNvCxnSpPr>
            <a:cxnSpLocks/>
            <a:endCxn id="258" idx="3"/>
          </p:cNvCxnSpPr>
          <p:nvPr/>
        </p:nvCxnSpPr>
        <p:spPr>
          <a:xfrm rot="10800000" flipV="1">
            <a:off x="7276368" y="7477246"/>
            <a:ext cx="1371600" cy="973376"/>
          </a:xfrm>
          <a:prstGeom prst="bentConnector3">
            <a:avLst>
              <a:gd name="adj1" fmla="val 1055"/>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grpSp>
        <p:nvGrpSpPr>
          <p:cNvPr id="31" name="Group 30">
            <a:extLst>
              <a:ext uri="{FF2B5EF4-FFF2-40B4-BE49-F238E27FC236}">
                <a16:creationId xmlns:a16="http://schemas.microsoft.com/office/drawing/2014/main" id="{5169D6CB-2747-EA76-964E-915E9C7204D9}"/>
              </a:ext>
            </a:extLst>
          </p:cNvPr>
          <p:cNvGrpSpPr/>
          <p:nvPr/>
        </p:nvGrpSpPr>
        <p:grpSpPr>
          <a:xfrm>
            <a:off x="4743746" y="6200121"/>
            <a:ext cx="1467990" cy="1268806"/>
            <a:chOff x="4743746" y="6200121"/>
            <a:chExt cx="1467990" cy="1268806"/>
          </a:xfrm>
        </p:grpSpPr>
        <p:grpSp>
          <p:nvGrpSpPr>
            <p:cNvPr id="373" name="Google Shape;156;p1">
              <a:extLst>
                <a:ext uri="{FF2B5EF4-FFF2-40B4-BE49-F238E27FC236}">
                  <a16:creationId xmlns:a16="http://schemas.microsoft.com/office/drawing/2014/main" id="{1EC0423D-E08E-48A5-F6FA-6A6A62063438}"/>
                </a:ext>
              </a:extLst>
            </p:cNvPr>
            <p:cNvGrpSpPr/>
            <p:nvPr/>
          </p:nvGrpSpPr>
          <p:grpSpPr>
            <a:xfrm>
              <a:off x="4743746" y="6633828"/>
              <a:ext cx="1467990" cy="835099"/>
              <a:chOff x="10592773" y="5229745"/>
              <a:chExt cx="3298954" cy="1741391"/>
            </a:xfrm>
          </p:grpSpPr>
          <p:sp>
            <p:nvSpPr>
              <p:cNvPr id="374" name="Google Shape;157;p1">
                <a:extLst>
                  <a:ext uri="{FF2B5EF4-FFF2-40B4-BE49-F238E27FC236}">
                    <a16:creationId xmlns:a16="http://schemas.microsoft.com/office/drawing/2014/main" id="{0D75B7FF-84B0-E9D5-B121-5FEF5C06541C}"/>
                  </a:ext>
                </a:extLst>
              </p:cNvPr>
              <p:cNvSpPr/>
              <p:nvPr/>
            </p:nvSpPr>
            <p:spPr>
              <a:xfrm>
                <a:off x="12237743" y="5550161"/>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75" name="Google Shape;158;p1">
                <a:extLst>
                  <a:ext uri="{FF2B5EF4-FFF2-40B4-BE49-F238E27FC236}">
                    <a16:creationId xmlns:a16="http://schemas.microsoft.com/office/drawing/2014/main" id="{D9BD4434-746D-8F6B-3B38-217B8462B643}"/>
                  </a:ext>
                </a:extLst>
              </p:cNvPr>
              <p:cNvSpPr/>
              <p:nvPr/>
            </p:nvSpPr>
            <p:spPr>
              <a:xfrm>
                <a:off x="12990609" y="5398089"/>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76" name="Google Shape;159;p1">
                <a:extLst>
                  <a:ext uri="{FF2B5EF4-FFF2-40B4-BE49-F238E27FC236}">
                    <a16:creationId xmlns:a16="http://schemas.microsoft.com/office/drawing/2014/main" id="{EB8E2600-126A-FE41-7CA2-D8C5DC5F03B4}"/>
                  </a:ext>
                </a:extLst>
              </p:cNvPr>
              <p:cNvSpPr/>
              <p:nvPr/>
            </p:nvSpPr>
            <p:spPr>
              <a:xfrm>
                <a:off x="13329043" y="522974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77" name="Google Shape;160;p1">
                <a:extLst>
                  <a:ext uri="{FF2B5EF4-FFF2-40B4-BE49-F238E27FC236}">
                    <a16:creationId xmlns:a16="http://schemas.microsoft.com/office/drawing/2014/main" id="{00EE65A4-F099-BF9E-2F54-B1A60D2E0A77}"/>
                  </a:ext>
                </a:extLst>
              </p:cNvPr>
              <p:cNvSpPr/>
              <p:nvPr/>
            </p:nvSpPr>
            <p:spPr>
              <a:xfrm>
                <a:off x="13317282" y="5522084"/>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78" name="Google Shape;161;p1">
                <a:extLst>
                  <a:ext uri="{FF2B5EF4-FFF2-40B4-BE49-F238E27FC236}">
                    <a16:creationId xmlns:a16="http://schemas.microsoft.com/office/drawing/2014/main" id="{8FFDE943-8509-7DB0-FFD8-2A745C176567}"/>
                  </a:ext>
                </a:extLst>
              </p:cNvPr>
              <p:cNvSpPr/>
              <p:nvPr/>
            </p:nvSpPr>
            <p:spPr>
              <a:xfrm>
                <a:off x="13699427" y="5306906"/>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79" name="Google Shape;162;p1">
                <a:extLst>
                  <a:ext uri="{FF2B5EF4-FFF2-40B4-BE49-F238E27FC236}">
                    <a16:creationId xmlns:a16="http://schemas.microsoft.com/office/drawing/2014/main" id="{F37C6305-EBE5-E7B1-735C-3460A4881EBC}"/>
                  </a:ext>
                </a:extLst>
              </p:cNvPr>
              <p:cNvSpPr/>
              <p:nvPr/>
            </p:nvSpPr>
            <p:spPr>
              <a:xfrm>
                <a:off x="12990598" y="5644267"/>
                <a:ext cx="192300" cy="198000"/>
              </a:xfrm>
              <a:prstGeom prst="ellipse">
                <a:avLst/>
              </a:prstGeom>
              <a:solidFill>
                <a:schemeClr val="accent3"/>
              </a:solidFill>
              <a:ln w="9525" cap="flat" cmpd="sng">
                <a:solidFill>
                  <a:srgbClr val="262626"/>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80" name="Google Shape;163;p1">
                <a:extLst>
                  <a:ext uri="{FF2B5EF4-FFF2-40B4-BE49-F238E27FC236}">
                    <a16:creationId xmlns:a16="http://schemas.microsoft.com/office/drawing/2014/main" id="{5A904E2B-49F0-5EA8-58E0-080F09B550FE}"/>
                  </a:ext>
                </a:extLst>
              </p:cNvPr>
              <p:cNvSpPr/>
              <p:nvPr/>
            </p:nvSpPr>
            <p:spPr>
              <a:xfrm>
                <a:off x="13261106" y="6564434"/>
                <a:ext cx="328200" cy="336900"/>
              </a:xfrm>
              <a:prstGeom prst="ellipse">
                <a:avLst/>
              </a:prstGeom>
              <a:solidFill>
                <a:schemeClr val="tx1"/>
              </a:solidFill>
              <a:ln w="9525" cap="flat" cmpd="sng">
                <a:solidFill>
                  <a:srgbClr val="000000"/>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81" name="Google Shape;164;p1">
                <a:extLst>
                  <a:ext uri="{FF2B5EF4-FFF2-40B4-BE49-F238E27FC236}">
                    <a16:creationId xmlns:a16="http://schemas.microsoft.com/office/drawing/2014/main" id="{C1719387-DBE4-7DDD-E4EB-9A38D1082BEE}"/>
                  </a:ext>
                </a:extLst>
              </p:cNvPr>
              <p:cNvSpPr/>
              <p:nvPr/>
            </p:nvSpPr>
            <p:spPr>
              <a:xfrm>
                <a:off x="12889483" y="6773136"/>
                <a:ext cx="192300" cy="198000"/>
              </a:xfrm>
              <a:prstGeom prst="ellipse">
                <a:avLst/>
              </a:prstGeom>
              <a:solidFill>
                <a:schemeClr val="tx1"/>
              </a:solidFill>
              <a:ln w="9525" cap="flat" cmpd="sng">
                <a:solidFill>
                  <a:srgbClr val="000000"/>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83" name="Google Shape;165;p1">
                <a:extLst>
                  <a:ext uri="{FF2B5EF4-FFF2-40B4-BE49-F238E27FC236}">
                    <a16:creationId xmlns:a16="http://schemas.microsoft.com/office/drawing/2014/main" id="{C6F628C5-DA74-54C0-FDDE-9B7740D67726}"/>
                  </a:ext>
                </a:extLst>
              </p:cNvPr>
              <p:cNvSpPr/>
              <p:nvPr/>
            </p:nvSpPr>
            <p:spPr>
              <a:xfrm>
                <a:off x="13324166" y="6099152"/>
                <a:ext cx="192300" cy="198000"/>
              </a:xfrm>
              <a:prstGeom prst="ellipse">
                <a:avLst/>
              </a:prstGeom>
              <a:solidFill>
                <a:schemeClr val="accent3"/>
              </a:solidFill>
              <a:ln w="9525" cap="flat" cmpd="sng">
                <a:solidFill>
                  <a:srgbClr val="000000"/>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85" name="Google Shape;166;p1">
                <a:extLst>
                  <a:ext uri="{FF2B5EF4-FFF2-40B4-BE49-F238E27FC236}">
                    <a16:creationId xmlns:a16="http://schemas.microsoft.com/office/drawing/2014/main" id="{10F66462-F4CB-CA6D-F8C0-DACB04B615FD}"/>
                  </a:ext>
                </a:extLst>
              </p:cNvPr>
              <p:cNvSpPr/>
              <p:nvPr/>
            </p:nvSpPr>
            <p:spPr>
              <a:xfrm>
                <a:off x="11468140" y="5576165"/>
                <a:ext cx="305700" cy="308400"/>
              </a:xfrm>
              <a:prstGeom prst="ellipse">
                <a:avLst/>
              </a:prstGeom>
              <a:solidFill>
                <a:srgbClr val="E4E4E3"/>
              </a:solidFill>
              <a:ln w="179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86" name="Google Shape;167;p1">
                <a:extLst>
                  <a:ext uri="{FF2B5EF4-FFF2-40B4-BE49-F238E27FC236}">
                    <a16:creationId xmlns:a16="http://schemas.microsoft.com/office/drawing/2014/main" id="{6AC13618-B6B5-9FCC-8FBC-1C81BB1B1C3D}"/>
                  </a:ext>
                </a:extLst>
              </p:cNvPr>
              <p:cNvSpPr/>
              <p:nvPr/>
            </p:nvSpPr>
            <p:spPr>
              <a:xfrm>
                <a:off x="10719482" y="592538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87" name="Google Shape;168;p1">
                <a:extLst>
                  <a:ext uri="{FF2B5EF4-FFF2-40B4-BE49-F238E27FC236}">
                    <a16:creationId xmlns:a16="http://schemas.microsoft.com/office/drawing/2014/main" id="{A8667B67-C411-6619-9586-71CBFAC4137F}"/>
                  </a:ext>
                </a:extLst>
              </p:cNvPr>
              <p:cNvSpPr/>
              <p:nvPr/>
            </p:nvSpPr>
            <p:spPr>
              <a:xfrm>
                <a:off x="11061232" y="5405652"/>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88" name="Google Shape;169;p1">
                <a:extLst>
                  <a:ext uri="{FF2B5EF4-FFF2-40B4-BE49-F238E27FC236}">
                    <a16:creationId xmlns:a16="http://schemas.microsoft.com/office/drawing/2014/main" id="{4B342E80-049D-C9CC-A8DE-8A77B4EA01CC}"/>
                  </a:ext>
                </a:extLst>
              </p:cNvPr>
              <p:cNvSpPr/>
              <p:nvPr/>
            </p:nvSpPr>
            <p:spPr>
              <a:xfrm>
                <a:off x="10592773" y="6139937"/>
                <a:ext cx="274500" cy="2763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89" name="Google Shape;170;p1">
                <a:extLst>
                  <a:ext uri="{FF2B5EF4-FFF2-40B4-BE49-F238E27FC236}">
                    <a16:creationId xmlns:a16="http://schemas.microsoft.com/office/drawing/2014/main" id="{24F1405F-0735-4247-80BA-F236D05E5683}"/>
                  </a:ext>
                </a:extLst>
              </p:cNvPr>
              <p:cNvSpPr/>
              <p:nvPr/>
            </p:nvSpPr>
            <p:spPr>
              <a:xfrm>
                <a:off x="11037864" y="6333062"/>
                <a:ext cx="192300" cy="198000"/>
              </a:xfrm>
              <a:prstGeom prst="ellipse">
                <a:avLst/>
              </a:prstGeom>
              <a:solidFill>
                <a:srgbClr val="D9D9D9"/>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90" name="Google Shape;171;p1">
                <a:extLst>
                  <a:ext uri="{FF2B5EF4-FFF2-40B4-BE49-F238E27FC236}">
                    <a16:creationId xmlns:a16="http://schemas.microsoft.com/office/drawing/2014/main" id="{1A8BC70B-5691-4C0F-EB90-FC6B68DECC59}"/>
                  </a:ext>
                </a:extLst>
              </p:cNvPr>
              <p:cNvSpPr/>
              <p:nvPr/>
            </p:nvSpPr>
            <p:spPr>
              <a:xfrm>
                <a:off x="11449106" y="6300040"/>
                <a:ext cx="553500" cy="567900"/>
              </a:xfrm>
              <a:prstGeom prst="ellipse">
                <a:avLst/>
              </a:prstGeom>
              <a:solidFill>
                <a:srgbClr val="FFE599"/>
              </a:solidFill>
              <a:ln w="26900" cap="flat" cmpd="sng">
                <a:solidFill>
                  <a:schemeClr val="dk2"/>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cxnSp>
            <p:nvCxnSpPr>
              <p:cNvPr id="391" name="Google Shape;172;p1">
                <a:extLst>
                  <a:ext uri="{FF2B5EF4-FFF2-40B4-BE49-F238E27FC236}">
                    <a16:creationId xmlns:a16="http://schemas.microsoft.com/office/drawing/2014/main" id="{92435014-553C-4ACA-8A91-635858BA097E}"/>
                  </a:ext>
                </a:extLst>
              </p:cNvPr>
              <p:cNvCxnSpPr>
                <a:stCxn id="374" idx="2"/>
                <a:endCxn id="385" idx="6"/>
              </p:cNvCxnSpPr>
              <p:nvPr/>
            </p:nvCxnSpPr>
            <p:spPr>
              <a:xfrm flipH="1">
                <a:off x="11773943" y="5649161"/>
                <a:ext cx="463800" cy="81300"/>
              </a:xfrm>
              <a:prstGeom prst="straightConnector1">
                <a:avLst/>
              </a:prstGeom>
              <a:noFill/>
              <a:ln w="9525" cap="flat" cmpd="sng">
                <a:solidFill>
                  <a:srgbClr val="CCCCCC"/>
                </a:solidFill>
                <a:prstDash val="solid"/>
                <a:round/>
                <a:headEnd type="none" w="sm" len="sm"/>
                <a:tailEnd type="stealth" w="med" len="med"/>
              </a:ln>
            </p:spPr>
          </p:cxnSp>
          <p:cxnSp>
            <p:nvCxnSpPr>
              <p:cNvPr id="392" name="Google Shape;173;p1">
                <a:extLst>
                  <a:ext uri="{FF2B5EF4-FFF2-40B4-BE49-F238E27FC236}">
                    <a16:creationId xmlns:a16="http://schemas.microsoft.com/office/drawing/2014/main" id="{2CBA7394-642E-6C7F-5E84-F2C010BFA9C6}"/>
                  </a:ext>
                </a:extLst>
              </p:cNvPr>
              <p:cNvCxnSpPr>
                <a:stCxn id="385" idx="2"/>
                <a:endCxn id="403" idx="6"/>
              </p:cNvCxnSpPr>
              <p:nvPr/>
            </p:nvCxnSpPr>
            <p:spPr>
              <a:xfrm flipH="1">
                <a:off x="11113540" y="5730365"/>
                <a:ext cx="354600" cy="30600"/>
              </a:xfrm>
              <a:prstGeom prst="straightConnector1">
                <a:avLst/>
              </a:prstGeom>
              <a:noFill/>
              <a:ln w="9525" cap="flat" cmpd="sng">
                <a:solidFill>
                  <a:srgbClr val="CCCCCC"/>
                </a:solidFill>
                <a:prstDash val="solid"/>
                <a:round/>
                <a:headEnd type="none" w="sm" len="sm"/>
                <a:tailEnd type="stealth" w="med" len="med"/>
              </a:ln>
            </p:spPr>
          </p:cxnSp>
          <p:cxnSp>
            <p:nvCxnSpPr>
              <p:cNvPr id="393" name="Google Shape;175;p1">
                <a:extLst>
                  <a:ext uri="{FF2B5EF4-FFF2-40B4-BE49-F238E27FC236}">
                    <a16:creationId xmlns:a16="http://schemas.microsoft.com/office/drawing/2014/main" id="{529447D7-5341-EE5F-11BF-1DB7C802F7E4}"/>
                  </a:ext>
                </a:extLst>
              </p:cNvPr>
              <p:cNvCxnSpPr>
                <a:stCxn id="390" idx="1"/>
                <a:endCxn id="400" idx="5"/>
              </p:cNvCxnSpPr>
              <p:nvPr/>
            </p:nvCxnSpPr>
            <p:spPr>
              <a:xfrm rot="10800000">
                <a:off x="11390064" y="6170507"/>
                <a:ext cx="140100" cy="212700"/>
              </a:xfrm>
              <a:prstGeom prst="straightConnector1">
                <a:avLst/>
              </a:prstGeom>
              <a:noFill/>
              <a:ln w="9525" cap="flat" cmpd="sng">
                <a:solidFill>
                  <a:srgbClr val="CCCCCC"/>
                </a:solidFill>
                <a:prstDash val="solid"/>
                <a:round/>
                <a:headEnd type="none" w="sm" len="sm"/>
                <a:tailEnd type="stealth" w="med" len="med"/>
              </a:ln>
            </p:spPr>
          </p:cxnSp>
          <p:cxnSp>
            <p:nvCxnSpPr>
              <p:cNvPr id="394" name="Google Shape;177;p1">
                <a:extLst>
                  <a:ext uri="{FF2B5EF4-FFF2-40B4-BE49-F238E27FC236}">
                    <a16:creationId xmlns:a16="http://schemas.microsoft.com/office/drawing/2014/main" id="{FF6B937D-0C59-6FD1-69D8-A8D47AF1433E}"/>
                  </a:ext>
                </a:extLst>
              </p:cNvPr>
              <p:cNvCxnSpPr>
                <a:stCxn id="390" idx="2"/>
                <a:endCxn id="389" idx="5"/>
              </p:cNvCxnSpPr>
              <p:nvPr/>
            </p:nvCxnSpPr>
            <p:spPr>
              <a:xfrm rot="10800000">
                <a:off x="11201906" y="6502090"/>
                <a:ext cx="247200" cy="81900"/>
              </a:xfrm>
              <a:prstGeom prst="straightConnector1">
                <a:avLst/>
              </a:prstGeom>
              <a:noFill/>
              <a:ln w="9525" cap="flat" cmpd="sng">
                <a:solidFill>
                  <a:srgbClr val="CCCCCC"/>
                </a:solidFill>
                <a:prstDash val="solid"/>
                <a:round/>
                <a:headEnd type="none" w="sm" len="sm"/>
                <a:tailEnd type="stealth" w="med" len="med"/>
              </a:ln>
            </p:spPr>
          </p:cxnSp>
          <p:cxnSp>
            <p:nvCxnSpPr>
              <p:cNvPr id="395" name="Google Shape;178;p1">
                <a:extLst>
                  <a:ext uri="{FF2B5EF4-FFF2-40B4-BE49-F238E27FC236}">
                    <a16:creationId xmlns:a16="http://schemas.microsoft.com/office/drawing/2014/main" id="{F4BB8514-9BAA-BC76-47D5-5EA414402FC3}"/>
                  </a:ext>
                </a:extLst>
              </p:cNvPr>
              <p:cNvCxnSpPr>
                <a:stCxn id="389" idx="2"/>
                <a:endCxn id="388" idx="6"/>
              </p:cNvCxnSpPr>
              <p:nvPr/>
            </p:nvCxnSpPr>
            <p:spPr>
              <a:xfrm rot="10800000">
                <a:off x="10867164" y="6278162"/>
                <a:ext cx="170700" cy="153900"/>
              </a:xfrm>
              <a:prstGeom prst="straightConnector1">
                <a:avLst/>
              </a:prstGeom>
              <a:noFill/>
              <a:ln w="9525" cap="flat" cmpd="sng">
                <a:solidFill>
                  <a:srgbClr val="B7B7B7"/>
                </a:solidFill>
                <a:prstDash val="solid"/>
                <a:round/>
                <a:headEnd type="none" w="sm" len="sm"/>
                <a:tailEnd type="stealth" w="med" len="med"/>
              </a:ln>
            </p:spPr>
          </p:cxnSp>
          <p:cxnSp>
            <p:nvCxnSpPr>
              <p:cNvPr id="396" name="Google Shape;179;p1">
                <a:extLst>
                  <a:ext uri="{FF2B5EF4-FFF2-40B4-BE49-F238E27FC236}">
                    <a16:creationId xmlns:a16="http://schemas.microsoft.com/office/drawing/2014/main" id="{DA41B10E-B68F-6C4B-F651-DF1791231989}"/>
                  </a:ext>
                </a:extLst>
              </p:cNvPr>
              <p:cNvCxnSpPr>
                <a:stCxn id="400" idx="2"/>
                <a:endCxn id="386" idx="5"/>
              </p:cNvCxnSpPr>
              <p:nvPr/>
            </p:nvCxnSpPr>
            <p:spPr>
              <a:xfrm rot="10800000">
                <a:off x="10883737" y="6094319"/>
                <a:ext cx="342300" cy="6300"/>
              </a:xfrm>
              <a:prstGeom prst="straightConnector1">
                <a:avLst/>
              </a:prstGeom>
              <a:noFill/>
              <a:ln w="9525" cap="flat" cmpd="sng">
                <a:solidFill>
                  <a:srgbClr val="CCCCCC"/>
                </a:solidFill>
                <a:prstDash val="solid"/>
                <a:round/>
                <a:headEnd type="none" w="sm" len="sm"/>
                <a:tailEnd type="stealth" w="med" len="med"/>
              </a:ln>
            </p:spPr>
          </p:cxnSp>
          <p:cxnSp>
            <p:nvCxnSpPr>
              <p:cNvPr id="397" name="Google Shape;180;p1">
                <a:extLst>
                  <a:ext uri="{FF2B5EF4-FFF2-40B4-BE49-F238E27FC236}">
                    <a16:creationId xmlns:a16="http://schemas.microsoft.com/office/drawing/2014/main" id="{1FFB62B3-7705-A36F-5CA1-1123D2CCBD09}"/>
                  </a:ext>
                </a:extLst>
              </p:cNvPr>
              <p:cNvCxnSpPr>
                <a:stCxn id="385" idx="1"/>
                <a:endCxn id="387" idx="5"/>
              </p:cNvCxnSpPr>
              <p:nvPr/>
            </p:nvCxnSpPr>
            <p:spPr>
              <a:xfrm rot="10800000">
                <a:off x="11225509" y="5574529"/>
                <a:ext cx="287400" cy="46800"/>
              </a:xfrm>
              <a:prstGeom prst="straightConnector1">
                <a:avLst/>
              </a:prstGeom>
              <a:noFill/>
              <a:ln w="9525" cap="flat" cmpd="sng">
                <a:solidFill>
                  <a:srgbClr val="CCCCCC"/>
                </a:solidFill>
                <a:prstDash val="solid"/>
                <a:round/>
                <a:headEnd type="none" w="sm" len="sm"/>
                <a:tailEnd type="stealth" w="med" len="med"/>
              </a:ln>
            </p:spPr>
          </p:cxnSp>
          <p:cxnSp>
            <p:nvCxnSpPr>
              <p:cNvPr id="398" name="Google Shape;181;p1">
                <a:extLst>
                  <a:ext uri="{FF2B5EF4-FFF2-40B4-BE49-F238E27FC236}">
                    <a16:creationId xmlns:a16="http://schemas.microsoft.com/office/drawing/2014/main" id="{E1226F65-C2E6-4A91-6EE1-595CB13E2AFF}"/>
                  </a:ext>
                </a:extLst>
              </p:cNvPr>
              <p:cNvCxnSpPr>
                <a:stCxn id="411" idx="2"/>
                <a:endCxn id="400" idx="6"/>
              </p:cNvCxnSpPr>
              <p:nvPr/>
            </p:nvCxnSpPr>
            <p:spPr>
              <a:xfrm flipH="1">
                <a:off x="11418366" y="5897435"/>
                <a:ext cx="710100" cy="203100"/>
              </a:xfrm>
              <a:prstGeom prst="straightConnector1">
                <a:avLst/>
              </a:prstGeom>
              <a:noFill/>
              <a:ln w="9525" cap="flat" cmpd="sng">
                <a:solidFill>
                  <a:srgbClr val="CCCCCC"/>
                </a:solidFill>
                <a:prstDash val="solid"/>
                <a:round/>
                <a:headEnd type="none" w="sm" len="sm"/>
                <a:tailEnd type="stealth" w="med" len="med"/>
              </a:ln>
            </p:spPr>
          </p:cxnSp>
          <p:cxnSp>
            <p:nvCxnSpPr>
              <p:cNvPr id="399" name="Google Shape;183;p1">
                <a:extLst>
                  <a:ext uri="{FF2B5EF4-FFF2-40B4-BE49-F238E27FC236}">
                    <a16:creationId xmlns:a16="http://schemas.microsoft.com/office/drawing/2014/main" id="{C256A88B-194F-EE80-646C-5F102F86FF03}"/>
                  </a:ext>
                </a:extLst>
              </p:cNvPr>
              <p:cNvCxnSpPr>
                <a:stCxn id="411" idx="2"/>
                <a:endCxn id="386" idx="6"/>
              </p:cNvCxnSpPr>
              <p:nvPr/>
            </p:nvCxnSpPr>
            <p:spPr>
              <a:xfrm flipH="1">
                <a:off x="10911666" y="5897435"/>
                <a:ext cx="1216800" cy="126900"/>
              </a:xfrm>
              <a:prstGeom prst="straightConnector1">
                <a:avLst/>
              </a:prstGeom>
              <a:noFill/>
              <a:ln w="9525" cap="flat" cmpd="sng">
                <a:solidFill>
                  <a:srgbClr val="CCCCCC"/>
                </a:solidFill>
                <a:prstDash val="solid"/>
                <a:round/>
                <a:headEnd type="none" w="sm" len="sm"/>
                <a:tailEnd type="stealth" w="med" len="med"/>
              </a:ln>
            </p:spPr>
          </p:cxnSp>
          <p:sp>
            <p:nvSpPr>
              <p:cNvPr id="400" name="Google Shape;176;p1">
                <a:extLst>
                  <a:ext uri="{FF2B5EF4-FFF2-40B4-BE49-F238E27FC236}">
                    <a16:creationId xmlns:a16="http://schemas.microsoft.com/office/drawing/2014/main" id="{B4C1F41E-5150-8D78-8B56-F96F8A12F8F5}"/>
                  </a:ext>
                </a:extLst>
              </p:cNvPr>
              <p:cNvSpPr/>
              <p:nvPr/>
            </p:nvSpPr>
            <p:spPr>
              <a:xfrm>
                <a:off x="11226037" y="6001619"/>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cxnSp>
            <p:nvCxnSpPr>
              <p:cNvPr id="401" name="Google Shape;184;p1">
                <a:extLst>
                  <a:ext uri="{FF2B5EF4-FFF2-40B4-BE49-F238E27FC236}">
                    <a16:creationId xmlns:a16="http://schemas.microsoft.com/office/drawing/2014/main" id="{778C6FF9-C3CB-51B0-264F-389C26EF013B}"/>
                  </a:ext>
                </a:extLst>
              </p:cNvPr>
              <p:cNvCxnSpPr>
                <a:stCxn id="374" idx="2"/>
                <a:endCxn id="389" idx="7"/>
              </p:cNvCxnSpPr>
              <p:nvPr/>
            </p:nvCxnSpPr>
            <p:spPr>
              <a:xfrm flipH="1">
                <a:off x="11202143" y="5649161"/>
                <a:ext cx="1035600" cy="712800"/>
              </a:xfrm>
              <a:prstGeom prst="straightConnector1">
                <a:avLst/>
              </a:prstGeom>
              <a:noFill/>
              <a:ln w="9525" cap="flat" cmpd="sng">
                <a:solidFill>
                  <a:srgbClr val="CCCCCC"/>
                </a:solidFill>
                <a:prstDash val="solid"/>
                <a:round/>
                <a:headEnd type="none" w="sm" len="sm"/>
                <a:tailEnd type="stealth" w="med" len="med"/>
              </a:ln>
            </p:spPr>
          </p:cxnSp>
          <p:cxnSp>
            <p:nvCxnSpPr>
              <p:cNvPr id="402" name="Google Shape;185;p1">
                <a:extLst>
                  <a:ext uri="{FF2B5EF4-FFF2-40B4-BE49-F238E27FC236}">
                    <a16:creationId xmlns:a16="http://schemas.microsoft.com/office/drawing/2014/main" id="{5FB40C02-5B25-56B2-BF25-72DA4FDD89FA}"/>
                  </a:ext>
                </a:extLst>
              </p:cNvPr>
              <p:cNvCxnSpPr>
                <a:stCxn id="374" idx="5"/>
                <a:endCxn id="380" idx="1"/>
              </p:cNvCxnSpPr>
              <p:nvPr/>
            </p:nvCxnSpPr>
            <p:spPr>
              <a:xfrm>
                <a:off x="12401881" y="5719165"/>
                <a:ext cx="907200" cy="894600"/>
              </a:xfrm>
              <a:prstGeom prst="straightConnector1">
                <a:avLst/>
              </a:prstGeom>
              <a:noFill/>
              <a:ln w="17925" cap="flat" cmpd="sng">
                <a:solidFill>
                  <a:srgbClr val="D9D9D9"/>
                </a:solidFill>
                <a:prstDash val="solid"/>
                <a:round/>
                <a:headEnd type="none" w="sm" len="sm"/>
                <a:tailEnd type="stealth" w="med" len="med"/>
              </a:ln>
            </p:spPr>
          </p:cxnSp>
          <p:sp>
            <p:nvSpPr>
              <p:cNvPr id="403" name="Google Shape;174;p1">
                <a:extLst>
                  <a:ext uri="{FF2B5EF4-FFF2-40B4-BE49-F238E27FC236}">
                    <a16:creationId xmlns:a16="http://schemas.microsoft.com/office/drawing/2014/main" id="{5E98B1A8-1932-6168-04A6-2C547EF43981}"/>
                  </a:ext>
                </a:extLst>
              </p:cNvPr>
              <p:cNvSpPr/>
              <p:nvPr/>
            </p:nvSpPr>
            <p:spPr>
              <a:xfrm>
                <a:off x="10921235" y="566202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cxnSp>
            <p:nvCxnSpPr>
              <p:cNvPr id="404" name="Google Shape;186;p1">
                <a:extLst>
                  <a:ext uri="{FF2B5EF4-FFF2-40B4-BE49-F238E27FC236}">
                    <a16:creationId xmlns:a16="http://schemas.microsoft.com/office/drawing/2014/main" id="{0BE0E83F-BB43-84B0-8017-2F7C07FF0A91}"/>
                  </a:ext>
                </a:extLst>
              </p:cNvPr>
              <p:cNvCxnSpPr>
                <a:stCxn id="411" idx="2"/>
                <a:endCxn id="389" idx="6"/>
              </p:cNvCxnSpPr>
              <p:nvPr/>
            </p:nvCxnSpPr>
            <p:spPr>
              <a:xfrm flipH="1">
                <a:off x="11230266" y="5897435"/>
                <a:ext cx="898200" cy="534600"/>
              </a:xfrm>
              <a:prstGeom prst="straightConnector1">
                <a:avLst/>
              </a:prstGeom>
              <a:noFill/>
              <a:ln w="9525" cap="flat" cmpd="sng">
                <a:solidFill>
                  <a:srgbClr val="CCCCCC"/>
                </a:solidFill>
                <a:prstDash val="solid"/>
                <a:round/>
                <a:headEnd type="none" w="sm" len="sm"/>
                <a:tailEnd type="stealth" w="med" len="med"/>
              </a:ln>
            </p:spPr>
          </p:cxnSp>
          <p:cxnSp>
            <p:nvCxnSpPr>
              <p:cNvPr id="405" name="Google Shape;187;p1">
                <a:extLst>
                  <a:ext uri="{FF2B5EF4-FFF2-40B4-BE49-F238E27FC236}">
                    <a16:creationId xmlns:a16="http://schemas.microsoft.com/office/drawing/2014/main" id="{CC5C0AD2-E2E2-5E93-43E3-C7FFFBA5EFA4}"/>
                  </a:ext>
                </a:extLst>
              </p:cNvPr>
              <p:cNvCxnSpPr>
                <a:stCxn id="409" idx="6"/>
                <a:endCxn id="379" idx="2"/>
              </p:cNvCxnSpPr>
              <p:nvPr/>
            </p:nvCxnSpPr>
            <p:spPr>
              <a:xfrm rot="10800000" flipH="1">
                <a:off x="12553633" y="5743151"/>
                <a:ext cx="437100" cy="199800"/>
              </a:xfrm>
              <a:prstGeom prst="straightConnector1">
                <a:avLst/>
              </a:prstGeom>
              <a:noFill/>
              <a:ln w="38100" cap="flat" cmpd="sng">
                <a:solidFill>
                  <a:schemeClr val="accent1"/>
                </a:solidFill>
                <a:prstDash val="solid"/>
                <a:round/>
                <a:headEnd type="none" w="sm" len="sm"/>
                <a:tailEnd type="stealth" w="med" len="med"/>
              </a:ln>
            </p:spPr>
          </p:cxnSp>
          <p:cxnSp>
            <p:nvCxnSpPr>
              <p:cNvPr id="406" name="Google Shape;189;p1">
                <a:extLst>
                  <a:ext uri="{FF2B5EF4-FFF2-40B4-BE49-F238E27FC236}">
                    <a16:creationId xmlns:a16="http://schemas.microsoft.com/office/drawing/2014/main" id="{8F5A8BB0-D3B8-5385-63E2-3BAE615D7CC6}"/>
                  </a:ext>
                </a:extLst>
              </p:cNvPr>
              <p:cNvCxnSpPr>
                <a:stCxn id="379" idx="7"/>
                <a:endCxn id="377" idx="2"/>
              </p:cNvCxnSpPr>
              <p:nvPr/>
            </p:nvCxnSpPr>
            <p:spPr>
              <a:xfrm rot="10800000" flipH="1">
                <a:off x="13154736" y="5621063"/>
                <a:ext cx="162600" cy="52200"/>
              </a:xfrm>
              <a:prstGeom prst="straightConnector1">
                <a:avLst/>
              </a:prstGeom>
              <a:noFill/>
              <a:ln w="9525" cap="flat" cmpd="sng">
                <a:solidFill>
                  <a:srgbClr val="E4E4E3"/>
                </a:solidFill>
                <a:prstDash val="solid"/>
                <a:round/>
                <a:headEnd type="none" w="sm" len="sm"/>
                <a:tailEnd type="stealth" w="med" len="med"/>
              </a:ln>
            </p:spPr>
          </p:cxnSp>
          <p:cxnSp>
            <p:nvCxnSpPr>
              <p:cNvPr id="407" name="Google Shape;190;p1">
                <a:extLst>
                  <a:ext uri="{FF2B5EF4-FFF2-40B4-BE49-F238E27FC236}">
                    <a16:creationId xmlns:a16="http://schemas.microsoft.com/office/drawing/2014/main" id="{FFCEA939-D5F5-C678-975D-4D2F236E481E}"/>
                  </a:ext>
                </a:extLst>
              </p:cNvPr>
              <p:cNvCxnSpPr>
                <a:stCxn id="377" idx="6"/>
                <a:endCxn id="378" idx="2"/>
              </p:cNvCxnSpPr>
              <p:nvPr/>
            </p:nvCxnSpPr>
            <p:spPr>
              <a:xfrm rot="10800000" flipH="1">
                <a:off x="13509582" y="5405984"/>
                <a:ext cx="189900" cy="215100"/>
              </a:xfrm>
              <a:prstGeom prst="straightConnector1">
                <a:avLst/>
              </a:prstGeom>
              <a:noFill/>
              <a:ln w="9525" cap="flat" cmpd="sng">
                <a:solidFill>
                  <a:srgbClr val="E4E4E3"/>
                </a:solidFill>
                <a:prstDash val="solid"/>
                <a:round/>
                <a:headEnd type="none" w="sm" len="sm"/>
                <a:tailEnd type="stealth" w="med" len="med"/>
              </a:ln>
            </p:spPr>
          </p:cxnSp>
          <p:cxnSp>
            <p:nvCxnSpPr>
              <p:cNvPr id="408" name="Google Shape;191;p1">
                <a:extLst>
                  <a:ext uri="{FF2B5EF4-FFF2-40B4-BE49-F238E27FC236}">
                    <a16:creationId xmlns:a16="http://schemas.microsoft.com/office/drawing/2014/main" id="{2476E15F-E053-1A24-5D6A-C815521624C0}"/>
                  </a:ext>
                </a:extLst>
              </p:cNvPr>
              <p:cNvCxnSpPr>
                <a:stCxn id="374" idx="6"/>
                <a:endCxn id="375" idx="2"/>
              </p:cNvCxnSpPr>
              <p:nvPr/>
            </p:nvCxnSpPr>
            <p:spPr>
              <a:xfrm rot="10800000" flipH="1">
                <a:off x="12430043" y="5497061"/>
                <a:ext cx="560700" cy="152100"/>
              </a:xfrm>
              <a:prstGeom prst="straightConnector1">
                <a:avLst/>
              </a:prstGeom>
              <a:noFill/>
              <a:ln w="9525" cap="flat" cmpd="sng">
                <a:solidFill>
                  <a:srgbClr val="E4E4E3"/>
                </a:solidFill>
                <a:prstDash val="solid"/>
                <a:round/>
                <a:headEnd type="none" w="sm" len="sm"/>
                <a:tailEnd type="stealth" w="med" len="med"/>
              </a:ln>
            </p:spPr>
          </p:cxnSp>
          <p:sp>
            <p:nvSpPr>
              <p:cNvPr id="409" name="Google Shape;188;p1">
                <a:extLst>
                  <a:ext uri="{FF2B5EF4-FFF2-40B4-BE49-F238E27FC236}">
                    <a16:creationId xmlns:a16="http://schemas.microsoft.com/office/drawing/2014/main" id="{EA90FE93-95AC-3A52-0686-EFC31A29C1FE}"/>
                  </a:ext>
                </a:extLst>
              </p:cNvPr>
              <p:cNvSpPr/>
              <p:nvPr/>
            </p:nvSpPr>
            <p:spPr>
              <a:xfrm>
                <a:off x="12361333" y="5843951"/>
                <a:ext cx="192300" cy="198000"/>
              </a:xfrm>
              <a:prstGeom prst="ellipse">
                <a:avLst/>
              </a:prstGeom>
              <a:solidFill>
                <a:schemeClr val="tx1"/>
              </a:solidFill>
              <a:ln w="9525" cap="flat" cmpd="sng">
                <a:solidFill>
                  <a:schemeClr val="dk2"/>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cxnSp>
            <p:nvCxnSpPr>
              <p:cNvPr id="410" name="Google Shape;192;p1">
                <a:extLst>
                  <a:ext uri="{FF2B5EF4-FFF2-40B4-BE49-F238E27FC236}">
                    <a16:creationId xmlns:a16="http://schemas.microsoft.com/office/drawing/2014/main" id="{3A882E7F-C52E-C675-3F45-B028402F2E52}"/>
                  </a:ext>
                </a:extLst>
              </p:cNvPr>
              <p:cNvCxnSpPr>
                <a:stCxn id="375" idx="7"/>
                <a:endCxn id="376" idx="2"/>
              </p:cNvCxnSpPr>
              <p:nvPr/>
            </p:nvCxnSpPr>
            <p:spPr>
              <a:xfrm rot="10800000" flipH="1">
                <a:off x="13154747" y="5328685"/>
                <a:ext cx="174300" cy="98400"/>
              </a:xfrm>
              <a:prstGeom prst="straightConnector1">
                <a:avLst/>
              </a:prstGeom>
              <a:noFill/>
              <a:ln w="9525" cap="flat" cmpd="sng">
                <a:solidFill>
                  <a:srgbClr val="E4E4E3"/>
                </a:solidFill>
                <a:prstDash val="solid"/>
                <a:round/>
                <a:headEnd type="none" w="sm" len="sm"/>
                <a:tailEnd type="stealth" w="med" len="med"/>
              </a:ln>
            </p:spPr>
          </p:cxnSp>
          <p:sp>
            <p:nvSpPr>
              <p:cNvPr id="411" name="Google Shape;182;p1">
                <a:extLst>
                  <a:ext uri="{FF2B5EF4-FFF2-40B4-BE49-F238E27FC236}">
                    <a16:creationId xmlns:a16="http://schemas.microsoft.com/office/drawing/2014/main" id="{67132357-B346-F5A4-CB72-5D9DAC03708A}"/>
                  </a:ext>
                </a:extLst>
              </p:cNvPr>
              <p:cNvSpPr/>
              <p:nvPr/>
            </p:nvSpPr>
            <p:spPr>
              <a:xfrm>
                <a:off x="12128466" y="579843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cxnSp>
            <p:nvCxnSpPr>
              <p:cNvPr id="412" name="Google Shape;193;p1">
                <a:extLst>
                  <a:ext uri="{FF2B5EF4-FFF2-40B4-BE49-F238E27FC236}">
                    <a16:creationId xmlns:a16="http://schemas.microsoft.com/office/drawing/2014/main" id="{F28C97C9-F819-754C-E661-5253BC3A1D0D}"/>
                  </a:ext>
                </a:extLst>
              </p:cNvPr>
              <p:cNvCxnSpPr>
                <a:stCxn id="390" idx="6"/>
                <a:endCxn id="380" idx="2"/>
              </p:cNvCxnSpPr>
              <p:nvPr/>
            </p:nvCxnSpPr>
            <p:spPr>
              <a:xfrm>
                <a:off x="12002606" y="6583990"/>
                <a:ext cx="1258500" cy="148800"/>
              </a:xfrm>
              <a:prstGeom prst="straightConnector1">
                <a:avLst/>
              </a:prstGeom>
              <a:noFill/>
              <a:ln w="35850" cap="flat" cmpd="sng">
                <a:solidFill>
                  <a:srgbClr val="E4E4E3"/>
                </a:solidFill>
                <a:prstDash val="solid"/>
                <a:round/>
                <a:headEnd type="stealth" w="med" len="med"/>
                <a:tailEnd type="none" w="sm" len="sm"/>
              </a:ln>
            </p:spPr>
          </p:cxnSp>
          <p:cxnSp>
            <p:nvCxnSpPr>
              <p:cNvPr id="413" name="Google Shape;194;p1">
                <a:extLst>
                  <a:ext uri="{FF2B5EF4-FFF2-40B4-BE49-F238E27FC236}">
                    <a16:creationId xmlns:a16="http://schemas.microsoft.com/office/drawing/2014/main" id="{D4EF57C5-6048-BD26-05B2-8EF89DABD773}"/>
                  </a:ext>
                </a:extLst>
              </p:cNvPr>
              <p:cNvCxnSpPr>
                <a:stCxn id="381" idx="1"/>
                <a:endCxn id="385" idx="5"/>
              </p:cNvCxnSpPr>
              <p:nvPr/>
            </p:nvCxnSpPr>
            <p:spPr>
              <a:xfrm rot="10800000">
                <a:off x="11729045" y="5839432"/>
                <a:ext cx="1188600" cy="962700"/>
              </a:xfrm>
              <a:prstGeom prst="straightConnector1">
                <a:avLst/>
              </a:prstGeom>
              <a:noFill/>
              <a:ln w="9525" cap="flat" cmpd="sng">
                <a:solidFill>
                  <a:srgbClr val="CCCCCC"/>
                </a:solidFill>
                <a:prstDash val="solid"/>
                <a:round/>
                <a:headEnd type="none" w="sm" len="sm"/>
                <a:tailEnd type="stealth" w="med" len="med"/>
              </a:ln>
            </p:spPr>
          </p:cxnSp>
          <p:cxnSp>
            <p:nvCxnSpPr>
              <p:cNvPr id="414" name="Google Shape;195;p1">
                <a:extLst>
                  <a:ext uri="{FF2B5EF4-FFF2-40B4-BE49-F238E27FC236}">
                    <a16:creationId xmlns:a16="http://schemas.microsoft.com/office/drawing/2014/main" id="{E99E2CBC-6754-962E-B58E-7BA4EDD987BD}"/>
                  </a:ext>
                </a:extLst>
              </p:cNvPr>
              <p:cNvCxnSpPr>
                <a:stCxn id="411" idx="3"/>
                <a:endCxn id="390" idx="7"/>
              </p:cNvCxnSpPr>
              <p:nvPr/>
            </p:nvCxnSpPr>
            <p:spPr>
              <a:xfrm flipH="1">
                <a:off x="11921428" y="5967439"/>
                <a:ext cx="235200" cy="415800"/>
              </a:xfrm>
              <a:prstGeom prst="straightConnector1">
                <a:avLst/>
              </a:prstGeom>
              <a:noFill/>
              <a:ln w="35850" cap="flat" cmpd="sng">
                <a:solidFill>
                  <a:srgbClr val="E4E4E3"/>
                </a:solidFill>
                <a:prstDash val="solid"/>
                <a:round/>
                <a:headEnd type="none" w="sm" len="sm"/>
                <a:tailEnd type="stealth" w="med" len="med"/>
              </a:ln>
            </p:spPr>
          </p:cxnSp>
          <p:cxnSp>
            <p:nvCxnSpPr>
              <p:cNvPr id="415" name="Google Shape;196;p1">
                <a:extLst>
                  <a:ext uri="{FF2B5EF4-FFF2-40B4-BE49-F238E27FC236}">
                    <a16:creationId xmlns:a16="http://schemas.microsoft.com/office/drawing/2014/main" id="{5497A83E-FB4E-B17B-1184-33005D87F4E7}"/>
                  </a:ext>
                </a:extLst>
              </p:cNvPr>
              <p:cNvCxnSpPr>
                <a:stCxn id="409" idx="5"/>
                <a:endCxn id="381" idx="1"/>
              </p:cNvCxnSpPr>
              <p:nvPr/>
            </p:nvCxnSpPr>
            <p:spPr>
              <a:xfrm>
                <a:off x="12525471" y="6012955"/>
                <a:ext cx="392100" cy="789300"/>
              </a:xfrm>
              <a:prstGeom prst="straightConnector1">
                <a:avLst/>
              </a:prstGeom>
              <a:noFill/>
              <a:ln w="31750" cap="flat" cmpd="sng">
                <a:solidFill>
                  <a:schemeClr val="accent1"/>
                </a:solidFill>
                <a:prstDash val="solid"/>
                <a:round/>
                <a:headEnd type="none" w="sm" len="sm"/>
                <a:tailEnd type="stealth" w="med" len="med"/>
              </a:ln>
            </p:spPr>
          </p:cxnSp>
          <p:cxnSp>
            <p:nvCxnSpPr>
              <p:cNvPr id="416" name="Google Shape;197;p1">
                <a:extLst>
                  <a:ext uri="{FF2B5EF4-FFF2-40B4-BE49-F238E27FC236}">
                    <a16:creationId xmlns:a16="http://schemas.microsoft.com/office/drawing/2014/main" id="{1436071D-BA56-9599-6759-EB66E1988F3C}"/>
                  </a:ext>
                </a:extLst>
              </p:cNvPr>
              <p:cNvCxnSpPr>
                <a:stCxn id="374" idx="6"/>
                <a:endCxn id="379" idx="2"/>
              </p:cNvCxnSpPr>
              <p:nvPr/>
            </p:nvCxnSpPr>
            <p:spPr>
              <a:xfrm>
                <a:off x="12430043" y="5649161"/>
                <a:ext cx="560700" cy="94200"/>
              </a:xfrm>
              <a:prstGeom prst="straightConnector1">
                <a:avLst/>
              </a:prstGeom>
              <a:noFill/>
              <a:ln w="9525" cap="flat" cmpd="sng">
                <a:solidFill>
                  <a:srgbClr val="E4E4E3"/>
                </a:solidFill>
                <a:prstDash val="solid"/>
                <a:round/>
                <a:headEnd type="none" w="sm" len="sm"/>
                <a:tailEnd type="stealth" w="med" len="med"/>
              </a:ln>
            </p:spPr>
          </p:cxnSp>
          <p:cxnSp>
            <p:nvCxnSpPr>
              <p:cNvPr id="417" name="Google Shape;198;p1">
                <a:extLst>
                  <a:ext uri="{FF2B5EF4-FFF2-40B4-BE49-F238E27FC236}">
                    <a16:creationId xmlns:a16="http://schemas.microsoft.com/office/drawing/2014/main" id="{6CA8D504-0D4C-C5E2-A83D-440A943F092F}"/>
                  </a:ext>
                </a:extLst>
              </p:cNvPr>
              <p:cNvCxnSpPr>
                <a:stCxn id="409" idx="6"/>
                <a:endCxn id="383" idx="2"/>
              </p:cNvCxnSpPr>
              <p:nvPr/>
            </p:nvCxnSpPr>
            <p:spPr>
              <a:xfrm>
                <a:off x="12553633" y="5942951"/>
                <a:ext cx="770400" cy="255300"/>
              </a:xfrm>
              <a:prstGeom prst="straightConnector1">
                <a:avLst/>
              </a:prstGeom>
              <a:noFill/>
              <a:ln w="31750" cap="flat" cmpd="sng">
                <a:solidFill>
                  <a:schemeClr val="accent1"/>
                </a:solidFill>
                <a:prstDash val="solid"/>
                <a:round/>
                <a:headEnd type="none" w="sm" len="sm"/>
                <a:tailEnd type="stealth" w="med" len="med"/>
              </a:ln>
            </p:spPr>
          </p:cxnSp>
          <p:cxnSp>
            <p:nvCxnSpPr>
              <p:cNvPr id="418" name="Google Shape;199;p1">
                <a:extLst>
                  <a:ext uri="{FF2B5EF4-FFF2-40B4-BE49-F238E27FC236}">
                    <a16:creationId xmlns:a16="http://schemas.microsoft.com/office/drawing/2014/main" id="{C34C0142-1A51-510C-0E17-852F8F4927C6}"/>
                  </a:ext>
                </a:extLst>
              </p:cNvPr>
              <p:cNvCxnSpPr>
                <a:stCxn id="409" idx="3"/>
                <a:endCxn id="390" idx="7"/>
              </p:cNvCxnSpPr>
              <p:nvPr/>
            </p:nvCxnSpPr>
            <p:spPr>
              <a:xfrm flipH="1">
                <a:off x="11921495" y="6012955"/>
                <a:ext cx="468000" cy="370200"/>
              </a:xfrm>
              <a:prstGeom prst="straightConnector1">
                <a:avLst/>
              </a:prstGeom>
              <a:noFill/>
              <a:ln w="31750" cap="flat" cmpd="sng">
                <a:solidFill>
                  <a:schemeClr val="accent1"/>
                </a:solidFill>
                <a:prstDash val="solid"/>
                <a:round/>
                <a:headEnd type="none" w="sm" len="sm"/>
                <a:tailEnd type="stealth" w="med" len="med"/>
              </a:ln>
            </p:spPr>
          </p:cxnSp>
          <p:cxnSp>
            <p:nvCxnSpPr>
              <p:cNvPr id="419" name="Google Shape;200;p1">
                <a:extLst>
                  <a:ext uri="{FF2B5EF4-FFF2-40B4-BE49-F238E27FC236}">
                    <a16:creationId xmlns:a16="http://schemas.microsoft.com/office/drawing/2014/main" id="{C6B53662-4912-1BBF-CBF1-B8784435B684}"/>
                  </a:ext>
                </a:extLst>
              </p:cNvPr>
              <p:cNvCxnSpPr>
                <a:stCxn id="409" idx="6"/>
                <a:endCxn id="380" idx="1"/>
              </p:cNvCxnSpPr>
              <p:nvPr/>
            </p:nvCxnSpPr>
            <p:spPr>
              <a:xfrm>
                <a:off x="12553633" y="5942951"/>
                <a:ext cx="755400" cy="670800"/>
              </a:xfrm>
              <a:prstGeom prst="straightConnector1">
                <a:avLst/>
              </a:prstGeom>
              <a:noFill/>
              <a:ln w="34925" cap="flat" cmpd="sng">
                <a:solidFill>
                  <a:schemeClr val="accent1"/>
                </a:solidFill>
                <a:prstDash val="solid"/>
                <a:round/>
                <a:headEnd type="none" w="sm" len="sm"/>
                <a:tailEnd type="stealth" w="med" len="med"/>
              </a:ln>
            </p:spPr>
          </p:cxnSp>
        </p:grpSp>
        <p:graphicFrame>
          <p:nvGraphicFramePr>
            <p:cNvPr id="17" name="Table">
              <a:extLst>
                <a:ext uri="{FF2B5EF4-FFF2-40B4-BE49-F238E27FC236}">
                  <a16:creationId xmlns:a16="http://schemas.microsoft.com/office/drawing/2014/main" id="{82C6F2BA-E3F2-A5E1-2227-6BBA12203769}"/>
                </a:ext>
              </a:extLst>
            </p:cNvPr>
            <p:cNvGraphicFramePr/>
            <p:nvPr>
              <p:extLst>
                <p:ext uri="{D42A27DB-BD31-4B8C-83A1-F6EECF244321}">
                  <p14:modId xmlns:p14="http://schemas.microsoft.com/office/powerpoint/2010/main" val="4269995155"/>
                </p:ext>
              </p:extLst>
            </p:nvPr>
          </p:nvGraphicFramePr>
          <p:xfrm>
            <a:off x="5154380" y="6200121"/>
            <a:ext cx="627864" cy="475004"/>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4"/>
                    </a:ext>
                  </a:extLst>
                </a:tr>
              </a:tbl>
            </a:graphicData>
          </a:graphic>
        </p:graphicFrame>
      </p:grpSp>
    </p:spTree>
    <p:extLst>
      <p:ext uri="{BB962C8B-B14F-4D97-AF65-F5344CB8AC3E}">
        <p14:creationId xmlns:p14="http://schemas.microsoft.com/office/powerpoint/2010/main" val="2783564266"/>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99ADE7-0369-CC80-4FDB-26DD70CE1806}"/>
            </a:ext>
          </a:extLst>
        </p:cNvPr>
        <p:cNvGrpSpPr/>
        <p:nvPr/>
      </p:nvGrpSpPr>
      <p:grpSpPr>
        <a:xfrm>
          <a:off x="0" y="0"/>
          <a:ext cx="0" cy="0"/>
          <a:chOff x="0" y="0"/>
          <a:chExt cx="0" cy="0"/>
        </a:xfrm>
      </p:grpSpPr>
      <p:sp>
        <p:nvSpPr>
          <p:cNvPr id="530" name="Create a visual hierarchy. Help users navigate the page with titles, subtitles, and subsubtitles">
            <a:extLst>
              <a:ext uri="{FF2B5EF4-FFF2-40B4-BE49-F238E27FC236}">
                <a16:creationId xmlns:a16="http://schemas.microsoft.com/office/drawing/2014/main" id="{D03FB976-E2C6-F0F3-C2EA-D8B8A6482EB6}"/>
              </a:ext>
            </a:extLst>
          </p:cNvPr>
          <p:cNvSpPr txBox="1"/>
          <p:nvPr/>
        </p:nvSpPr>
        <p:spPr>
          <a:xfrm>
            <a:off x="274320" y="3566160"/>
            <a:ext cx="3303826" cy="1415691"/>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dirty="0">
                <a:latin typeface="Source Sans Pro" panose="020B0503030403020204" pitchFamily="34" charset="0"/>
                <a:ea typeface="Source Sans Pro" panose="020B0503030403020204" pitchFamily="34" charset="0"/>
                <a:sym typeface="Source Sans Pro Light"/>
              </a:rPr>
              <a:t>Kaiaulu downloaders allow different raw data to be obtained. For reference, see refreshers cheatsheet.</a:t>
            </a:r>
            <a:r>
              <a:rPr lang="en-US" dirty="0">
                <a:latin typeface="Source Sans Pro" panose="020B0503030403020204" pitchFamily="34" charset="0"/>
                <a:ea typeface="Source Sans Pro" panose="020B0503030403020204" pitchFamily="34" charset="0"/>
              </a:rPr>
              <a:t>: cheatsheets/refresher-cheatsheet.pdf</a:t>
            </a: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endParaRPr lang="en-US" dirty="0">
              <a:latin typeface="Source Sans Pro" panose="020B0503030403020204" pitchFamily="34" charset="0"/>
              <a:ea typeface="Source Sans Pro" panose="020B0503030403020204" pitchFamily="34" charset="0"/>
              <a:sym typeface="Source Sans Pro"/>
            </a:endParaRPr>
          </a:p>
          <a:p>
            <a:r>
              <a:rPr lang="en-US" sz="1300" dirty="0"/>
              <a:t>1. download_jira_issues()</a:t>
            </a:r>
          </a:p>
          <a:p>
            <a:r>
              <a:rPr lang="en-US" b="0" dirty="0"/>
              <a:t>Downloads JIRA data to a locally as JSON files</a:t>
            </a:r>
          </a:p>
        </p:txBody>
      </p:sp>
      <p:sp>
        <p:nvSpPr>
          <p:cNvPr id="491" name="Create a visual hierarchy. Help users navigate the page with titles, subtitles, and subsubtitles">
            <a:extLst>
              <a:ext uri="{FF2B5EF4-FFF2-40B4-BE49-F238E27FC236}">
                <a16:creationId xmlns:a16="http://schemas.microsoft.com/office/drawing/2014/main" id="{99189A03-F788-C273-3A46-5B605CD2C8C0}"/>
              </a:ext>
            </a:extLst>
          </p:cNvPr>
          <p:cNvSpPr txBox="1"/>
          <p:nvPr/>
        </p:nvSpPr>
        <p:spPr>
          <a:xfrm>
            <a:off x="274320" y="5303520"/>
            <a:ext cx="3383618" cy="1955326"/>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dirty="0">
                <a:latin typeface="Source Sans Pro" panose="020B0503030403020204" pitchFamily="34" charset="0"/>
                <a:ea typeface="Source Sans Pro" panose="020B0503030403020204" pitchFamily="34" charset="0"/>
              </a:rPr>
              <a:t>Parse functions normalize raw data into structured tables reusable across multiple transforms.</a:t>
            </a: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endParaRPr lang="en-US" dirty="0">
              <a:latin typeface="Source Sans Pro" panose="020B0503030403020204" pitchFamily="34" charset="0"/>
              <a:ea typeface="Source Sans Pro" panose="020B0503030403020204" pitchFamily="34" charset="0"/>
              <a:sym typeface="Source Sans Pro"/>
            </a:endParaRPr>
          </a:p>
          <a:p>
            <a:r>
              <a:rPr lang="en-US" sz="1300" dirty="0"/>
              <a:t>1. parse_gitlog()</a:t>
            </a:r>
          </a:p>
          <a:p>
            <a:r>
              <a:rPr lang="en-US" b="0" dirty="0"/>
              <a:t>Parses a git repository into a commit table.</a:t>
            </a:r>
            <a:endParaRPr lang="en-US" dirty="0"/>
          </a:p>
          <a:p>
            <a:r>
              <a:rPr lang="en-US" sz="1300" dirty="0"/>
              <a:t>2. parse_jira_replies()</a:t>
            </a:r>
          </a:p>
          <a:p>
            <a:r>
              <a:rPr lang="en-US" b="0" dirty="0"/>
              <a:t>Parses Jira issue comments into a reply table.</a:t>
            </a:r>
            <a:endParaRPr lang="en-US" sz="1300" dirty="0"/>
          </a:p>
          <a:p>
            <a:r>
              <a:rPr lang="en-US" sz="1300" dirty="0"/>
              <a:t>3. parse_mbox()</a:t>
            </a:r>
          </a:p>
          <a:p>
            <a:r>
              <a:rPr lang="en-US" b="0" dirty="0">
                <a:latin typeface="Source Sans Pro" panose="020B0503030403020204" pitchFamily="34" charset="0"/>
                <a:ea typeface="Source Sans Pro" panose="020B0503030403020204" pitchFamily="34" charset="0"/>
              </a:rPr>
              <a:t>Parses mbox files into a reply table.</a:t>
            </a:r>
            <a:endParaRPr lang="en-US" b="0" dirty="0"/>
          </a:p>
        </p:txBody>
      </p:sp>
      <p:sp>
        <p:nvSpPr>
          <p:cNvPr id="447" name="TextBox 446">
            <a:extLst>
              <a:ext uri="{FF2B5EF4-FFF2-40B4-BE49-F238E27FC236}">
                <a16:creationId xmlns:a16="http://schemas.microsoft.com/office/drawing/2014/main" id="{71B20802-D9A5-EE35-A8F1-8C9836124693}"/>
              </a:ext>
            </a:extLst>
          </p:cNvPr>
          <p:cNvSpPr txBox="1"/>
          <p:nvPr/>
        </p:nvSpPr>
        <p:spPr>
          <a:xfrm>
            <a:off x="3840480" y="2004091"/>
            <a:ext cx="670876"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dirty="0">
                <a:ln>
                  <a:noFill/>
                </a:ln>
                <a:solidFill>
                  <a:srgbClr val="4C4C4C"/>
                </a:solidFill>
                <a:effectLst/>
                <a:uFillTx/>
                <a:sym typeface="Source Sans Pro"/>
              </a:rPr>
              <a:t>Raw Data</a:t>
            </a:r>
          </a:p>
        </p:txBody>
      </p:sp>
      <p:sp>
        <p:nvSpPr>
          <p:cNvPr id="512" name="TextBox 511">
            <a:extLst>
              <a:ext uri="{FF2B5EF4-FFF2-40B4-BE49-F238E27FC236}">
                <a16:creationId xmlns:a16="http://schemas.microsoft.com/office/drawing/2014/main" id="{CE894B04-D09C-7A6C-A907-3EDC59162C79}"/>
              </a:ext>
            </a:extLst>
          </p:cNvPr>
          <p:cNvSpPr txBox="1"/>
          <p:nvPr/>
        </p:nvSpPr>
        <p:spPr>
          <a:xfrm>
            <a:off x="3840480" y="2877765"/>
            <a:ext cx="670876" cy="443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Tabular Data</a:t>
            </a:r>
            <a:endParaRPr kumimoji="0" lang="en-US" sz="1000" b="0" i="0" u="none" strike="noStrike" cap="none" spc="0" normalizeH="0" baseline="0" dirty="0">
              <a:ln>
                <a:noFill/>
              </a:ln>
              <a:solidFill>
                <a:srgbClr val="4C4C4C"/>
              </a:solidFill>
              <a:effectLst/>
              <a:uFillTx/>
              <a:sym typeface="Source Sans Pro"/>
            </a:endParaRPr>
          </a:p>
        </p:txBody>
      </p:sp>
      <p:sp>
        <p:nvSpPr>
          <p:cNvPr id="515" name="TextBox 514">
            <a:extLst>
              <a:ext uri="{FF2B5EF4-FFF2-40B4-BE49-F238E27FC236}">
                <a16:creationId xmlns:a16="http://schemas.microsoft.com/office/drawing/2014/main" id="{2B41AC9B-8375-ED99-0DD8-C9CDACEA1912}"/>
              </a:ext>
            </a:extLst>
          </p:cNvPr>
          <p:cNvSpPr txBox="1"/>
          <p:nvPr/>
        </p:nvSpPr>
        <p:spPr>
          <a:xfrm>
            <a:off x="3840480" y="6652009"/>
            <a:ext cx="670876" cy="443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dirty="0">
                <a:ln>
                  <a:noFill/>
                </a:ln>
                <a:solidFill>
                  <a:srgbClr val="4C4C4C"/>
                </a:solidFill>
                <a:effectLst/>
                <a:uFillTx/>
                <a:sym typeface="Source Sans Pro"/>
              </a:rPr>
              <a:t>S3 Graph API</a:t>
            </a:r>
          </a:p>
        </p:txBody>
      </p:sp>
      <p:sp>
        <p:nvSpPr>
          <p:cNvPr id="516" name="TextBox 515">
            <a:extLst>
              <a:ext uri="{FF2B5EF4-FFF2-40B4-BE49-F238E27FC236}">
                <a16:creationId xmlns:a16="http://schemas.microsoft.com/office/drawing/2014/main" id="{7ABC6E0A-1482-2D31-6888-38C6BD8A3BC7}"/>
              </a:ext>
            </a:extLst>
          </p:cNvPr>
          <p:cNvSpPr txBox="1"/>
          <p:nvPr/>
        </p:nvSpPr>
        <p:spPr>
          <a:xfrm>
            <a:off x="3840480" y="8209269"/>
            <a:ext cx="670876" cy="443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dirty="0">
                <a:ln>
                  <a:noFill/>
                </a:ln>
                <a:solidFill>
                  <a:srgbClr val="4C4C4C"/>
                </a:solidFill>
                <a:effectLst/>
                <a:uFillTx/>
                <a:sym typeface="Source Sans Pro"/>
              </a:rPr>
              <a:t>Graph Export</a:t>
            </a:r>
          </a:p>
        </p:txBody>
      </p:sp>
      <p:sp>
        <p:nvSpPr>
          <p:cNvPr id="7" name="TextBox 6">
            <a:extLst>
              <a:ext uri="{FF2B5EF4-FFF2-40B4-BE49-F238E27FC236}">
                <a16:creationId xmlns:a16="http://schemas.microsoft.com/office/drawing/2014/main" id="{038CBC08-530A-FA47-32CA-F1C24831BE4B}"/>
              </a:ext>
            </a:extLst>
          </p:cNvPr>
          <p:cNvSpPr txBox="1"/>
          <p:nvPr/>
        </p:nvSpPr>
        <p:spPr>
          <a:xfrm>
            <a:off x="9875520" y="3840480"/>
            <a:ext cx="4177348" cy="414720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t>S3 methods execute the correct behavior based on the graph's class, allowing for analyses functions to work regardless of the data’s origin.</a:t>
            </a:r>
          </a:p>
          <a:p>
            <a:endParaRPr lang="en-US" b="0" dirty="0"/>
          </a:p>
          <a:p>
            <a:r>
              <a:rPr lang="en-US" b="0" dirty="0"/>
              <a:t>Examples of S3 Generic Functions:</a:t>
            </a:r>
            <a:endParaRPr lang="en-US" dirty="0"/>
          </a:p>
          <a:p>
            <a:r>
              <a:rPr lang="en-US" sz="1300" dirty="0"/>
              <a:t>1. bipartite_graph_projection()</a:t>
            </a:r>
          </a:p>
          <a:p>
            <a:r>
              <a:rPr lang="en-US" b="0" dirty="0"/>
              <a:t>Performs bipartite projection on multimodal graphs.</a:t>
            </a:r>
            <a:endParaRPr lang="en-US" sz="1300" dirty="0"/>
          </a:p>
          <a:p>
            <a:r>
              <a:rPr lang="en-US" sz="1300" dirty="0"/>
              <a:t>2. temporal_graph_projection()</a:t>
            </a:r>
          </a:p>
          <a:p>
            <a:r>
              <a:rPr lang="en-US" b="0" dirty="0"/>
              <a:t>Performs temporal projection on multimodal graphs.</a:t>
            </a:r>
            <a:endParaRPr lang="en-US" sz="1300" dirty="0"/>
          </a:p>
          <a:p>
            <a:r>
              <a:rPr lang="en-US" sz="1300" dirty="0"/>
              <a:t>3. community_oslom()</a:t>
            </a:r>
          </a:p>
          <a:p>
            <a:r>
              <a:rPr lang="en-US" b="0" dirty="0"/>
              <a:t>Runs OSLOM community detection on a graph.</a:t>
            </a:r>
          </a:p>
          <a:p>
            <a:r>
              <a:rPr lang="en-US" sz="1300" dirty="0"/>
              <a:t>4. graph_to_dsmj()</a:t>
            </a:r>
          </a:p>
          <a:p>
            <a:r>
              <a:rPr lang="en-US" b="0" dirty="0"/>
              <a:t>Exports graph to a .dsmj file.</a:t>
            </a:r>
            <a:endParaRPr lang="en-US" dirty="0"/>
          </a:p>
          <a:p>
            <a:pPr marL="0" marR="0" indent="0" algn="l" defTabSz="584200" rtl="0" fontAlgn="auto" latinLnBrk="0" hangingPunct="0">
              <a:lnSpc>
                <a:spcPct val="100000"/>
              </a:lnSpc>
              <a:spcBef>
                <a:spcPts val="200"/>
              </a:spcBef>
              <a:spcAft>
                <a:spcPts val="0"/>
              </a:spcAft>
              <a:buClrTx/>
              <a:buSzTx/>
              <a:buFontTx/>
              <a:buNone/>
              <a:tabLst/>
            </a:pPr>
            <a:endParaRPr lang="en-US" dirty="0"/>
          </a:p>
          <a:p>
            <a:r>
              <a:rPr lang="en-US" b="0" dirty="0"/>
              <a:t>Example of S3 Auxiliary Functions:</a:t>
            </a:r>
            <a:endParaRPr lang="en-US" dirty="0"/>
          </a:p>
          <a:p>
            <a:r>
              <a:rPr lang="en-US" sz="1300" dirty="0"/>
              <a:t>5. subset_bipartite_from_multimodal()</a:t>
            </a:r>
          </a:p>
          <a:p>
            <a:r>
              <a:rPr lang="en-US" b="0" dirty="0"/>
              <a:t>Slices a bipartite graph from a multimodal graph.</a:t>
            </a:r>
          </a:p>
          <a:p>
            <a:r>
              <a:rPr lang="en-US" sz="1300" dirty="0"/>
              <a:t>5. get_bidirected_edges()</a:t>
            </a:r>
          </a:p>
          <a:p>
            <a:r>
              <a:rPr lang="en-US" b="0" dirty="0"/>
              <a:t>Returns all mutual edge pairs from a graph.</a:t>
            </a:r>
          </a:p>
        </p:txBody>
      </p:sp>
      <p:sp>
        <p:nvSpPr>
          <p:cNvPr id="514" name="TextBox 513">
            <a:extLst>
              <a:ext uri="{FF2B5EF4-FFF2-40B4-BE49-F238E27FC236}">
                <a16:creationId xmlns:a16="http://schemas.microsoft.com/office/drawing/2014/main" id="{6EA3F7A9-6B02-77B6-6AB0-E2A99AB7F02C}"/>
              </a:ext>
            </a:extLst>
          </p:cNvPr>
          <p:cNvSpPr txBox="1"/>
          <p:nvPr/>
        </p:nvSpPr>
        <p:spPr>
          <a:xfrm>
            <a:off x="3840480" y="5027556"/>
            <a:ext cx="670876" cy="443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dirty="0">
                <a:ln>
                  <a:noFill/>
                </a:ln>
                <a:solidFill>
                  <a:srgbClr val="4C4C4C"/>
                </a:solidFill>
                <a:effectLst/>
                <a:uFillTx/>
                <a:sym typeface="Source Sans Pro"/>
              </a:rPr>
              <a:t>S3 Graph Class</a:t>
            </a:r>
          </a:p>
        </p:txBody>
      </p:sp>
      <p:pic>
        <p:nvPicPr>
          <p:cNvPr id="292" name="Image" descr="Image">
            <a:extLst>
              <a:ext uri="{FF2B5EF4-FFF2-40B4-BE49-F238E27FC236}">
                <a16:creationId xmlns:a16="http://schemas.microsoft.com/office/drawing/2014/main" id="{5EC42403-563F-190D-5139-2F127D5E1DBE}"/>
              </a:ext>
            </a:extLst>
          </p:cNvPr>
          <p:cNvPicPr>
            <a:picLocks noChangeAspect="1"/>
          </p:cNvPicPr>
          <p:nvPr/>
        </p:nvPicPr>
        <p:blipFill>
          <a:blip r:embed="rId3"/>
          <a:stretch>
            <a:fillRect/>
          </a:stretch>
        </p:blipFill>
        <p:spPr>
          <a:xfrm>
            <a:off x="8867009" y="-681823"/>
            <a:ext cx="5121226" cy="2990088"/>
          </a:xfrm>
          <a:prstGeom prst="rect">
            <a:avLst/>
          </a:prstGeom>
          <a:ln w="12700">
            <a:miter lim="400000"/>
          </a:ln>
        </p:spPr>
      </p:pic>
      <p:sp>
        <p:nvSpPr>
          <p:cNvPr id="312" name="Line">
            <a:extLst>
              <a:ext uri="{FF2B5EF4-FFF2-40B4-BE49-F238E27FC236}">
                <a16:creationId xmlns:a16="http://schemas.microsoft.com/office/drawing/2014/main" id="{8DDCDEE0-4646-3B47-CA11-A489EBBB21EE}"/>
              </a:ext>
            </a:extLst>
          </p:cNvPr>
          <p:cNvSpPr/>
          <p:nvPr/>
        </p:nvSpPr>
        <p:spPr>
          <a:xfrm flipV="1">
            <a:off x="213255" y="10296246"/>
            <a:ext cx="13462982" cy="39499"/>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313" name="YOUR LOGO…">
            <a:extLst>
              <a:ext uri="{FF2B5EF4-FFF2-40B4-BE49-F238E27FC236}">
                <a16:creationId xmlns:a16="http://schemas.microsoft.com/office/drawing/2014/main" id="{D9D0D13D-E27A-2BB2-4CA0-178583ED87E8}"/>
              </a:ext>
            </a:extLst>
          </p:cNvPr>
          <p:cNvSpPr/>
          <p:nvPr/>
        </p:nvSpPr>
        <p:spPr>
          <a:xfrm>
            <a:off x="170343" y="10207710"/>
            <a:ext cx="1757945" cy="528270"/>
          </a:xfrm>
          <a:prstGeom prst="roundRect">
            <a:avLst>
              <a:gd name="adj" fmla="val 36061"/>
            </a:avLst>
          </a:prstGeom>
          <a:solidFill>
            <a:srgbClr val="FFFFFF"/>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lstStyle/>
          <a:p>
            <a:pPr algn="ctr">
              <a:lnSpc>
                <a:spcPct val="90000"/>
              </a:lnSpc>
              <a:spcBef>
                <a:spcPts val="0"/>
              </a:spcBef>
              <a:defRPr>
                <a:solidFill>
                  <a:srgbClr val="407AAA"/>
                </a:solidFill>
                <a:latin typeface="Helvetica Neue"/>
                <a:ea typeface="Helvetica Neue"/>
                <a:cs typeface="Helvetica Neue"/>
                <a:sym typeface="Helvetica Neue"/>
              </a:defRPr>
            </a:pPr>
            <a:r>
              <a:rPr lang="en-US" sz="2400" dirty="0"/>
              <a:t>Kaiāulu</a:t>
            </a:r>
            <a:endParaRPr sz="2400" dirty="0"/>
          </a:p>
        </p:txBody>
      </p:sp>
      <p:sp>
        <p:nvSpPr>
          <p:cNvPr id="334" name="Three Column Layout: : CHEAT SHEET">
            <a:extLst>
              <a:ext uri="{FF2B5EF4-FFF2-40B4-BE49-F238E27FC236}">
                <a16:creationId xmlns:a16="http://schemas.microsoft.com/office/drawing/2014/main" id="{6A5A9B4E-6B41-3177-B388-FF802943D3B1}"/>
              </a:ext>
            </a:extLst>
          </p:cNvPr>
          <p:cNvSpPr txBox="1">
            <a:spLocks noGrp="1"/>
          </p:cNvSpPr>
          <p:nvPr>
            <p:ph type="title"/>
          </p:nvPr>
        </p:nvSpPr>
        <p:spPr>
          <a:xfrm>
            <a:off x="275721" y="361177"/>
            <a:ext cx="10898129" cy="803346"/>
          </a:xfrm>
          <a:prstGeom prst="rect">
            <a:avLst/>
          </a:prstGeom>
        </p:spPr>
        <p:txBody>
          <a:bodyPr lIns="0" tIns="0" rIns="0" bIns="0" anchor="t"/>
          <a:lstStyle/>
          <a:p>
            <a:r>
              <a:rPr lang="en-US" dirty="0"/>
              <a:t>Network Transform</a:t>
            </a:r>
            <a:r>
              <a:rPr dirty="0"/>
              <a:t>: : </a:t>
            </a:r>
            <a:r>
              <a:rPr sz="3300" dirty="0">
                <a:latin typeface="Source Sans Pro Semibold"/>
                <a:ea typeface="Source Sans Pro Semibold"/>
                <a:cs typeface="Source Sans Pro Semibold"/>
                <a:sym typeface="Source Sans Pro Semibold"/>
              </a:rPr>
              <a:t>CHEAT SHEET</a:t>
            </a:r>
            <a:r>
              <a:rPr dirty="0"/>
              <a:t> </a:t>
            </a:r>
          </a:p>
        </p:txBody>
      </p:sp>
      <p:sp>
        <p:nvSpPr>
          <p:cNvPr id="384" name="Layout Suggestions">
            <a:extLst>
              <a:ext uri="{FF2B5EF4-FFF2-40B4-BE49-F238E27FC236}">
                <a16:creationId xmlns:a16="http://schemas.microsoft.com/office/drawing/2014/main" id="{1856C885-C762-EA29-DEE8-353301736E04}"/>
              </a:ext>
            </a:extLst>
          </p:cNvPr>
          <p:cNvSpPr txBox="1"/>
          <p:nvPr/>
        </p:nvSpPr>
        <p:spPr>
          <a:xfrm>
            <a:off x="275721" y="1459299"/>
            <a:ext cx="1349729"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t>About</a:t>
            </a:r>
            <a:endParaRPr dirty="0"/>
          </a:p>
        </p:txBody>
      </p:sp>
      <p:pic>
        <p:nvPicPr>
          <p:cNvPr id="8" name="Picture 7" descr="A picture containing text&#10;&#10;Description automatically generated">
            <a:extLst>
              <a:ext uri="{FF2B5EF4-FFF2-40B4-BE49-F238E27FC236}">
                <a16:creationId xmlns:a16="http://schemas.microsoft.com/office/drawing/2014/main" id="{A3A9F83E-F577-61F5-105B-D6D4A6617C3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214310" y="122459"/>
            <a:ext cx="1443262" cy="1676046"/>
          </a:xfrm>
          <a:prstGeom prst="rect">
            <a:avLst/>
          </a:prstGeom>
        </p:spPr>
      </p:pic>
      <p:sp>
        <p:nvSpPr>
          <p:cNvPr id="501" name="TextBox 500">
            <a:extLst>
              <a:ext uri="{FF2B5EF4-FFF2-40B4-BE49-F238E27FC236}">
                <a16:creationId xmlns:a16="http://schemas.microsoft.com/office/drawing/2014/main" id="{1E5FB569-EE96-B7E4-DB8F-5EC55F8C7298}"/>
              </a:ext>
            </a:extLst>
          </p:cNvPr>
          <p:cNvSpPr txBox="1"/>
          <p:nvPr/>
        </p:nvSpPr>
        <p:spPr>
          <a:xfrm>
            <a:off x="274319" y="1737360"/>
            <a:ext cx="3284761" cy="1428515"/>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latin typeface="Source Sans Pro" panose="020B0503030403020204" pitchFamily="34" charset="0"/>
                <a:ea typeface="Source Sans Pro" panose="020B0503030403020204" pitchFamily="34" charset="0"/>
              </a:rPr>
              <a:t>Raw project data (git logs, mailing lists, issue trackers) is parsed and transformed into S3 (R's object-oriented system) graph objects encoding directionality and weight. Functions like projections, exports, and community detection automatically dispatch the correct behavior regardless of the data origin.</a:t>
            </a:r>
            <a:endParaRPr kumimoji="0" lang="en-US" b="0" i="0" u="none" strike="noStrike" cap="none" spc="0" normalizeH="0" baseline="0" dirty="0">
              <a:ln>
                <a:noFill/>
              </a:ln>
              <a:solidFill>
                <a:srgbClr val="4C4C4C"/>
              </a:solidFill>
              <a:effectLst/>
              <a:uFillTx/>
              <a:latin typeface="Source Sans Pro" panose="020B0503030403020204" pitchFamily="34" charset="0"/>
              <a:ea typeface="Source Sans Pro" panose="020B0503030403020204" pitchFamily="34" charset="0"/>
              <a:sym typeface="Source Sans Pro"/>
            </a:endParaRPr>
          </a:p>
        </p:txBody>
      </p:sp>
      <p:sp>
        <p:nvSpPr>
          <p:cNvPr id="424" name="Layout Suggestions">
            <a:extLst>
              <a:ext uri="{FF2B5EF4-FFF2-40B4-BE49-F238E27FC236}">
                <a16:creationId xmlns:a16="http://schemas.microsoft.com/office/drawing/2014/main" id="{31F5D6FC-5F28-C1E8-5658-737BD006C869}"/>
              </a:ext>
            </a:extLst>
          </p:cNvPr>
          <p:cNvSpPr txBox="1"/>
          <p:nvPr/>
        </p:nvSpPr>
        <p:spPr>
          <a:xfrm>
            <a:off x="4937760" y="1463040"/>
            <a:ext cx="3892248"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t>Network Transform Pipeline</a:t>
            </a:r>
            <a:endParaRPr dirty="0"/>
          </a:p>
        </p:txBody>
      </p:sp>
      <p:cxnSp>
        <p:nvCxnSpPr>
          <p:cNvPr id="510" name="Elbow Connector 509">
            <a:extLst>
              <a:ext uri="{FF2B5EF4-FFF2-40B4-BE49-F238E27FC236}">
                <a16:creationId xmlns:a16="http://schemas.microsoft.com/office/drawing/2014/main" id="{DFCAB21C-E372-3BB9-0691-DAB4CCB53D90}"/>
              </a:ext>
            </a:extLst>
          </p:cNvPr>
          <p:cNvCxnSpPr>
            <a:cxnSpLocks/>
            <a:endCxn id="6" idx="1"/>
          </p:cNvCxnSpPr>
          <p:nvPr/>
        </p:nvCxnSpPr>
        <p:spPr>
          <a:xfrm flipV="1">
            <a:off x="8102322" y="1629314"/>
            <a:ext cx="1773198" cy="3659017"/>
          </a:xfrm>
          <a:prstGeom prst="bentConnector3">
            <a:avLst>
              <a:gd name="adj1" fmla="val 50000"/>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23" name="Elbow Connector 322">
            <a:extLst>
              <a:ext uri="{FF2B5EF4-FFF2-40B4-BE49-F238E27FC236}">
                <a16:creationId xmlns:a16="http://schemas.microsoft.com/office/drawing/2014/main" id="{998F88E3-8B9A-845B-992F-F6E5BE57CFC8}"/>
              </a:ext>
            </a:extLst>
          </p:cNvPr>
          <p:cNvCxnSpPr>
            <a:cxnSpLocks/>
          </p:cNvCxnSpPr>
          <p:nvPr/>
        </p:nvCxnSpPr>
        <p:spPr>
          <a:xfrm rot="16200000" flipV="1">
            <a:off x="4535143" y="8290411"/>
            <a:ext cx="1440967" cy="4431"/>
          </a:xfrm>
          <a:prstGeom prst="bentConnector3">
            <a:avLst>
              <a:gd name="adj1" fmla="val 50000"/>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326" name="Manipulate Variables">
            <a:extLst>
              <a:ext uri="{FF2B5EF4-FFF2-40B4-BE49-F238E27FC236}">
                <a16:creationId xmlns:a16="http://schemas.microsoft.com/office/drawing/2014/main" id="{F75CADA6-EE35-6583-06D2-1CE22B34358E}"/>
              </a:ext>
            </a:extLst>
          </p:cNvPr>
          <p:cNvSpPr txBox="1"/>
          <p:nvPr/>
        </p:nvSpPr>
        <p:spPr>
          <a:xfrm>
            <a:off x="274320" y="7315200"/>
            <a:ext cx="1825821"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Transformers</a:t>
            </a:r>
            <a:endParaRPr dirty="0"/>
          </a:p>
        </p:txBody>
      </p:sp>
      <p:sp>
        <p:nvSpPr>
          <p:cNvPr id="342" name="Create a visual hierarchy. Help users navigate the page with titles, subtitles, and subsubtitles">
            <a:extLst>
              <a:ext uri="{FF2B5EF4-FFF2-40B4-BE49-F238E27FC236}">
                <a16:creationId xmlns:a16="http://schemas.microsoft.com/office/drawing/2014/main" id="{55D58BD5-6722-613B-83DE-BD1DE9E5DFF1}"/>
              </a:ext>
            </a:extLst>
          </p:cNvPr>
          <p:cNvSpPr txBox="1"/>
          <p:nvPr/>
        </p:nvSpPr>
        <p:spPr>
          <a:xfrm>
            <a:off x="274320" y="7589520"/>
            <a:ext cx="3546143" cy="25421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dirty="0">
                <a:latin typeface="Source Sans Pro" panose="020B0503030403020204" pitchFamily="34" charset="0"/>
                <a:ea typeface="Source Sans Pro" panose="020B0503030403020204" pitchFamily="34" charset="0"/>
              </a:rPr>
              <a:t>Transform functions construct S3 graph objects from parsed tables by defining nodes, edges, and relationships.</a:t>
            </a: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endParaRPr lang="en-US" dirty="0">
              <a:latin typeface="Source Sans Pro" panose="020B0503030403020204" pitchFamily="34" charset="0"/>
              <a:ea typeface="Source Sans Pro" panose="020B0503030403020204" pitchFamily="34" charset="0"/>
              <a:sym typeface="Source Sans Pro"/>
            </a:endParaRPr>
          </a:p>
          <a:p>
            <a:r>
              <a:rPr lang="en-US" sz="1300" dirty="0"/>
              <a:t>1. transform_gitlog_to_bipartite_network()</a:t>
            </a:r>
          </a:p>
          <a:p>
            <a:r>
              <a:rPr lang="en-US" b="0" dirty="0"/>
              <a:t>Git Log commit table → bipartite graph.</a:t>
            </a:r>
          </a:p>
          <a:p>
            <a:r>
              <a:rPr lang="en-US" sz="1300" dirty="0"/>
              <a:t>2. transform_gitlog_to_multimodal_network()</a:t>
            </a:r>
          </a:p>
          <a:p>
            <a:r>
              <a:rPr lang="en-US" b="0" dirty="0"/>
              <a:t>Git Log commit table → multimodal graph.</a:t>
            </a:r>
          </a:p>
          <a:p>
            <a:r>
              <a:rPr lang="en-US" sz="1300" dirty="0"/>
              <a:t>3. transform_gitlog_to_temporal_network()</a:t>
            </a:r>
          </a:p>
          <a:p>
            <a:r>
              <a:rPr lang="en-US" b="0" dirty="0"/>
              <a:t>Git Log commit table → temporal projection graph.</a:t>
            </a:r>
          </a:p>
          <a:p>
            <a:r>
              <a:rPr lang="en-US" sz="1300" dirty="0"/>
              <a:t>4. transform_reply_to_bipartite_network()</a:t>
            </a:r>
          </a:p>
          <a:p>
            <a:r>
              <a:rPr lang="en-US" b="0" dirty="0"/>
              <a:t>Reply table → person-issue bipartite graph.</a:t>
            </a:r>
          </a:p>
        </p:txBody>
      </p:sp>
      <p:sp>
        <p:nvSpPr>
          <p:cNvPr id="421" name="Manipulate Variables">
            <a:extLst>
              <a:ext uri="{FF2B5EF4-FFF2-40B4-BE49-F238E27FC236}">
                <a16:creationId xmlns:a16="http://schemas.microsoft.com/office/drawing/2014/main" id="{99CE0211-A19C-046E-1E72-FC791D482B0F}"/>
              </a:ext>
            </a:extLst>
          </p:cNvPr>
          <p:cNvSpPr txBox="1"/>
          <p:nvPr/>
        </p:nvSpPr>
        <p:spPr>
          <a:xfrm>
            <a:off x="9875520" y="8321040"/>
            <a:ext cx="3693319"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External Weight Integration</a:t>
            </a:r>
            <a:endParaRPr dirty="0"/>
          </a:p>
        </p:txBody>
      </p:sp>
      <p:sp>
        <p:nvSpPr>
          <p:cNvPr id="426" name="TextBox 425">
            <a:extLst>
              <a:ext uri="{FF2B5EF4-FFF2-40B4-BE49-F238E27FC236}">
                <a16:creationId xmlns:a16="http://schemas.microsoft.com/office/drawing/2014/main" id="{820ACDF8-44EC-8014-FFC0-EA38C73D8B9E}"/>
              </a:ext>
            </a:extLst>
          </p:cNvPr>
          <p:cNvSpPr txBox="1"/>
          <p:nvPr/>
        </p:nvSpPr>
        <p:spPr>
          <a:xfrm>
            <a:off x="9875520" y="8595360"/>
            <a:ext cx="4138222" cy="138234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latin typeface="Source Sans Pro" panose="020B0503030403020204" pitchFamily="34" charset="0"/>
                <a:ea typeface="Source Sans Pro" panose="020B0503030403020204" pitchFamily="34" charset="0"/>
              </a:rPr>
              <a:t>Any numeric value — such as sentiment scores or custom weight schemes — can be assigned as edge weights without modifying any existing transforms.</a:t>
            </a:r>
          </a:p>
          <a:p>
            <a:endParaRPr kumimoji="0" lang="en-US" b="0" i="0" u="none" strike="noStrike" cap="none" spc="0" normalizeH="0" baseline="0" dirty="0">
              <a:ln>
                <a:noFill/>
              </a:ln>
              <a:solidFill>
                <a:srgbClr val="4C4C4C"/>
              </a:solidFill>
              <a:effectLst/>
              <a:uFillTx/>
              <a:latin typeface="Source Sans Pro" panose="020B0503030403020204" pitchFamily="34" charset="0"/>
              <a:ea typeface="Source Sans Pro" panose="020B0503030403020204" pitchFamily="34" charset="0"/>
              <a:sym typeface="Source Sans Pro"/>
            </a:endParaRPr>
          </a:p>
          <a:p>
            <a:r>
              <a:rPr lang="en-US" sz="1300" dirty="0"/>
              <a:t>1. transform_reply_to_bipartite_network(</a:t>
            </a:r>
            <a:r>
              <a:rPr lang="en-US" sz="1400" dirty="0">
                <a:solidFill>
                  <a:schemeClr val="accent1"/>
                </a:solidFill>
              </a:rPr>
              <a:t>weight</a:t>
            </a:r>
            <a:r>
              <a:rPr lang="en-US" sz="1300" dirty="0"/>
              <a:t>, …)</a:t>
            </a:r>
          </a:p>
          <a:p>
            <a:r>
              <a:rPr lang="en-US" sz="1300" dirty="0"/>
              <a:t>2. transform_gitlog_to_bipartite_network(</a:t>
            </a:r>
            <a:r>
              <a:rPr lang="en-US" sz="1400" dirty="0">
                <a:solidFill>
                  <a:schemeClr val="accent1"/>
                </a:solidFill>
              </a:rPr>
              <a:t>weight</a:t>
            </a:r>
            <a:r>
              <a:rPr lang="en-US" sz="1300" dirty="0"/>
              <a:t>, …)</a:t>
            </a:r>
          </a:p>
        </p:txBody>
      </p:sp>
      <p:sp>
        <p:nvSpPr>
          <p:cNvPr id="6" name="Manipulate Variables">
            <a:extLst>
              <a:ext uri="{FF2B5EF4-FFF2-40B4-BE49-F238E27FC236}">
                <a16:creationId xmlns:a16="http://schemas.microsoft.com/office/drawing/2014/main" id="{0014FFB3-4ED5-E300-8065-D16AE4ED3F2D}"/>
              </a:ext>
            </a:extLst>
          </p:cNvPr>
          <p:cNvSpPr txBox="1"/>
          <p:nvPr/>
        </p:nvSpPr>
        <p:spPr>
          <a:xfrm>
            <a:off x="9875520" y="1459299"/>
            <a:ext cx="2644955"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Graph Constructors</a:t>
            </a:r>
            <a:endParaRPr dirty="0"/>
          </a:p>
        </p:txBody>
      </p:sp>
      <p:sp>
        <p:nvSpPr>
          <p:cNvPr id="10" name="Manipulate Variables">
            <a:extLst>
              <a:ext uri="{FF2B5EF4-FFF2-40B4-BE49-F238E27FC236}">
                <a16:creationId xmlns:a16="http://schemas.microsoft.com/office/drawing/2014/main" id="{8E709234-6137-89C0-6619-4023A46F12D6}"/>
              </a:ext>
            </a:extLst>
          </p:cNvPr>
          <p:cNvSpPr txBox="1"/>
          <p:nvPr/>
        </p:nvSpPr>
        <p:spPr>
          <a:xfrm>
            <a:off x="9875520" y="3566160"/>
            <a:ext cx="1808187"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S3 Functions</a:t>
            </a:r>
            <a:endParaRPr dirty="0"/>
          </a:p>
        </p:txBody>
      </p:sp>
      <p:sp>
        <p:nvSpPr>
          <p:cNvPr id="488" name="Manipulate Variables">
            <a:extLst>
              <a:ext uri="{FF2B5EF4-FFF2-40B4-BE49-F238E27FC236}">
                <a16:creationId xmlns:a16="http://schemas.microsoft.com/office/drawing/2014/main" id="{E94307BD-35B2-6218-FE4D-B66B93922991}"/>
              </a:ext>
            </a:extLst>
          </p:cNvPr>
          <p:cNvSpPr txBox="1"/>
          <p:nvPr/>
        </p:nvSpPr>
        <p:spPr>
          <a:xfrm>
            <a:off x="274320" y="5029200"/>
            <a:ext cx="1017907"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Parsers</a:t>
            </a:r>
            <a:endParaRPr dirty="0"/>
          </a:p>
        </p:txBody>
      </p:sp>
      <p:sp>
        <p:nvSpPr>
          <p:cNvPr id="2" name="TextBox 1">
            <a:extLst>
              <a:ext uri="{FF2B5EF4-FFF2-40B4-BE49-F238E27FC236}">
                <a16:creationId xmlns:a16="http://schemas.microsoft.com/office/drawing/2014/main" id="{5CE0FF26-1D49-3AA3-5F67-736E02DE5DD2}"/>
              </a:ext>
            </a:extLst>
          </p:cNvPr>
          <p:cNvSpPr txBox="1"/>
          <p:nvPr/>
        </p:nvSpPr>
        <p:spPr>
          <a:xfrm>
            <a:off x="9875520" y="1737360"/>
            <a:ext cx="4177348" cy="158753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t>A graph structure generalizes different types of graphs, regardless of their data source.</a:t>
            </a:r>
          </a:p>
          <a:p>
            <a:endParaRPr lang="en-US" dirty="0"/>
          </a:p>
          <a:p>
            <a:r>
              <a:rPr lang="en-US" sz="1300" dirty="0"/>
              <a:t>1. model_unimodal_graph()</a:t>
            </a:r>
          </a:p>
          <a:p>
            <a:r>
              <a:rPr lang="en-US" b="0" dirty="0"/>
              <a:t>Represents a unimodal graph.</a:t>
            </a:r>
            <a:endParaRPr lang="en-US" dirty="0"/>
          </a:p>
          <a:p>
            <a:r>
              <a:rPr lang="en-US" sz="1300" dirty="0"/>
              <a:t>2. model_multimodal_graph()</a:t>
            </a:r>
          </a:p>
          <a:p>
            <a:r>
              <a:rPr lang="en-US" b="0" dirty="0"/>
              <a:t>Represents a multimodal graph.</a:t>
            </a:r>
          </a:p>
        </p:txBody>
      </p:sp>
      <p:cxnSp>
        <p:nvCxnSpPr>
          <p:cNvPr id="43" name="Elbow Connector 42">
            <a:extLst>
              <a:ext uri="{FF2B5EF4-FFF2-40B4-BE49-F238E27FC236}">
                <a16:creationId xmlns:a16="http://schemas.microsoft.com/office/drawing/2014/main" id="{A14F4577-5EE2-777B-3F06-674B422D2125}"/>
              </a:ext>
            </a:extLst>
          </p:cNvPr>
          <p:cNvCxnSpPr>
            <a:cxnSpLocks/>
            <a:stCxn id="257" idx="3"/>
          </p:cNvCxnSpPr>
          <p:nvPr/>
        </p:nvCxnSpPr>
        <p:spPr>
          <a:xfrm flipV="1">
            <a:off x="7241179" y="6345871"/>
            <a:ext cx="2634341" cy="2382326"/>
          </a:xfrm>
          <a:prstGeom prst="bentConnector3">
            <a:avLst>
              <a:gd name="adj1" fmla="val 86338"/>
            </a:avLst>
          </a:prstGeom>
          <a:noFill/>
          <a:ln w="127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90" name="Elbow Connector 489">
            <a:extLst>
              <a:ext uri="{FF2B5EF4-FFF2-40B4-BE49-F238E27FC236}">
                <a16:creationId xmlns:a16="http://schemas.microsoft.com/office/drawing/2014/main" id="{C03C9053-D83B-DD91-A291-3B5F6CF55EED}"/>
              </a:ext>
            </a:extLst>
          </p:cNvPr>
          <p:cNvCxnSpPr>
            <a:cxnSpLocks/>
            <a:endCxn id="10" idx="1"/>
          </p:cNvCxnSpPr>
          <p:nvPr/>
        </p:nvCxnSpPr>
        <p:spPr>
          <a:xfrm flipV="1">
            <a:off x="9277609" y="3736175"/>
            <a:ext cx="597911" cy="3238528"/>
          </a:xfrm>
          <a:prstGeom prst="bentConnector3">
            <a:avLst>
              <a:gd name="adj1" fmla="val 21325"/>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grpSp>
        <p:nvGrpSpPr>
          <p:cNvPr id="267" name="Google Shape;156;p1">
            <a:extLst>
              <a:ext uri="{FF2B5EF4-FFF2-40B4-BE49-F238E27FC236}">
                <a16:creationId xmlns:a16="http://schemas.microsoft.com/office/drawing/2014/main" id="{18045561-5248-6B9E-5EEA-261241053D36}"/>
              </a:ext>
            </a:extLst>
          </p:cNvPr>
          <p:cNvGrpSpPr/>
          <p:nvPr/>
        </p:nvGrpSpPr>
        <p:grpSpPr>
          <a:xfrm>
            <a:off x="5817574" y="4638565"/>
            <a:ext cx="2196419" cy="1216823"/>
            <a:chOff x="10592773" y="5229745"/>
            <a:chExt cx="3298954" cy="1741391"/>
          </a:xfrm>
          <a:solidFill>
            <a:schemeClr val="tx1"/>
          </a:solidFill>
        </p:grpSpPr>
        <p:sp>
          <p:nvSpPr>
            <p:cNvPr id="268" name="Google Shape;157;p1">
              <a:extLst>
                <a:ext uri="{FF2B5EF4-FFF2-40B4-BE49-F238E27FC236}">
                  <a16:creationId xmlns:a16="http://schemas.microsoft.com/office/drawing/2014/main" id="{54552331-46D3-0FA8-333D-288F28C3AFFE}"/>
                </a:ext>
              </a:extLst>
            </p:cNvPr>
            <p:cNvSpPr/>
            <p:nvPr/>
          </p:nvSpPr>
          <p:spPr>
            <a:xfrm>
              <a:off x="12237743" y="5550161"/>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69" name="Google Shape;158;p1">
              <a:extLst>
                <a:ext uri="{FF2B5EF4-FFF2-40B4-BE49-F238E27FC236}">
                  <a16:creationId xmlns:a16="http://schemas.microsoft.com/office/drawing/2014/main" id="{A0BCDE1A-7690-86E5-C9A6-6B585FEF5771}"/>
                </a:ext>
              </a:extLst>
            </p:cNvPr>
            <p:cNvSpPr/>
            <p:nvPr/>
          </p:nvSpPr>
          <p:spPr>
            <a:xfrm>
              <a:off x="12990609" y="5398089"/>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0" name="Google Shape;159;p1">
              <a:extLst>
                <a:ext uri="{FF2B5EF4-FFF2-40B4-BE49-F238E27FC236}">
                  <a16:creationId xmlns:a16="http://schemas.microsoft.com/office/drawing/2014/main" id="{3B831A4F-29D1-174D-9857-D0EBC56F9AD8}"/>
                </a:ext>
              </a:extLst>
            </p:cNvPr>
            <p:cNvSpPr/>
            <p:nvPr/>
          </p:nvSpPr>
          <p:spPr>
            <a:xfrm>
              <a:off x="13329043" y="5229745"/>
              <a:ext cx="192300" cy="198000"/>
            </a:xfrm>
            <a:prstGeom prst="ellipse">
              <a:avLst/>
            </a:prstGeom>
            <a:solidFill>
              <a:schemeClr val="accent3"/>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1" name="Google Shape;160;p1">
              <a:extLst>
                <a:ext uri="{FF2B5EF4-FFF2-40B4-BE49-F238E27FC236}">
                  <a16:creationId xmlns:a16="http://schemas.microsoft.com/office/drawing/2014/main" id="{73FA720D-8968-E5A8-6BBD-3B6BC59A0C26}"/>
                </a:ext>
              </a:extLst>
            </p:cNvPr>
            <p:cNvSpPr/>
            <p:nvPr/>
          </p:nvSpPr>
          <p:spPr>
            <a:xfrm>
              <a:off x="13317282" y="5522084"/>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2" name="Google Shape;161;p1">
              <a:extLst>
                <a:ext uri="{FF2B5EF4-FFF2-40B4-BE49-F238E27FC236}">
                  <a16:creationId xmlns:a16="http://schemas.microsoft.com/office/drawing/2014/main" id="{E1F1C868-1D16-CE50-8BFB-4D40F3F693FA}"/>
                </a:ext>
              </a:extLst>
            </p:cNvPr>
            <p:cNvSpPr/>
            <p:nvPr/>
          </p:nvSpPr>
          <p:spPr>
            <a:xfrm>
              <a:off x="13699427" y="5306906"/>
              <a:ext cx="192300" cy="198000"/>
            </a:xfrm>
            <a:prstGeom prst="ellipse">
              <a:avLst/>
            </a:prstGeom>
            <a:solidFill>
              <a:schemeClr val="accent3"/>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3" name="Google Shape;162;p1">
              <a:extLst>
                <a:ext uri="{FF2B5EF4-FFF2-40B4-BE49-F238E27FC236}">
                  <a16:creationId xmlns:a16="http://schemas.microsoft.com/office/drawing/2014/main" id="{41AAB4E3-5956-EE97-68AB-DEC640932BF3}"/>
                </a:ext>
              </a:extLst>
            </p:cNvPr>
            <p:cNvSpPr/>
            <p:nvPr/>
          </p:nvSpPr>
          <p:spPr>
            <a:xfrm>
              <a:off x="12990598" y="5644267"/>
              <a:ext cx="192300" cy="198000"/>
            </a:xfrm>
            <a:prstGeom prst="ellipse">
              <a:avLst/>
            </a:prstGeom>
            <a:solidFill>
              <a:schemeClr val="accent3"/>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4" name="Google Shape;163;p1">
              <a:extLst>
                <a:ext uri="{FF2B5EF4-FFF2-40B4-BE49-F238E27FC236}">
                  <a16:creationId xmlns:a16="http://schemas.microsoft.com/office/drawing/2014/main" id="{8A9874ED-A094-1AEE-E024-827AD3F6C7FF}"/>
                </a:ext>
              </a:extLst>
            </p:cNvPr>
            <p:cNvSpPr/>
            <p:nvPr/>
          </p:nvSpPr>
          <p:spPr>
            <a:xfrm>
              <a:off x="13261106" y="6564434"/>
              <a:ext cx="328200" cy="3369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5" name="Google Shape;164;p1">
              <a:extLst>
                <a:ext uri="{FF2B5EF4-FFF2-40B4-BE49-F238E27FC236}">
                  <a16:creationId xmlns:a16="http://schemas.microsoft.com/office/drawing/2014/main" id="{5711C7E3-DBB7-E54A-FC0C-889516F55391}"/>
                </a:ext>
              </a:extLst>
            </p:cNvPr>
            <p:cNvSpPr/>
            <p:nvPr/>
          </p:nvSpPr>
          <p:spPr>
            <a:xfrm>
              <a:off x="12889483" y="6773136"/>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6" name="Google Shape;165;p1">
              <a:extLst>
                <a:ext uri="{FF2B5EF4-FFF2-40B4-BE49-F238E27FC236}">
                  <a16:creationId xmlns:a16="http://schemas.microsoft.com/office/drawing/2014/main" id="{21933E35-07F1-EAAC-B67E-2E1DB8A9F9F3}"/>
                </a:ext>
              </a:extLst>
            </p:cNvPr>
            <p:cNvSpPr/>
            <p:nvPr/>
          </p:nvSpPr>
          <p:spPr>
            <a:xfrm>
              <a:off x="13324166" y="6099152"/>
              <a:ext cx="192300" cy="198000"/>
            </a:xfrm>
            <a:prstGeom prst="ellipse">
              <a:avLst/>
            </a:prstGeom>
            <a:solidFill>
              <a:schemeClr val="accent3"/>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7" name="Google Shape;166;p1">
              <a:extLst>
                <a:ext uri="{FF2B5EF4-FFF2-40B4-BE49-F238E27FC236}">
                  <a16:creationId xmlns:a16="http://schemas.microsoft.com/office/drawing/2014/main" id="{B67BB974-F656-63E4-0DD7-DF4E8A63CB71}"/>
                </a:ext>
              </a:extLst>
            </p:cNvPr>
            <p:cNvSpPr/>
            <p:nvPr/>
          </p:nvSpPr>
          <p:spPr>
            <a:xfrm>
              <a:off x="11468140" y="5576165"/>
              <a:ext cx="305700" cy="308400"/>
            </a:xfrm>
            <a:prstGeom prst="ellipse">
              <a:avLst/>
            </a:prstGeom>
            <a:solidFill>
              <a:schemeClr val="accent3"/>
            </a:solidFill>
            <a:ln w="179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8" name="Google Shape;167;p1">
              <a:extLst>
                <a:ext uri="{FF2B5EF4-FFF2-40B4-BE49-F238E27FC236}">
                  <a16:creationId xmlns:a16="http://schemas.microsoft.com/office/drawing/2014/main" id="{58CF31F0-4479-F15A-6B57-90361F2D594F}"/>
                </a:ext>
              </a:extLst>
            </p:cNvPr>
            <p:cNvSpPr/>
            <p:nvPr/>
          </p:nvSpPr>
          <p:spPr>
            <a:xfrm>
              <a:off x="10719482" y="5925385"/>
              <a:ext cx="192300" cy="198000"/>
            </a:xfrm>
            <a:prstGeom prst="ellipse">
              <a:avLst/>
            </a:prstGeom>
            <a:solidFill>
              <a:schemeClr val="accent3"/>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9" name="Google Shape;168;p1">
              <a:extLst>
                <a:ext uri="{FF2B5EF4-FFF2-40B4-BE49-F238E27FC236}">
                  <a16:creationId xmlns:a16="http://schemas.microsoft.com/office/drawing/2014/main" id="{66ECBFCD-FE1C-D4A6-DBAE-2D9ED5DCEFEF}"/>
                </a:ext>
              </a:extLst>
            </p:cNvPr>
            <p:cNvSpPr/>
            <p:nvPr/>
          </p:nvSpPr>
          <p:spPr>
            <a:xfrm>
              <a:off x="11061232" y="5405652"/>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80" name="Google Shape;169;p1">
              <a:extLst>
                <a:ext uri="{FF2B5EF4-FFF2-40B4-BE49-F238E27FC236}">
                  <a16:creationId xmlns:a16="http://schemas.microsoft.com/office/drawing/2014/main" id="{531D460B-47F8-833F-71E5-F674537B35A9}"/>
                </a:ext>
              </a:extLst>
            </p:cNvPr>
            <p:cNvSpPr/>
            <p:nvPr/>
          </p:nvSpPr>
          <p:spPr>
            <a:xfrm>
              <a:off x="10592773" y="6139937"/>
              <a:ext cx="274500" cy="276300"/>
            </a:xfrm>
            <a:prstGeom prst="ellipse">
              <a:avLst/>
            </a:prstGeom>
            <a:solidFill>
              <a:schemeClr val="accent3"/>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81" name="Google Shape;170;p1">
              <a:extLst>
                <a:ext uri="{FF2B5EF4-FFF2-40B4-BE49-F238E27FC236}">
                  <a16:creationId xmlns:a16="http://schemas.microsoft.com/office/drawing/2014/main" id="{82D338D3-2FC6-FB21-3D05-F027C9BB0913}"/>
                </a:ext>
              </a:extLst>
            </p:cNvPr>
            <p:cNvSpPr/>
            <p:nvPr/>
          </p:nvSpPr>
          <p:spPr>
            <a:xfrm>
              <a:off x="11037864" y="6333062"/>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82" name="Google Shape;171;p1">
              <a:extLst>
                <a:ext uri="{FF2B5EF4-FFF2-40B4-BE49-F238E27FC236}">
                  <a16:creationId xmlns:a16="http://schemas.microsoft.com/office/drawing/2014/main" id="{22658F48-C1AB-EC4E-3A70-AA6A28992CF5}"/>
                </a:ext>
              </a:extLst>
            </p:cNvPr>
            <p:cNvSpPr/>
            <p:nvPr/>
          </p:nvSpPr>
          <p:spPr>
            <a:xfrm>
              <a:off x="11449106" y="6300040"/>
              <a:ext cx="553500" cy="567900"/>
            </a:xfrm>
            <a:prstGeom prst="ellipse">
              <a:avLst/>
            </a:prstGeom>
            <a:solidFill>
              <a:schemeClr val="accent3"/>
            </a:solidFill>
            <a:ln w="26900"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283" name="Google Shape;172;p1">
              <a:extLst>
                <a:ext uri="{FF2B5EF4-FFF2-40B4-BE49-F238E27FC236}">
                  <a16:creationId xmlns:a16="http://schemas.microsoft.com/office/drawing/2014/main" id="{ED6EB3AE-52E9-265B-AB20-9A30DDA14D24}"/>
                </a:ext>
              </a:extLst>
            </p:cNvPr>
            <p:cNvCxnSpPr>
              <a:stCxn id="268" idx="2"/>
              <a:endCxn id="277" idx="6"/>
            </p:cNvCxnSpPr>
            <p:nvPr/>
          </p:nvCxnSpPr>
          <p:spPr>
            <a:xfrm flipH="1">
              <a:off x="11773943" y="5649161"/>
              <a:ext cx="463800" cy="813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84" name="Google Shape;173;p1">
              <a:extLst>
                <a:ext uri="{FF2B5EF4-FFF2-40B4-BE49-F238E27FC236}">
                  <a16:creationId xmlns:a16="http://schemas.microsoft.com/office/drawing/2014/main" id="{7227FC1C-ED1C-7DD5-BAA6-0E223A5B281B}"/>
                </a:ext>
              </a:extLst>
            </p:cNvPr>
            <p:cNvCxnSpPr>
              <a:stCxn id="277" idx="2"/>
              <a:endCxn id="296" idx="6"/>
            </p:cNvCxnSpPr>
            <p:nvPr/>
          </p:nvCxnSpPr>
          <p:spPr>
            <a:xfrm flipH="1">
              <a:off x="11113540" y="5730365"/>
              <a:ext cx="354600" cy="306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85" name="Google Shape;175;p1">
              <a:extLst>
                <a:ext uri="{FF2B5EF4-FFF2-40B4-BE49-F238E27FC236}">
                  <a16:creationId xmlns:a16="http://schemas.microsoft.com/office/drawing/2014/main" id="{99D9DEED-229C-3943-25AB-7CAB45C675C3}"/>
                </a:ext>
              </a:extLst>
            </p:cNvPr>
            <p:cNvCxnSpPr>
              <a:stCxn id="282" idx="1"/>
              <a:endCxn id="293" idx="5"/>
            </p:cNvCxnSpPr>
            <p:nvPr/>
          </p:nvCxnSpPr>
          <p:spPr>
            <a:xfrm rot="10800000">
              <a:off x="11390064" y="6170507"/>
              <a:ext cx="140100" cy="2127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86" name="Google Shape;177;p1">
              <a:extLst>
                <a:ext uri="{FF2B5EF4-FFF2-40B4-BE49-F238E27FC236}">
                  <a16:creationId xmlns:a16="http://schemas.microsoft.com/office/drawing/2014/main" id="{385BA638-F705-6DBF-C59D-2AE3DB6AD591}"/>
                </a:ext>
              </a:extLst>
            </p:cNvPr>
            <p:cNvCxnSpPr>
              <a:stCxn id="282" idx="2"/>
              <a:endCxn id="281" idx="5"/>
            </p:cNvCxnSpPr>
            <p:nvPr/>
          </p:nvCxnSpPr>
          <p:spPr>
            <a:xfrm rot="10800000">
              <a:off x="11201906" y="6502090"/>
              <a:ext cx="247200" cy="819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87" name="Google Shape;178;p1">
              <a:extLst>
                <a:ext uri="{FF2B5EF4-FFF2-40B4-BE49-F238E27FC236}">
                  <a16:creationId xmlns:a16="http://schemas.microsoft.com/office/drawing/2014/main" id="{6A3812F0-B828-DB2E-E240-0AF2623D63B6}"/>
                </a:ext>
              </a:extLst>
            </p:cNvPr>
            <p:cNvCxnSpPr>
              <a:stCxn id="281" idx="2"/>
              <a:endCxn id="280" idx="6"/>
            </p:cNvCxnSpPr>
            <p:nvPr/>
          </p:nvCxnSpPr>
          <p:spPr>
            <a:xfrm rot="10800000">
              <a:off x="10867164" y="6278162"/>
              <a:ext cx="170700" cy="1539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88" name="Google Shape;179;p1">
              <a:extLst>
                <a:ext uri="{FF2B5EF4-FFF2-40B4-BE49-F238E27FC236}">
                  <a16:creationId xmlns:a16="http://schemas.microsoft.com/office/drawing/2014/main" id="{FAE34449-49D7-E7A4-E92D-8201A8AD8417}"/>
                </a:ext>
              </a:extLst>
            </p:cNvPr>
            <p:cNvCxnSpPr>
              <a:stCxn id="293" idx="2"/>
              <a:endCxn id="278" idx="5"/>
            </p:cNvCxnSpPr>
            <p:nvPr/>
          </p:nvCxnSpPr>
          <p:spPr>
            <a:xfrm rot="10800000">
              <a:off x="10883737" y="6094319"/>
              <a:ext cx="342300" cy="63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89" name="Google Shape;180;p1">
              <a:extLst>
                <a:ext uri="{FF2B5EF4-FFF2-40B4-BE49-F238E27FC236}">
                  <a16:creationId xmlns:a16="http://schemas.microsoft.com/office/drawing/2014/main" id="{54AB2807-B931-D0A2-4D3C-4F69ECC6584B}"/>
                </a:ext>
              </a:extLst>
            </p:cNvPr>
            <p:cNvCxnSpPr>
              <a:stCxn id="277" idx="1"/>
              <a:endCxn id="279" idx="5"/>
            </p:cNvCxnSpPr>
            <p:nvPr/>
          </p:nvCxnSpPr>
          <p:spPr>
            <a:xfrm rot="10800000">
              <a:off x="11225509" y="5574529"/>
              <a:ext cx="287400" cy="468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90" name="Google Shape;181;p1">
              <a:extLst>
                <a:ext uri="{FF2B5EF4-FFF2-40B4-BE49-F238E27FC236}">
                  <a16:creationId xmlns:a16="http://schemas.microsoft.com/office/drawing/2014/main" id="{596EB1B6-79A5-7979-2BA5-6110B9FC28E6}"/>
                </a:ext>
              </a:extLst>
            </p:cNvPr>
            <p:cNvCxnSpPr>
              <a:stCxn id="304" idx="2"/>
              <a:endCxn id="293" idx="6"/>
            </p:cNvCxnSpPr>
            <p:nvPr/>
          </p:nvCxnSpPr>
          <p:spPr>
            <a:xfrm flipH="1">
              <a:off x="11418366" y="5897435"/>
              <a:ext cx="710100" cy="2031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91" name="Google Shape;183;p1">
              <a:extLst>
                <a:ext uri="{FF2B5EF4-FFF2-40B4-BE49-F238E27FC236}">
                  <a16:creationId xmlns:a16="http://schemas.microsoft.com/office/drawing/2014/main" id="{A51DD7CB-ED08-BB94-7A17-7AE62E245A35}"/>
                </a:ext>
              </a:extLst>
            </p:cNvPr>
            <p:cNvCxnSpPr>
              <a:stCxn id="304" idx="2"/>
              <a:endCxn id="278" idx="6"/>
            </p:cNvCxnSpPr>
            <p:nvPr/>
          </p:nvCxnSpPr>
          <p:spPr>
            <a:xfrm flipH="1">
              <a:off x="10911666" y="5897435"/>
              <a:ext cx="1216800" cy="1269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sp>
          <p:nvSpPr>
            <p:cNvPr id="293" name="Google Shape;176;p1">
              <a:extLst>
                <a:ext uri="{FF2B5EF4-FFF2-40B4-BE49-F238E27FC236}">
                  <a16:creationId xmlns:a16="http://schemas.microsoft.com/office/drawing/2014/main" id="{650FC455-6C11-8A53-4B38-F15849E364C8}"/>
                </a:ext>
              </a:extLst>
            </p:cNvPr>
            <p:cNvSpPr/>
            <p:nvPr/>
          </p:nvSpPr>
          <p:spPr>
            <a:xfrm>
              <a:off x="11226037" y="6001619"/>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294" name="Google Shape;184;p1">
              <a:extLst>
                <a:ext uri="{FF2B5EF4-FFF2-40B4-BE49-F238E27FC236}">
                  <a16:creationId xmlns:a16="http://schemas.microsoft.com/office/drawing/2014/main" id="{933C1A69-5911-ABBB-7B13-6B2D2E2D1026}"/>
                </a:ext>
              </a:extLst>
            </p:cNvPr>
            <p:cNvCxnSpPr>
              <a:stCxn id="268" idx="2"/>
              <a:endCxn id="281" idx="7"/>
            </p:cNvCxnSpPr>
            <p:nvPr/>
          </p:nvCxnSpPr>
          <p:spPr>
            <a:xfrm flipH="1">
              <a:off x="11202143" y="5649161"/>
              <a:ext cx="1035600" cy="7128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95" name="Google Shape;185;p1">
              <a:extLst>
                <a:ext uri="{FF2B5EF4-FFF2-40B4-BE49-F238E27FC236}">
                  <a16:creationId xmlns:a16="http://schemas.microsoft.com/office/drawing/2014/main" id="{472E870D-9F72-87A4-6988-2F1DF43BF5C1}"/>
                </a:ext>
              </a:extLst>
            </p:cNvPr>
            <p:cNvCxnSpPr>
              <a:stCxn id="268" idx="5"/>
              <a:endCxn id="274" idx="1"/>
            </p:cNvCxnSpPr>
            <p:nvPr/>
          </p:nvCxnSpPr>
          <p:spPr>
            <a:xfrm>
              <a:off x="12401881" y="5719165"/>
              <a:ext cx="907200" cy="8946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sp>
          <p:nvSpPr>
            <p:cNvPr id="296" name="Google Shape;174;p1">
              <a:extLst>
                <a:ext uri="{FF2B5EF4-FFF2-40B4-BE49-F238E27FC236}">
                  <a16:creationId xmlns:a16="http://schemas.microsoft.com/office/drawing/2014/main" id="{B61C10B4-5174-4D26-247E-8C745AC8D29D}"/>
                </a:ext>
              </a:extLst>
            </p:cNvPr>
            <p:cNvSpPr/>
            <p:nvPr/>
          </p:nvSpPr>
          <p:spPr>
            <a:xfrm>
              <a:off x="10921235" y="5662025"/>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297" name="Google Shape;186;p1">
              <a:extLst>
                <a:ext uri="{FF2B5EF4-FFF2-40B4-BE49-F238E27FC236}">
                  <a16:creationId xmlns:a16="http://schemas.microsoft.com/office/drawing/2014/main" id="{D5B33E92-DA0F-DC34-902A-F05E028BE438}"/>
                </a:ext>
              </a:extLst>
            </p:cNvPr>
            <p:cNvCxnSpPr>
              <a:stCxn id="304" idx="2"/>
              <a:endCxn id="281" idx="6"/>
            </p:cNvCxnSpPr>
            <p:nvPr/>
          </p:nvCxnSpPr>
          <p:spPr>
            <a:xfrm flipH="1">
              <a:off x="11230266" y="5897435"/>
              <a:ext cx="898200" cy="5346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98" name="Google Shape;187;p1">
              <a:extLst>
                <a:ext uri="{FF2B5EF4-FFF2-40B4-BE49-F238E27FC236}">
                  <a16:creationId xmlns:a16="http://schemas.microsoft.com/office/drawing/2014/main" id="{71112CF3-7C27-86BE-DDA1-9B62760B4369}"/>
                </a:ext>
              </a:extLst>
            </p:cNvPr>
            <p:cNvCxnSpPr>
              <a:stCxn id="302" idx="6"/>
              <a:endCxn id="273" idx="2"/>
            </p:cNvCxnSpPr>
            <p:nvPr/>
          </p:nvCxnSpPr>
          <p:spPr>
            <a:xfrm rot="10800000" flipH="1">
              <a:off x="12553633" y="5743151"/>
              <a:ext cx="437100" cy="199800"/>
            </a:xfrm>
            <a:prstGeom prst="straightConnector1">
              <a:avLst/>
            </a:prstGeom>
            <a:grpFill/>
            <a:ln w="9525" cap="flat" cmpd="sng">
              <a:solidFill>
                <a:schemeClr val="bg2">
                  <a:lumMod val="10000"/>
                </a:schemeClr>
              </a:solidFill>
              <a:prstDash val="solid"/>
              <a:round/>
              <a:headEnd type="none" w="sm" len="sm"/>
              <a:tailEnd type="stealth" w="med" len="med"/>
            </a:ln>
          </p:spPr>
        </p:cxnSp>
        <p:cxnSp>
          <p:nvCxnSpPr>
            <p:cNvPr id="299" name="Google Shape;189;p1">
              <a:extLst>
                <a:ext uri="{FF2B5EF4-FFF2-40B4-BE49-F238E27FC236}">
                  <a16:creationId xmlns:a16="http://schemas.microsoft.com/office/drawing/2014/main" id="{B854F44F-7709-44FD-4D83-675909B4C2BD}"/>
                </a:ext>
              </a:extLst>
            </p:cNvPr>
            <p:cNvCxnSpPr>
              <a:stCxn id="273" idx="7"/>
              <a:endCxn id="271" idx="2"/>
            </p:cNvCxnSpPr>
            <p:nvPr/>
          </p:nvCxnSpPr>
          <p:spPr>
            <a:xfrm rot="10800000" flipH="1">
              <a:off x="13154736" y="5621063"/>
              <a:ext cx="162600" cy="522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300" name="Google Shape;190;p1">
              <a:extLst>
                <a:ext uri="{FF2B5EF4-FFF2-40B4-BE49-F238E27FC236}">
                  <a16:creationId xmlns:a16="http://schemas.microsoft.com/office/drawing/2014/main" id="{84929643-4E1D-3C39-C5BE-6E8DE2673432}"/>
                </a:ext>
              </a:extLst>
            </p:cNvPr>
            <p:cNvCxnSpPr>
              <a:stCxn id="271" idx="6"/>
              <a:endCxn id="272" idx="2"/>
            </p:cNvCxnSpPr>
            <p:nvPr/>
          </p:nvCxnSpPr>
          <p:spPr>
            <a:xfrm rot="10800000" flipH="1">
              <a:off x="13509582" y="5405984"/>
              <a:ext cx="189900" cy="2151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301" name="Google Shape;191;p1">
              <a:extLst>
                <a:ext uri="{FF2B5EF4-FFF2-40B4-BE49-F238E27FC236}">
                  <a16:creationId xmlns:a16="http://schemas.microsoft.com/office/drawing/2014/main" id="{24AB6306-1C1C-5701-C363-428D5C228A24}"/>
                </a:ext>
              </a:extLst>
            </p:cNvPr>
            <p:cNvCxnSpPr>
              <a:stCxn id="268" idx="6"/>
              <a:endCxn id="269" idx="2"/>
            </p:cNvCxnSpPr>
            <p:nvPr/>
          </p:nvCxnSpPr>
          <p:spPr>
            <a:xfrm rot="10800000" flipH="1">
              <a:off x="12430043" y="5497061"/>
              <a:ext cx="560700" cy="1521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sp>
          <p:nvSpPr>
            <p:cNvPr id="302" name="Google Shape;188;p1">
              <a:extLst>
                <a:ext uri="{FF2B5EF4-FFF2-40B4-BE49-F238E27FC236}">
                  <a16:creationId xmlns:a16="http://schemas.microsoft.com/office/drawing/2014/main" id="{48D63EE5-8038-546D-EDD6-6361757EF6A2}"/>
                </a:ext>
              </a:extLst>
            </p:cNvPr>
            <p:cNvSpPr/>
            <p:nvPr/>
          </p:nvSpPr>
          <p:spPr>
            <a:xfrm>
              <a:off x="12361333" y="5843951"/>
              <a:ext cx="192300" cy="198000"/>
            </a:xfrm>
            <a:prstGeom prst="ellipse">
              <a:avLst/>
            </a:prstGeom>
            <a:solidFill>
              <a:schemeClr val="accent3"/>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303" name="Google Shape;192;p1">
              <a:extLst>
                <a:ext uri="{FF2B5EF4-FFF2-40B4-BE49-F238E27FC236}">
                  <a16:creationId xmlns:a16="http://schemas.microsoft.com/office/drawing/2014/main" id="{B4D8DFF9-FEF3-05D7-68AC-0058C4BFED09}"/>
                </a:ext>
              </a:extLst>
            </p:cNvPr>
            <p:cNvCxnSpPr>
              <a:stCxn id="269" idx="7"/>
              <a:endCxn id="270" idx="2"/>
            </p:cNvCxnSpPr>
            <p:nvPr/>
          </p:nvCxnSpPr>
          <p:spPr>
            <a:xfrm rot="10800000" flipH="1">
              <a:off x="13154747" y="5328685"/>
              <a:ext cx="174300" cy="984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sp>
          <p:nvSpPr>
            <p:cNvPr id="304" name="Google Shape;182;p1">
              <a:extLst>
                <a:ext uri="{FF2B5EF4-FFF2-40B4-BE49-F238E27FC236}">
                  <a16:creationId xmlns:a16="http://schemas.microsoft.com/office/drawing/2014/main" id="{E88DEE90-494A-408D-66F5-806521D53906}"/>
                </a:ext>
              </a:extLst>
            </p:cNvPr>
            <p:cNvSpPr/>
            <p:nvPr/>
          </p:nvSpPr>
          <p:spPr>
            <a:xfrm>
              <a:off x="12128466" y="5798435"/>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305" name="Google Shape;193;p1">
              <a:extLst>
                <a:ext uri="{FF2B5EF4-FFF2-40B4-BE49-F238E27FC236}">
                  <a16:creationId xmlns:a16="http://schemas.microsoft.com/office/drawing/2014/main" id="{3688776A-AF25-BAE2-592F-1291244036A1}"/>
                </a:ext>
              </a:extLst>
            </p:cNvPr>
            <p:cNvCxnSpPr>
              <a:stCxn id="282" idx="6"/>
              <a:endCxn id="274" idx="2"/>
            </p:cNvCxnSpPr>
            <p:nvPr/>
          </p:nvCxnSpPr>
          <p:spPr>
            <a:xfrm>
              <a:off x="12002606" y="6583990"/>
              <a:ext cx="1258500" cy="148800"/>
            </a:xfrm>
            <a:prstGeom prst="straightConnector1">
              <a:avLst/>
            </a:prstGeom>
            <a:grpFill/>
            <a:ln>
              <a:solidFill>
                <a:schemeClr val="bg2">
                  <a:lumMod val="10000"/>
                </a:schemeClr>
              </a:solidFill>
              <a:headEnd type="stealth" w="med" len="med"/>
              <a:tailEnd type="none" w="sm" len="sm"/>
            </a:ln>
          </p:spPr>
          <p:style>
            <a:lnRef idx="1">
              <a:schemeClr val="dk1"/>
            </a:lnRef>
            <a:fillRef idx="0">
              <a:schemeClr val="dk1"/>
            </a:fillRef>
            <a:effectRef idx="0">
              <a:schemeClr val="dk1"/>
            </a:effectRef>
            <a:fontRef idx="minor">
              <a:schemeClr val="tx1"/>
            </a:fontRef>
          </p:style>
        </p:cxnSp>
        <p:cxnSp>
          <p:nvCxnSpPr>
            <p:cNvPr id="306" name="Google Shape;194;p1">
              <a:extLst>
                <a:ext uri="{FF2B5EF4-FFF2-40B4-BE49-F238E27FC236}">
                  <a16:creationId xmlns:a16="http://schemas.microsoft.com/office/drawing/2014/main" id="{6EFD1596-1702-925D-597C-457F2522B729}"/>
                </a:ext>
              </a:extLst>
            </p:cNvPr>
            <p:cNvCxnSpPr>
              <a:stCxn id="275" idx="1"/>
              <a:endCxn id="277" idx="5"/>
            </p:cNvCxnSpPr>
            <p:nvPr/>
          </p:nvCxnSpPr>
          <p:spPr>
            <a:xfrm rot="10800000">
              <a:off x="11729045" y="5839432"/>
              <a:ext cx="1188600" cy="9627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307" name="Google Shape;195;p1">
              <a:extLst>
                <a:ext uri="{FF2B5EF4-FFF2-40B4-BE49-F238E27FC236}">
                  <a16:creationId xmlns:a16="http://schemas.microsoft.com/office/drawing/2014/main" id="{66B0DF4D-C23C-CA31-7404-083C44800AE5}"/>
                </a:ext>
              </a:extLst>
            </p:cNvPr>
            <p:cNvCxnSpPr>
              <a:stCxn id="304" idx="3"/>
              <a:endCxn id="282" idx="7"/>
            </p:cNvCxnSpPr>
            <p:nvPr/>
          </p:nvCxnSpPr>
          <p:spPr>
            <a:xfrm flipH="1">
              <a:off x="11921428" y="5967439"/>
              <a:ext cx="235200" cy="4158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308" name="Google Shape;196;p1">
              <a:extLst>
                <a:ext uri="{FF2B5EF4-FFF2-40B4-BE49-F238E27FC236}">
                  <a16:creationId xmlns:a16="http://schemas.microsoft.com/office/drawing/2014/main" id="{8456EA32-79EE-EB20-0481-8529D1C5504F}"/>
                </a:ext>
              </a:extLst>
            </p:cNvPr>
            <p:cNvCxnSpPr>
              <a:stCxn id="302" idx="5"/>
              <a:endCxn id="275" idx="1"/>
            </p:cNvCxnSpPr>
            <p:nvPr/>
          </p:nvCxnSpPr>
          <p:spPr>
            <a:xfrm>
              <a:off x="12525471" y="6012955"/>
              <a:ext cx="392100" cy="789300"/>
            </a:xfrm>
            <a:prstGeom prst="straightConnector1">
              <a:avLst/>
            </a:prstGeom>
            <a:grpFill/>
            <a:ln w="9525" cap="flat" cmpd="sng">
              <a:solidFill>
                <a:schemeClr val="bg2">
                  <a:lumMod val="10000"/>
                </a:schemeClr>
              </a:solidFill>
              <a:prstDash val="solid"/>
              <a:round/>
              <a:headEnd type="none" w="sm" len="sm"/>
              <a:tailEnd type="stealth" w="med" len="med"/>
            </a:ln>
          </p:spPr>
        </p:cxnSp>
        <p:cxnSp>
          <p:nvCxnSpPr>
            <p:cNvPr id="309" name="Google Shape;197;p1">
              <a:extLst>
                <a:ext uri="{FF2B5EF4-FFF2-40B4-BE49-F238E27FC236}">
                  <a16:creationId xmlns:a16="http://schemas.microsoft.com/office/drawing/2014/main" id="{113B8ABF-13D8-B77B-142A-57F5664FDCD4}"/>
                </a:ext>
              </a:extLst>
            </p:cNvPr>
            <p:cNvCxnSpPr>
              <a:stCxn id="268" idx="6"/>
              <a:endCxn id="273" idx="2"/>
            </p:cNvCxnSpPr>
            <p:nvPr/>
          </p:nvCxnSpPr>
          <p:spPr>
            <a:xfrm>
              <a:off x="12430043" y="5649161"/>
              <a:ext cx="560700" cy="942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310" name="Google Shape;198;p1">
              <a:extLst>
                <a:ext uri="{FF2B5EF4-FFF2-40B4-BE49-F238E27FC236}">
                  <a16:creationId xmlns:a16="http://schemas.microsoft.com/office/drawing/2014/main" id="{8CD19273-F677-FF98-4EA2-884DDE9B7E04}"/>
                </a:ext>
              </a:extLst>
            </p:cNvPr>
            <p:cNvCxnSpPr>
              <a:stCxn id="302" idx="6"/>
              <a:endCxn id="276" idx="2"/>
            </p:cNvCxnSpPr>
            <p:nvPr/>
          </p:nvCxnSpPr>
          <p:spPr>
            <a:xfrm>
              <a:off x="12553633" y="5942951"/>
              <a:ext cx="770400" cy="255300"/>
            </a:xfrm>
            <a:prstGeom prst="straightConnector1">
              <a:avLst/>
            </a:prstGeom>
            <a:grpFill/>
            <a:ln w="9525" cap="flat" cmpd="sng">
              <a:solidFill>
                <a:schemeClr val="bg2">
                  <a:lumMod val="10000"/>
                </a:schemeClr>
              </a:solidFill>
              <a:prstDash val="solid"/>
              <a:round/>
              <a:headEnd type="none" w="sm" len="sm"/>
              <a:tailEnd type="stealth" w="med" len="med"/>
            </a:ln>
          </p:spPr>
        </p:cxnSp>
        <p:cxnSp>
          <p:nvCxnSpPr>
            <p:cNvPr id="311" name="Google Shape;199;p1">
              <a:extLst>
                <a:ext uri="{FF2B5EF4-FFF2-40B4-BE49-F238E27FC236}">
                  <a16:creationId xmlns:a16="http://schemas.microsoft.com/office/drawing/2014/main" id="{E1EE0C15-85D1-56EC-AC87-C897AAB43270}"/>
                </a:ext>
              </a:extLst>
            </p:cNvPr>
            <p:cNvCxnSpPr>
              <a:stCxn id="302" idx="3"/>
              <a:endCxn id="282" idx="7"/>
            </p:cNvCxnSpPr>
            <p:nvPr/>
          </p:nvCxnSpPr>
          <p:spPr>
            <a:xfrm flipH="1">
              <a:off x="11921495" y="6012955"/>
              <a:ext cx="468000" cy="370200"/>
            </a:xfrm>
            <a:prstGeom prst="straightConnector1">
              <a:avLst/>
            </a:prstGeom>
            <a:grpFill/>
            <a:ln w="9525" cap="flat" cmpd="sng">
              <a:solidFill>
                <a:schemeClr val="bg2">
                  <a:lumMod val="10000"/>
                </a:schemeClr>
              </a:solidFill>
              <a:prstDash val="solid"/>
              <a:round/>
              <a:headEnd type="none" w="sm" len="sm"/>
              <a:tailEnd type="stealth" w="med" len="med"/>
            </a:ln>
          </p:spPr>
        </p:cxnSp>
        <p:cxnSp>
          <p:nvCxnSpPr>
            <p:cNvPr id="315" name="Google Shape;200;p1">
              <a:extLst>
                <a:ext uri="{FF2B5EF4-FFF2-40B4-BE49-F238E27FC236}">
                  <a16:creationId xmlns:a16="http://schemas.microsoft.com/office/drawing/2014/main" id="{2434E894-00F8-6D0B-F814-75D3DE96271B}"/>
                </a:ext>
              </a:extLst>
            </p:cNvPr>
            <p:cNvCxnSpPr>
              <a:stCxn id="302" idx="6"/>
              <a:endCxn id="274" idx="1"/>
            </p:cNvCxnSpPr>
            <p:nvPr/>
          </p:nvCxnSpPr>
          <p:spPr>
            <a:xfrm>
              <a:off x="12553633" y="5942951"/>
              <a:ext cx="755400" cy="670800"/>
            </a:xfrm>
            <a:prstGeom prst="straightConnector1">
              <a:avLst/>
            </a:prstGeom>
            <a:grpFill/>
            <a:ln w="17925" cap="flat" cmpd="sng">
              <a:solidFill>
                <a:schemeClr val="bg2">
                  <a:lumMod val="10000"/>
                </a:schemeClr>
              </a:solidFill>
              <a:prstDash val="solid"/>
              <a:round/>
              <a:headEnd type="none" w="sm" len="sm"/>
              <a:tailEnd type="stealth" w="med" len="med"/>
            </a:ln>
          </p:spPr>
        </p:cxnSp>
      </p:grpSp>
      <p:graphicFrame>
        <p:nvGraphicFramePr>
          <p:cNvPr id="12" name="Table">
            <a:extLst>
              <a:ext uri="{FF2B5EF4-FFF2-40B4-BE49-F238E27FC236}">
                <a16:creationId xmlns:a16="http://schemas.microsoft.com/office/drawing/2014/main" id="{F3B74C47-8E57-7113-D679-4DAAE92BD90B}"/>
              </a:ext>
            </a:extLst>
          </p:cNvPr>
          <p:cNvGraphicFramePr/>
          <p:nvPr/>
        </p:nvGraphicFramePr>
        <p:xfrm>
          <a:off x="5367268" y="2834640"/>
          <a:ext cx="627864"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4"/>
                  </a:ext>
                </a:extLst>
              </a:tr>
            </a:tbl>
          </a:graphicData>
        </a:graphic>
      </p:graphicFrame>
      <p:graphicFrame>
        <p:nvGraphicFramePr>
          <p:cNvPr id="13" name="Table">
            <a:extLst>
              <a:ext uri="{FF2B5EF4-FFF2-40B4-BE49-F238E27FC236}">
                <a16:creationId xmlns:a16="http://schemas.microsoft.com/office/drawing/2014/main" id="{DADA5906-3592-9816-64FC-B0010ED85D98}"/>
              </a:ext>
            </a:extLst>
          </p:cNvPr>
          <p:cNvGraphicFramePr/>
          <p:nvPr/>
        </p:nvGraphicFramePr>
        <p:xfrm>
          <a:off x="5217803" y="3657600"/>
          <a:ext cx="418576"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graphicFrame>
        <p:nvGraphicFramePr>
          <p:cNvPr id="15" name="Table">
            <a:extLst>
              <a:ext uri="{FF2B5EF4-FFF2-40B4-BE49-F238E27FC236}">
                <a16:creationId xmlns:a16="http://schemas.microsoft.com/office/drawing/2014/main" id="{B4FC565C-F254-CCCD-2ADE-3C0C3821D71C}"/>
              </a:ext>
            </a:extLst>
          </p:cNvPr>
          <p:cNvGraphicFramePr/>
          <p:nvPr/>
        </p:nvGraphicFramePr>
        <p:xfrm>
          <a:off x="6614203" y="2834640"/>
          <a:ext cx="627864"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4"/>
                  </a:ext>
                </a:extLst>
              </a:tr>
            </a:tbl>
          </a:graphicData>
        </a:graphic>
      </p:graphicFrame>
      <p:graphicFrame>
        <p:nvGraphicFramePr>
          <p:cNvPr id="18" name="Table">
            <a:extLst>
              <a:ext uri="{FF2B5EF4-FFF2-40B4-BE49-F238E27FC236}">
                <a16:creationId xmlns:a16="http://schemas.microsoft.com/office/drawing/2014/main" id="{8C8051AA-9F53-EA97-4E5A-A59D0CB39AE2}"/>
              </a:ext>
            </a:extLst>
          </p:cNvPr>
          <p:cNvGraphicFramePr/>
          <p:nvPr/>
        </p:nvGraphicFramePr>
        <p:xfrm>
          <a:off x="7890671" y="2834640"/>
          <a:ext cx="627864"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4"/>
                  </a:ext>
                </a:extLst>
              </a:tr>
            </a:tbl>
          </a:graphicData>
        </a:graphic>
      </p:graphicFrame>
      <p:sp>
        <p:nvSpPr>
          <p:cNvPr id="20" name="TextBox 19">
            <a:extLst>
              <a:ext uri="{FF2B5EF4-FFF2-40B4-BE49-F238E27FC236}">
                <a16:creationId xmlns:a16="http://schemas.microsoft.com/office/drawing/2014/main" id="{F26A3036-A36B-CA8B-6B51-C5DF511AD78C}"/>
              </a:ext>
            </a:extLst>
          </p:cNvPr>
          <p:cNvSpPr txBox="1"/>
          <p:nvPr/>
        </p:nvSpPr>
        <p:spPr>
          <a:xfrm>
            <a:off x="6659605" y="2309615"/>
            <a:ext cx="512359" cy="23644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.json</a:t>
            </a:r>
            <a:endParaRPr kumimoji="0" lang="en-US" sz="1000" b="0" i="0" u="none" strike="noStrike" cap="none" spc="0" normalizeH="0" baseline="0" dirty="0">
              <a:ln>
                <a:noFill/>
              </a:ln>
              <a:solidFill>
                <a:srgbClr val="4C4C4C"/>
              </a:solidFill>
              <a:effectLst/>
              <a:uFillTx/>
              <a:sym typeface="Source Sans Pro"/>
            </a:endParaRPr>
          </a:p>
        </p:txBody>
      </p:sp>
      <p:pic>
        <p:nvPicPr>
          <p:cNvPr id="21" name="Graphic 20" descr="Paper outline">
            <a:extLst>
              <a:ext uri="{FF2B5EF4-FFF2-40B4-BE49-F238E27FC236}">
                <a16:creationId xmlns:a16="http://schemas.microsoft.com/office/drawing/2014/main" id="{E67EDABD-FC17-7C05-41F7-A23BA6FCBC9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700650" y="1920240"/>
            <a:ext cx="430268" cy="430268"/>
          </a:xfrm>
          <a:prstGeom prst="rect">
            <a:avLst/>
          </a:prstGeom>
        </p:spPr>
      </p:pic>
      <p:sp>
        <p:nvSpPr>
          <p:cNvPr id="24" name="TextBox 23">
            <a:extLst>
              <a:ext uri="{FF2B5EF4-FFF2-40B4-BE49-F238E27FC236}">
                <a16:creationId xmlns:a16="http://schemas.microsoft.com/office/drawing/2014/main" id="{3D670835-619F-5D77-AB37-177F9C44CD46}"/>
              </a:ext>
            </a:extLst>
          </p:cNvPr>
          <p:cNvSpPr txBox="1"/>
          <p:nvPr/>
        </p:nvSpPr>
        <p:spPr>
          <a:xfrm>
            <a:off x="7942729" y="2295378"/>
            <a:ext cx="512359" cy="23644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.mbox</a:t>
            </a:r>
            <a:endParaRPr kumimoji="0" lang="en-US" sz="1000" b="0" i="0" u="none" strike="noStrike" cap="none" spc="0" normalizeH="0" baseline="0" dirty="0">
              <a:ln>
                <a:noFill/>
              </a:ln>
              <a:solidFill>
                <a:srgbClr val="4C4C4C"/>
              </a:solidFill>
              <a:effectLst/>
              <a:uFillTx/>
              <a:sym typeface="Source Sans Pro"/>
            </a:endParaRPr>
          </a:p>
        </p:txBody>
      </p:sp>
      <p:pic>
        <p:nvPicPr>
          <p:cNvPr id="25" name="Graphic 24" descr="Paper outline">
            <a:extLst>
              <a:ext uri="{FF2B5EF4-FFF2-40B4-BE49-F238E27FC236}">
                <a16:creationId xmlns:a16="http://schemas.microsoft.com/office/drawing/2014/main" id="{06BD92C0-BB4B-3FDE-DD87-B83D709226C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983775" y="1920889"/>
            <a:ext cx="430268" cy="430268"/>
          </a:xfrm>
          <a:prstGeom prst="rect">
            <a:avLst/>
          </a:prstGeom>
        </p:spPr>
      </p:pic>
      <p:pic>
        <p:nvPicPr>
          <p:cNvPr id="27" name="Graphic 26" descr="Folder outline">
            <a:extLst>
              <a:ext uri="{FF2B5EF4-FFF2-40B4-BE49-F238E27FC236}">
                <a16:creationId xmlns:a16="http://schemas.microsoft.com/office/drawing/2014/main" id="{5B949C6B-9468-1F96-366A-A893F283389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407260" y="1920240"/>
            <a:ext cx="550611" cy="550611"/>
          </a:xfrm>
          <a:prstGeom prst="rect">
            <a:avLst/>
          </a:prstGeom>
        </p:spPr>
      </p:pic>
      <p:sp>
        <p:nvSpPr>
          <p:cNvPr id="28" name="TextBox 27">
            <a:extLst>
              <a:ext uri="{FF2B5EF4-FFF2-40B4-BE49-F238E27FC236}">
                <a16:creationId xmlns:a16="http://schemas.microsoft.com/office/drawing/2014/main" id="{E5CF9B6F-70FA-89CD-2999-C2EDBDF216D8}"/>
              </a:ext>
            </a:extLst>
          </p:cNvPr>
          <p:cNvSpPr txBox="1"/>
          <p:nvPr/>
        </p:nvSpPr>
        <p:spPr>
          <a:xfrm>
            <a:off x="5422867" y="2337169"/>
            <a:ext cx="512359" cy="23644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.git</a:t>
            </a:r>
            <a:endParaRPr kumimoji="0" lang="en-US" sz="1000" b="0" i="0" u="none" strike="noStrike" cap="none" spc="0" normalizeH="0" baseline="0" dirty="0">
              <a:ln>
                <a:noFill/>
              </a:ln>
              <a:solidFill>
                <a:srgbClr val="4C4C4C"/>
              </a:solidFill>
              <a:effectLst/>
              <a:uFillTx/>
              <a:sym typeface="Source Sans Pro"/>
            </a:endParaRPr>
          </a:p>
        </p:txBody>
      </p:sp>
      <p:sp>
        <p:nvSpPr>
          <p:cNvPr id="257" name="TextBox 256">
            <a:extLst>
              <a:ext uri="{FF2B5EF4-FFF2-40B4-BE49-F238E27FC236}">
                <a16:creationId xmlns:a16="http://schemas.microsoft.com/office/drawing/2014/main" id="{0A908C0A-4109-50F9-80E5-EC728D4DA5D3}"/>
              </a:ext>
            </a:extLst>
          </p:cNvPr>
          <p:cNvSpPr txBox="1"/>
          <p:nvPr/>
        </p:nvSpPr>
        <p:spPr>
          <a:xfrm>
            <a:off x="6728820" y="8583326"/>
            <a:ext cx="512359"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.dsmj</a:t>
            </a:r>
            <a:endParaRPr kumimoji="0" lang="en-US" sz="1000" b="0" i="0" u="none" strike="noStrike" cap="none" spc="0" normalizeH="0" baseline="0" dirty="0">
              <a:ln>
                <a:noFill/>
              </a:ln>
              <a:solidFill>
                <a:srgbClr val="4C4C4C"/>
              </a:solidFill>
              <a:effectLst/>
              <a:uFillTx/>
              <a:sym typeface="Source Sans Pro"/>
            </a:endParaRPr>
          </a:p>
        </p:txBody>
      </p:sp>
      <p:pic>
        <p:nvPicPr>
          <p:cNvPr id="258" name="Graphic 257" descr="Paper outline">
            <a:extLst>
              <a:ext uri="{FF2B5EF4-FFF2-40B4-BE49-F238E27FC236}">
                <a16:creationId xmlns:a16="http://schemas.microsoft.com/office/drawing/2014/main" id="{9B09F7DE-F409-1DB6-B92D-6D157071316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769866" y="8235488"/>
            <a:ext cx="430268" cy="430268"/>
          </a:xfrm>
          <a:prstGeom prst="rect">
            <a:avLst/>
          </a:prstGeom>
        </p:spPr>
      </p:pic>
      <p:graphicFrame>
        <p:nvGraphicFramePr>
          <p:cNvPr id="430" name="Table">
            <a:extLst>
              <a:ext uri="{FF2B5EF4-FFF2-40B4-BE49-F238E27FC236}">
                <a16:creationId xmlns:a16="http://schemas.microsoft.com/office/drawing/2014/main" id="{3EE67A4E-536C-3A2C-5EC8-D708ADD43F91}"/>
              </a:ext>
            </a:extLst>
          </p:cNvPr>
          <p:cNvGraphicFramePr/>
          <p:nvPr/>
        </p:nvGraphicFramePr>
        <p:xfrm>
          <a:off x="5717228" y="3657600"/>
          <a:ext cx="418576"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graphicFrame>
        <p:nvGraphicFramePr>
          <p:cNvPr id="431" name="Table">
            <a:extLst>
              <a:ext uri="{FF2B5EF4-FFF2-40B4-BE49-F238E27FC236}">
                <a16:creationId xmlns:a16="http://schemas.microsoft.com/office/drawing/2014/main" id="{A3B733C6-D216-49AE-6047-8D4CCC952E17}"/>
              </a:ext>
            </a:extLst>
          </p:cNvPr>
          <p:cNvGraphicFramePr/>
          <p:nvPr/>
        </p:nvGraphicFramePr>
        <p:xfrm>
          <a:off x="6459637" y="3657600"/>
          <a:ext cx="418576"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graphicFrame>
        <p:nvGraphicFramePr>
          <p:cNvPr id="432" name="Table">
            <a:extLst>
              <a:ext uri="{FF2B5EF4-FFF2-40B4-BE49-F238E27FC236}">
                <a16:creationId xmlns:a16="http://schemas.microsoft.com/office/drawing/2014/main" id="{171936C4-BA0B-5F0F-BBCC-F9C913B16CE3}"/>
              </a:ext>
            </a:extLst>
          </p:cNvPr>
          <p:cNvGraphicFramePr/>
          <p:nvPr/>
        </p:nvGraphicFramePr>
        <p:xfrm>
          <a:off x="6953164" y="3659028"/>
          <a:ext cx="418576"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graphicFrame>
        <p:nvGraphicFramePr>
          <p:cNvPr id="438" name="Table">
            <a:extLst>
              <a:ext uri="{FF2B5EF4-FFF2-40B4-BE49-F238E27FC236}">
                <a16:creationId xmlns:a16="http://schemas.microsoft.com/office/drawing/2014/main" id="{0D994EB7-DC77-EF12-C6B0-9AF464B9BD13}"/>
              </a:ext>
            </a:extLst>
          </p:cNvPr>
          <p:cNvGraphicFramePr/>
          <p:nvPr/>
        </p:nvGraphicFramePr>
        <p:xfrm>
          <a:off x="7737264" y="3657600"/>
          <a:ext cx="418576"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graphicFrame>
        <p:nvGraphicFramePr>
          <p:cNvPr id="439" name="Table">
            <a:extLst>
              <a:ext uri="{FF2B5EF4-FFF2-40B4-BE49-F238E27FC236}">
                <a16:creationId xmlns:a16="http://schemas.microsoft.com/office/drawing/2014/main" id="{B71DD404-676B-B760-B0ED-36337E955362}"/>
              </a:ext>
            </a:extLst>
          </p:cNvPr>
          <p:cNvGraphicFramePr/>
          <p:nvPr/>
        </p:nvGraphicFramePr>
        <p:xfrm>
          <a:off x="8230791" y="3657600"/>
          <a:ext cx="418576"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grpSp>
        <p:nvGrpSpPr>
          <p:cNvPr id="317" name="Google Shape;156;p1">
            <a:extLst>
              <a:ext uri="{FF2B5EF4-FFF2-40B4-BE49-F238E27FC236}">
                <a16:creationId xmlns:a16="http://schemas.microsoft.com/office/drawing/2014/main" id="{5853230E-92B1-EE33-1EEA-CEB39042B9BA}"/>
              </a:ext>
            </a:extLst>
          </p:cNvPr>
          <p:cNvGrpSpPr/>
          <p:nvPr/>
        </p:nvGrpSpPr>
        <p:grpSpPr>
          <a:xfrm>
            <a:off x="7852504" y="6496126"/>
            <a:ext cx="1357791" cy="804343"/>
            <a:chOff x="10592773" y="5229745"/>
            <a:chExt cx="3298954" cy="1741391"/>
          </a:xfrm>
        </p:grpSpPr>
        <p:sp>
          <p:nvSpPr>
            <p:cNvPr id="318" name="Google Shape;157;p1">
              <a:extLst>
                <a:ext uri="{FF2B5EF4-FFF2-40B4-BE49-F238E27FC236}">
                  <a16:creationId xmlns:a16="http://schemas.microsoft.com/office/drawing/2014/main" id="{4D1B7BDF-E99E-94EE-6727-9CDEB73024A4}"/>
                </a:ext>
              </a:extLst>
            </p:cNvPr>
            <p:cNvSpPr/>
            <p:nvPr/>
          </p:nvSpPr>
          <p:spPr>
            <a:xfrm>
              <a:off x="12237743" y="5550161"/>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20" name="Google Shape;158;p1">
              <a:extLst>
                <a:ext uri="{FF2B5EF4-FFF2-40B4-BE49-F238E27FC236}">
                  <a16:creationId xmlns:a16="http://schemas.microsoft.com/office/drawing/2014/main" id="{0E8AEE1D-52BF-6BCD-53EC-5804146C77BB}"/>
                </a:ext>
              </a:extLst>
            </p:cNvPr>
            <p:cNvSpPr/>
            <p:nvPr/>
          </p:nvSpPr>
          <p:spPr>
            <a:xfrm>
              <a:off x="12990609" y="5398089"/>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21" name="Google Shape;159;p1">
              <a:extLst>
                <a:ext uri="{FF2B5EF4-FFF2-40B4-BE49-F238E27FC236}">
                  <a16:creationId xmlns:a16="http://schemas.microsoft.com/office/drawing/2014/main" id="{E5760EB1-9365-2C2C-DA48-87F44A0CC8E4}"/>
                </a:ext>
              </a:extLst>
            </p:cNvPr>
            <p:cNvSpPr/>
            <p:nvPr/>
          </p:nvSpPr>
          <p:spPr>
            <a:xfrm>
              <a:off x="13329043" y="522974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22" name="Google Shape;160;p1">
              <a:extLst>
                <a:ext uri="{FF2B5EF4-FFF2-40B4-BE49-F238E27FC236}">
                  <a16:creationId xmlns:a16="http://schemas.microsoft.com/office/drawing/2014/main" id="{C6B148D2-5008-15F3-9FAB-D1BC410ACEE8}"/>
                </a:ext>
              </a:extLst>
            </p:cNvPr>
            <p:cNvSpPr/>
            <p:nvPr/>
          </p:nvSpPr>
          <p:spPr>
            <a:xfrm>
              <a:off x="13317282" y="5522084"/>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25" name="Google Shape;161;p1">
              <a:extLst>
                <a:ext uri="{FF2B5EF4-FFF2-40B4-BE49-F238E27FC236}">
                  <a16:creationId xmlns:a16="http://schemas.microsoft.com/office/drawing/2014/main" id="{FA83203C-B7DC-1309-281E-10DE2C20EE3D}"/>
                </a:ext>
              </a:extLst>
            </p:cNvPr>
            <p:cNvSpPr/>
            <p:nvPr/>
          </p:nvSpPr>
          <p:spPr>
            <a:xfrm>
              <a:off x="13699427" y="5306906"/>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27" name="Google Shape;162;p1">
              <a:extLst>
                <a:ext uri="{FF2B5EF4-FFF2-40B4-BE49-F238E27FC236}">
                  <a16:creationId xmlns:a16="http://schemas.microsoft.com/office/drawing/2014/main" id="{97A2105D-3253-3EBA-A9D6-5F41A83169D9}"/>
                </a:ext>
              </a:extLst>
            </p:cNvPr>
            <p:cNvSpPr/>
            <p:nvPr/>
          </p:nvSpPr>
          <p:spPr>
            <a:xfrm>
              <a:off x="12990598" y="5644267"/>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28" name="Google Shape;163;p1">
              <a:extLst>
                <a:ext uri="{FF2B5EF4-FFF2-40B4-BE49-F238E27FC236}">
                  <a16:creationId xmlns:a16="http://schemas.microsoft.com/office/drawing/2014/main" id="{248AC7D7-0890-B851-A780-CBD5BC5A0E5B}"/>
                </a:ext>
              </a:extLst>
            </p:cNvPr>
            <p:cNvSpPr/>
            <p:nvPr/>
          </p:nvSpPr>
          <p:spPr>
            <a:xfrm>
              <a:off x="13261106" y="6564434"/>
              <a:ext cx="328200" cy="3369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29" name="Google Shape;164;p1">
              <a:extLst>
                <a:ext uri="{FF2B5EF4-FFF2-40B4-BE49-F238E27FC236}">
                  <a16:creationId xmlns:a16="http://schemas.microsoft.com/office/drawing/2014/main" id="{2887AF77-A682-03EA-7431-047793E2CA3D}"/>
                </a:ext>
              </a:extLst>
            </p:cNvPr>
            <p:cNvSpPr/>
            <p:nvPr/>
          </p:nvSpPr>
          <p:spPr>
            <a:xfrm>
              <a:off x="12889483" y="6773136"/>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31" name="Google Shape;165;p1">
              <a:extLst>
                <a:ext uri="{FF2B5EF4-FFF2-40B4-BE49-F238E27FC236}">
                  <a16:creationId xmlns:a16="http://schemas.microsoft.com/office/drawing/2014/main" id="{00189011-A1C4-2031-D223-22411C22992E}"/>
                </a:ext>
              </a:extLst>
            </p:cNvPr>
            <p:cNvSpPr/>
            <p:nvPr/>
          </p:nvSpPr>
          <p:spPr>
            <a:xfrm>
              <a:off x="13324166" y="6099152"/>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32" name="Google Shape;166;p1">
              <a:extLst>
                <a:ext uri="{FF2B5EF4-FFF2-40B4-BE49-F238E27FC236}">
                  <a16:creationId xmlns:a16="http://schemas.microsoft.com/office/drawing/2014/main" id="{9A27C4A5-C5AA-7630-D3D0-FF35C6BC9AA8}"/>
                </a:ext>
              </a:extLst>
            </p:cNvPr>
            <p:cNvSpPr/>
            <p:nvPr/>
          </p:nvSpPr>
          <p:spPr>
            <a:xfrm>
              <a:off x="11468140" y="5576165"/>
              <a:ext cx="305700" cy="308400"/>
            </a:xfrm>
            <a:prstGeom prst="ellipse">
              <a:avLst/>
            </a:prstGeom>
            <a:solidFill>
              <a:srgbClr val="E4E4E3"/>
            </a:solidFill>
            <a:ln w="179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33" name="Google Shape;167;p1">
              <a:extLst>
                <a:ext uri="{FF2B5EF4-FFF2-40B4-BE49-F238E27FC236}">
                  <a16:creationId xmlns:a16="http://schemas.microsoft.com/office/drawing/2014/main" id="{355ED913-8BC9-0278-EADC-12F09424E068}"/>
                </a:ext>
              </a:extLst>
            </p:cNvPr>
            <p:cNvSpPr/>
            <p:nvPr/>
          </p:nvSpPr>
          <p:spPr>
            <a:xfrm>
              <a:off x="10719482" y="592538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35" name="Google Shape;168;p1">
              <a:extLst>
                <a:ext uri="{FF2B5EF4-FFF2-40B4-BE49-F238E27FC236}">
                  <a16:creationId xmlns:a16="http://schemas.microsoft.com/office/drawing/2014/main" id="{A7A8E421-86DC-96FB-FE10-33C9AA739EEE}"/>
                </a:ext>
              </a:extLst>
            </p:cNvPr>
            <p:cNvSpPr/>
            <p:nvPr/>
          </p:nvSpPr>
          <p:spPr>
            <a:xfrm>
              <a:off x="11061232" y="5405652"/>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36" name="Google Shape;169;p1">
              <a:extLst>
                <a:ext uri="{FF2B5EF4-FFF2-40B4-BE49-F238E27FC236}">
                  <a16:creationId xmlns:a16="http://schemas.microsoft.com/office/drawing/2014/main" id="{EF0A9420-06E3-CBA4-450E-DD5D9FEC8221}"/>
                </a:ext>
              </a:extLst>
            </p:cNvPr>
            <p:cNvSpPr/>
            <p:nvPr/>
          </p:nvSpPr>
          <p:spPr>
            <a:xfrm>
              <a:off x="10592773" y="6139937"/>
              <a:ext cx="274500" cy="2763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37" name="Google Shape;170;p1">
              <a:extLst>
                <a:ext uri="{FF2B5EF4-FFF2-40B4-BE49-F238E27FC236}">
                  <a16:creationId xmlns:a16="http://schemas.microsoft.com/office/drawing/2014/main" id="{88E2DC87-46E0-6A31-1325-57CD56BF3769}"/>
                </a:ext>
              </a:extLst>
            </p:cNvPr>
            <p:cNvSpPr/>
            <p:nvPr/>
          </p:nvSpPr>
          <p:spPr>
            <a:xfrm>
              <a:off x="11037864" y="6333062"/>
              <a:ext cx="192300" cy="198000"/>
            </a:xfrm>
            <a:prstGeom prst="ellipse">
              <a:avLst/>
            </a:prstGeom>
            <a:solidFill>
              <a:srgbClr val="D9D9D9"/>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38" name="Google Shape;171;p1">
              <a:extLst>
                <a:ext uri="{FF2B5EF4-FFF2-40B4-BE49-F238E27FC236}">
                  <a16:creationId xmlns:a16="http://schemas.microsoft.com/office/drawing/2014/main" id="{5C247360-0F9D-3CD9-D58F-1C614F27CDBF}"/>
                </a:ext>
              </a:extLst>
            </p:cNvPr>
            <p:cNvSpPr/>
            <p:nvPr/>
          </p:nvSpPr>
          <p:spPr>
            <a:xfrm>
              <a:off x="11449106" y="6300040"/>
              <a:ext cx="553500" cy="567900"/>
            </a:xfrm>
            <a:prstGeom prst="ellipse">
              <a:avLst/>
            </a:prstGeom>
            <a:solidFill>
              <a:schemeClr val="bg2">
                <a:lumMod val="10000"/>
              </a:schemeClr>
            </a:solidFill>
            <a:ln w="26900"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339" name="Google Shape;172;p1">
              <a:extLst>
                <a:ext uri="{FF2B5EF4-FFF2-40B4-BE49-F238E27FC236}">
                  <a16:creationId xmlns:a16="http://schemas.microsoft.com/office/drawing/2014/main" id="{2761A7A5-83C5-3F62-3372-7DA711D3086F}"/>
                </a:ext>
              </a:extLst>
            </p:cNvPr>
            <p:cNvCxnSpPr>
              <a:stCxn id="318" idx="2"/>
              <a:endCxn id="332" idx="6"/>
            </p:cNvCxnSpPr>
            <p:nvPr/>
          </p:nvCxnSpPr>
          <p:spPr>
            <a:xfrm flipH="1">
              <a:off x="11773943" y="5649161"/>
              <a:ext cx="463800" cy="81300"/>
            </a:xfrm>
            <a:prstGeom prst="straightConnector1">
              <a:avLst/>
            </a:prstGeom>
            <a:noFill/>
            <a:ln w="9525" cap="flat" cmpd="sng">
              <a:solidFill>
                <a:srgbClr val="CCCCCC"/>
              </a:solidFill>
              <a:prstDash val="solid"/>
              <a:round/>
              <a:headEnd type="none" w="sm" len="sm"/>
              <a:tailEnd type="stealth" w="med" len="med"/>
            </a:ln>
          </p:spPr>
        </p:cxnSp>
        <p:cxnSp>
          <p:nvCxnSpPr>
            <p:cNvPr id="340" name="Google Shape;173;p1">
              <a:extLst>
                <a:ext uri="{FF2B5EF4-FFF2-40B4-BE49-F238E27FC236}">
                  <a16:creationId xmlns:a16="http://schemas.microsoft.com/office/drawing/2014/main" id="{5C7F7EC2-5CBE-28A7-952B-28E5C652E2E9}"/>
                </a:ext>
              </a:extLst>
            </p:cNvPr>
            <p:cNvCxnSpPr>
              <a:stCxn id="332" idx="2"/>
              <a:endCxn id="353" idx="6"/>
            </p:cNvCxnSpPr>
            <p:nvPr/>
          </p:nvCxnSpPr>
          <p:spPr>
            <a:xfrm flipH="1">
              <a:off x="11113540" y="5730365"/>
              <a:ext cx="354600" cy="30600"/>
            </a:xfrm>
            <a:prstGeom prst="straightConnector1">
              <a:avLst/>
            </a:prstGeom>
            <a:noFill/>
            <a:ln w="9525" cap="flat" cmpd="sng">
              <a:solidFill>
                <a:srgbClr val="CCCCCC"/>
              </a:solidFill>
              <a:prstDash val="solid"/>
              <a:round/>
              <a:headEnd type="none" w="sm" len="sm"/>
              <a:tailEnd type="stealth" w="med" len="med"/>
            </a:ln>
          </p:spPr>
        </p:cxnSp>
        <p:cxnSp>
          <p:nvCxnSpPr>
            <p:cNvPr id="343" name="Google Shape;175;p1">
              <a:extLst>
                <a:ext uri="{FF2B5EF4-FFF2-40B4-BE49-F238E27FC236}">
                  <a16:creationId xmlns:a16="http://schemas.microsoft.com/office/drawing/2014/main" id="{C997B4F4-0994-FADE-7619-1045A7FDD1FC}"/>
                </a:ext>
              </a:extLst>
            </p:cNvPr>
            <p:cNvCxnSpPr>
              <a:stCxn id="338" idx="1"/>
              <a:endCxn id="350" idx="5"/>
            </p:cNvCxnSpPr>
            <p:nvPr/>
          </p:nvCxnSpPr>
          <p:spPr>
            <a:xfrm rot="10800000">
              <a:off x="11390064" y="6170507"/>
              <a:ext cx="140100" cy="212700"/>
            </a:xfrm>
            <a:prstGeom prst="straightConnector1">
              <a:avLst/>
            </a:prstGeom>
            <a:noFill/>
            <a:ln w="9525" cap="flat" cmpd="sng">
              <a:solidFill>
                <a:srgbClr val="CCCCCC"/>
              </a:solidFill>
              <a:prstDash val="solid"/>
              <a:round/>
              <a:headEnd type="none" w="sm" len="sm"/>
              <a:tailEnd type="stealth" w="med" len="med"/>
            </a:ln>
          </p:spPr>
        </p:cxnSp>
        <p:cxnSp>
          <p:nvCxnSpPr>
            <p:cNvPr id="344" name="Google Shape;177;p1">
              <a:extLst>
                <a:ext uri="{FF2B5EF4-FFF2-40B4-BE49-F238E27FC236}">
                  <a16:creationId xmlns:a16="http://schemas.microsoft.com/office/drawing/2014/main" id="{94D31331-90A1-CC52-FAD4-4A0959DCCF27}"/>
                </a:ext>
              </a:extLst>
            </p:cNvPr>
            <p:cNvCxnSpPr>
              <a:stCxn id="338" idx="2"/>
              <a:endCxn id="337" idx="5"/>
            </p:cNvCxnSpPr>
            <p:nvPr/>
          </p:nvCxnSpPr>
          <p:spPr>
            <a:xfrm rot="10800000">
              <a:off x="11201906" y="6502090"/>
              <a:ext cx="247200" cy="81900"/>
            </a:xfrm>
            <a:prstGeom prst="straightConnector1">
              <a:avLst/>
            </a:prstGeom>
            <a:noFill/>
            <a:ln w="9525" cap="flat" cmpd="sng">
              <a:solidFill>
                <a:srgbClr val="CCCCCC"/>
              </a:solidFill>
              <a:prstDash val="solid"/>
              <a:round/>
              <a:headEnd type="none" w="sm" len="sm"/>
              <a:tailEnd type="stealth" w="med" len="med"/>
            </a:ln>
          </p:spPr>
        </p:cxnSp>
        <p:cxnSp>
          <p:nvCxnSpPr>
            <p:cNvPr id="345" name="Google Shape;178;p1">
              <a:extLst>
                <a:ext uri="{FF2B5EF4-FFF2-40B4-BE49-F238E27FC236}">
                  <a16:creationId xmlns:a16="http://schemas.microsoft.com/office/drawing/2014/main" id="{12AEB95B-C26B-6868-BFEF-FEA04B2D2268}"/>
                </a:ext>
              </a:extLst>
            </p:cNvPr>
            <p:cNvCxnSpPr>
              <a:stCxn id="337" idx="2"/>
              <a:endCxn id="336" idx="6"/>
            </p:cNvCxnSpPr>
            <p:nvPr/>
          </p:nvCxnSpPr>
          <p:spPr>
            <a:xfrm rot="10800000">
              <a:off x="10867164" y="6278162"/>
              <a:ext cx="170700" cy="153900"/>
            </a:xfrm>
            <a:prstGeom prst="straightConnector1">
              <a:avLst/>
            </a:prstGeom>
            <a:noFill/>
            <a:ln w="9525" cap="flat" cmpd="sng">
              <a:solidFill>
                <a:srgbClr val="B7B7B7"/>
              </a:solidFill>
              <a:prstDash val="solid"/>
              <a:round/>
              <a:headEnd type="none" w="sm" len="sm"/>
              <a:tailEnd type="stealth" w="med" len="med"/>
            </a:ln>
          </p:spPr>
        </p:cxnSp>
        <p:cxnSp>
          <p:nvCxnSpPr>
            <p:cNvPr id="346" name="Google Shape;179;p1">
              <a:extLst>
                <a:ext uri="{FF2B5EF4-FFF2-40B4-BE49-F238E27FC236}">
                  <a16:creationId xmlns:a16="http://schemas.microsoft.com/office/drawing/2014/main" id="{E0A53A3C-5878-3F61-5388-B193440D94AC}"/>
                </a:ext>
              </a:extLst>
            </p:cNvPr>
            <p:cNvCxnSpPr>
              <a:stCxn id="350" idx="2"/>
              <a:endCxn id="333" idx="5"/>
            </p:cNvCxnSpPr>
            <p:nvPr/>
          </p:nvCxnSpPr>
          <p:spPr>
            <a:xfrm rot="10800000">
              <a:off x="10883737" y="6094319"/>
              <a:ext cx="342300" cy="6300"/>
            </a:xfrm>
            <a:prstGeom prst="straightConnector1">
              <a:avLst/>
            </a:prstGeom>
            <a:noFill/>
            <a:ln w="9525" cap="flat" cmpd="sng">
              <a:solidFill>
                <a:srgbClr val="CCCCCC"/>
              </a:solidFill>
              <a:prstDash val="solid"/>
              <a:round/>
              <a:headEnd type="none" w="sm" len="sm"/>
              <a:tailEnd type="stealth" w="med" len="med"/>
            </a:ln>
          </p:spPr>
        </p:cxnSp>
        <p:cxnSp>
          <p:nvCxnSpPr>
            <p:cNvPr id="347" name="Google Shape;180;p1">
              <a:extLst>
                <a:ext uri="{FF2B5EF4-FFF2-40B4-BE49-F238E27FC236}">
                  <a16:creationId xmlns:a16="http://schemas.microsoft.com/office/drawing/2014/main" id="{103D88E7-26E3-0498-85B1-43CF8AE68C12}"/>
                </a:ext>
              </a:extLst>
            </p:cNvPr>
            <p:cNvCxnSpPr>
              <a:stCxn id="332" idx="1"/>
              <a:endCxn id="335" idx="5"/>
            </p:cNvCxnSpPr>
            <p:nvPr/>
          </p:nvCxnSpPr>
          <p:spPr>
            <a:xfrm rot="10800000">
              <a:off x="11225509" y="5574529"/>
              <a:ext cx="287400" cy="46800"/>
            </a:xfrm>
            <a:prstGeom prst="straightConnector1">
              <a:avLst/>
            </a:prstGeom>
            <a:noFill/>
            <a:ln w="9525" cap="flat" cmpd="sng">
              <a:solidFill>
                <a:srgbClr val="CCCCCC"/>
              </a:solidFill>
              <a:prstDash val="solid"/>
              <a:round/>
              <a:headEnd type="none" w="sm" len="sm"/>
              <a:tailEnd type="stealth" w="med" len="med"/>
            </a:ln>
          </p:spPr>
        </p:cxnSp>
        <p:cxnSp>
          <p:nvCxnSpPr>
            <p:cNvPr id="348" name="Google Shape;181;p1">
              <a:extLst>
                <a:ext uri="{FF2B5EF4-FFF2-40B4-BE49-F238E27FC236}">
                  <a16:creationId xmlns:a16="http://schemas.microsoft.com/office/drawing/2014/main" id="{5981A36B-69A5-4321-DB15-927ECAE46399}"/>
                </a:ext>
              </a:extLst>
            </p:cNvPr>
            <p:cNvCxnSpPr>
              <a:stCxn id="361" idx="2"/>
              <a:endCxn id="350" idx="6"/>
            </p:cNvCxnSpPr>
            <p:nvPr/>
          </p:nvCxnSpPr>
          <p:spPr>
            <a:xfrm flipH="1">
              <a:off x="11418366" y="5897435"/>
              <a:ext cx="710100" cy="203100"/>
            </a:xfrm>
            <a:prstGeom prst="straightConnector1">
              <a:avLst/>
            </a:prstGeom>
            <a:noFill/>
            <a:ln w="9525" cap="flat" cmpd="sng">
              <a:solidFill>
                <a:srgbClr val="CCCCCC"/>
              </a:solidFill>
              <a:prstDash val="solid"/>
              <a:round/>
              <a:headEnd type="none" w="sm" len="sm"/>
              <a:tailEnd type="stealth" w="med" len="med"/>
            </a:ln>
          </p:spPr>
        </p:cxnSp>
        <p:cxnSp>
          <p:nvCxnSpPr>
            <p:cNvPr id="349" name="Google Shape;183;p1">
              <a:extLst>
                <a:ext uri="{FF2B5EF4-FFF2-40B4-BE49-F238E27FC236}">
                  <a16:creationId xmlns:a16="http://schemas.microsoft.com/office/drawing/2014/main" id="{2CC902EF-0081-8E24-1641-31A818199B31}"/>
                </a:ext>
              </a:extLst>
            </p:cNvPr>
            <p:cNvCxnSpPr>
              <a:stCxn id="361" idx="2"/>
              <a:endCxn id="333" idx="6"/>
            </p:cNvCxnSpPr>
            <p:nvPr/>
          </p:nvCxnSpPr>
          <p:spPr>
            <a:xfrm flipH="1">
              <a:off x="10911666" y="5897435"/>
              <a:ext cx="1216800" cy="126900"/>
            </a:xfrm>
            <a:prstGeom prst="straightConnector1">
              <a:avLst/>
            </a:prstGeom>
            <a:noFill/>
            <a:ln w="9525" cap="flat" cmpd="sng">
              <a:solidFill>
                <a:srgbClr val="CCCCCC"/>
              </a:solidFill>
              <a:prstDash val="solid"/>
              <a:round/>
              <a:headEnd type="none" w="sm" len="sm"/>
              <a:tailEnd type="stealth" w="med" len="med"/>
            </a:ln>
          </p:spPr>
        </p:cxnSp>
        <p:sp>
          <p:nvSpPr>
            <p:cNvPr id="350" name="Google Shape;176;p1">
              <a:extLst>
                <a:ext uri="{FF2B5EF4-FFF2-40B4-BE49-F238E27FC236}">
                  <a16:creationId xmlns:a16="http://schemas.microsoft.com/office/drawing/2014/main" id="{FD6DBA50-4161-27CD-F97E-7161E6A9277C}"/>
                </a:ext>
              </a:extLst>
            </p:cNvPr>
            <p:cNvSpPr/>
            <p:nvPr/>
          </p:nvSpPr>
          <p:spPr>
            <a:xfrm>
              <a:off x="11226037" y="6001619"/>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351" name="Google Shape;184;p1">
              <a:extLst>
                <a:ext uri="{FF2B5EF4-FFF2-40B4-BE49-F238E27FC236}">
                  <a16:creationId xmlns:a16="http://schemas.microsoft.com/office/drawing/2014/main" id="{130C3C98-76B8-5033-110D-B3C76248BF9A}"/>
                </a:ext>
              </a:extLst>
            </p:cNvPr>
            <p:cNvCxnSpPr>
              <a:stCxn id="318" idx="2"/>
              <a:endCxn id="337" idx="7"/>
            </p:cNvCxnSpPr>
            <p:nvPr/>
          </p:nvCxnSpPr>
          <p:spPr>
            <a:xfrm flipH="1">
              <a:off x="11202143" y="5649161"/>
              <a:ext cx="1035600" cy="712800"/>
            </a:xfrm>
            <a:prstGeom prst="straightConnector1">
              <a:avLst/>
            </a:prstGeom>
            <a:noFill/>
            <a:ln w="9525" cap="flat" cmpd="sng">
              <a:solidFill>
                <a:srgbClr val="CCCCCC"/>
              </a:solidFill>
              <a:prstDash val="solid"/>
              <a:round/>
              <a:headEnd type="none" w="sm" len="sm"/>
              <a:tailEnd type="stealth" w="med" len="med"/>
            </a:ln>
          </p:spPr>
        </p:cxnSp>
        <p:cxnSp>
          <p:nvCxnSpPr>
            <p:cNvPr id="352" name="Google Shape;185;p1">
              <a:extLst>
                <a:ext uri="{FF2B5EF4-FFF2-40B4-BE49-F238E27FC236}">
                  <a16:creationId xmlns:a16="http://schemas.microsoft.com/office/drawing/2014/main" id="{21E0A870-728F-B4F4-9927-BBA3E1795715}"/>
                </a:ext>
              </a:extLst>
            </p:cNvPr>
            <p:cNvCxnSpPr>
              <a:stCxn id="318" idx="5"/>
              <a:endCxn id="328" idx="1"/>
            </p:cNvCxnSpPr>
            <p:nvPr/>
          </p:nvCxnSpPr>
          <p:spPr>
            <a:xfrm>
              <a:off x="12401881" y="5719165"/>
              <a:ext cx="907200" cy="894600"/>
            </a:xfrm>
            <a:prstGeom prst="straightConnector1">
              <a:avLst/>
            </a:prstGeom>
            <a:noFill/>
            <a:ln w="17925" cap="flat" cmpd="sng">
              <a:solidFill>
                <a:srgbClr val="D9D9D9"/>
              </a:solidFill>
              <a:prstDash val="solid"/>
              <a:round/>
              <a:headEnd type="none" w="sm" len="sm"/>
              <a:tailEnd type="stealth" w="med" len="med"/>
            </a:ln>
          </p:spPr>
        </p:cxnSp>
        <p:sp>
          <p:nvSpPr>
            <p:cNvPr id="353" name="Google Shape;174;p1">
              <a:extLst>
                <a:ext uri="{FF2B5EF4-FFF2-40B4-BE49-F238E27FC236}">
                  <a16:creationId xmlns:a16="http://schemas.microsoft.com/office/drawing/2014/main" id="{566BB85E-62EE-51F8-939B-B1BBF3F25444}"/>
                </a:ext>
              </a:extLst>
            </p:cNvPr>
            <p:cNvSpPr/>
            <p:nvPr/>
          </p:nvSpPr>
          <p:spPr>
            <a:xfrm>
              <a:off x="10921235" y="566202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354" name="Google Shape;186;p1">
              <a:extLst>
                <a:ext uri="{FF2B5EF4-FFF2-40B4-BE49-F238E27FC236}">
                  <a16:creationId xmlns:a16="http://schemas.microsoft.com/office/drawing/2014/main" id="{A1466841-8E83-DAD1-5F88-A203186F7644}"/>
                </a:ext>
              </a:extLst>
            </p:cNvPr>
            <p:cNvCxnSpPr>
              <a:stCxn id="361" idx="2"/>
              <a:endCxn id="337" idx="6"/>
            </p:cNvCxnSpPr>
            <p:nvPr/>
          </p:nvCxnSpPr>
          <p:spPr>
            <a:xfrm flipH="1">
              <a:off x="11230266" y="5897435"/>
              <a:ext cx="898200" cy="534600"/>
            </a:xfrm>
            <a:prstGeom prst="straightConnector1">
              <a:avLst/>
            </a:prstGeom>
            <a:noFill/>
            <a:ln w="9525" cap="flat" cmpd="sng">
              <a:solidFill>
                <a:srgbClr val="CCCCCC"/>
              </a:solidFill>
              <a:prstDash val="solid"/>
              <a:round/>
              <a:headEnd type="none" w="sm" len="sm"/>
              <a:tailEnd type="stealth" w="med" len="med"/>
            </a:ln>
          </p:spPr>
        </p:cxnSp>
        <p:cxnSp>
          <p:nvCxnSpPr>
            <p:cNvPr id="356" name="Google Shape;189;p1">
              <a:extLst>
                <a:ext uri="{FF2B5EF4-FFF2-40B4-BE49-F238E27FC236}">
                  <a16:creationId xmlns:a16="http://schemas.microsoft.com/office/drawing/2014/main" id="{984D91FC-27B1-CC55-85F7-3DC703B51407}"/>
                </a:ext>
              </a:extLst>
            </p:cNvPr>
            <p:cNvCxnSpPr>
              <a:stCxn id="327" idx="7"/>
              <a:endCxn id="322" idx="2"/>
            </p:cNvCxnSpPr>
            <p:nvPr/>
          </p:nvCxnSpPr>
          <p:spPr>
            <a:xfrm rot="10800000" flipH="1">
              <a:off x="13154736" y="5621063"/>
              <a:ext cx="162600" cy="52200"/>
            </a:xfrm>
            <a:prstGeom prst="straightConnector1">
              <a:avLst/>
            </a:prstGeom>
            <a:noFill/>
            <a:ln w="9525" cap="flat" cmpd="sng">
              <a:solidFill>
                <a:srgbClr val="E4E4E3"/>
              </a:solidFill>
              <a:prstDash val="solid"/>
              <a:round/>
              <a:headEnd type="none" w="sm" len="sm"/>
              <a:tailEnd type="stealth" w="med" len="med"/>
            </a:ln>
          </p:spPr>
        </p:cxnSp>
        <p:cxnSp>
          <p:nvCxnSpPr>
            <p:cNvPr id="357" name="Google Shape;190;p1">
              <a:extLst>
                <a:ext uri="{FF2B5EF4-FFF2-40B4-BE49-F238E27FC236}">
                  <a16:creationId xmlns:a16="http://schemas.microsoft.com/office/drawing/2014/main" id="{F85BD26F-CBD1-DAC1-EFC6-246C425AEB40}"/>
                </a:ext>
              </a:extLst>
            </p:cNvPr>
            <p:cNvCxnSpPr>
              <a:stCxn id="322" idx="6"/>
              <a:endCxn id="325" idx="2"/>
            </p:cNvCxnSpPr>
            <p:nvPr/>
          </p:nvCxnSpPr>
          <p:spPr>
            <a:xfrm rot="10800000" flipH="1">
              <a:off x="13509582" y="5405984"/>
              <a:ext cx="189900" cy="215100"/>
            </a:xfrm>
            <a:prstGeom prst="straightConnector1">
              <a:avLst/>
            </a:prstGeom>
            <a:noFill/>
            <a:ln w="9525" cap="flat" cmpd="sng">
              <a:solidFill>
                <a:srgbClr val="E4E4E3"/>
              </a:solidFill>
              <a:prstDash val="solid"/>
              <a:round/>
              <a:headEnd type="none" w="sm" len="sm"/>
              <a:tailEnd type="stealth" w="med" len="med"/>
            </a:ln>
          </p:spPr>
        </p:cxnSp>
        <p:cxnSp>
          <p:nvCxnSpPr>
            <p:cNvPr id="358" name="Google Shape;191;p1">
              <a:extLst>
                <a:ext uri="{FF2B5EF4-FFF2-40B4-BE49-F238E27FC236}">
                  <a16:creationId xmlns:a16="http://schemas.microsoft.com/office/drawing/2014/main" id="{A9E900A6-AAD5-DF41-C4B4-A2CCF1280086}"/>
                </a:ext>
              </a:extLst>
            </p:cNvPr>
            <p:cNvCxnSpPr>
              <a:stCxn id="318" idx="6"/>
              <a:endCxn id="320" idx="2"/>
            </p:cNvCxnSpPr>
            <p:nvPr/>
          </p:nvCxnSpPr>
          <p:spPr>
            <a:xfrm rot="10800000" flipH="1">
              <a:off x="12430043" y="5497061"/>
              <a:ext cx="560700" cy="152100"/>
            </a:xfrm>
            <a:prstGeom prst="straightConnector1">
              <a:avLst/>
            </a:prstGeom>
            <a:noFill/>
            <a:ln w="9525" cap="flat" cmpd="sng">
              <a:solidFill>
                <a:srgbClr val="E4E4E3"/>
              </a:solidFill>
              <a:prstDash val="solid"/>
              <a:round/>
              <a:headEnd type="none" w="sm" len="sm"/>
              <a:tailEnd type="stealth" w="med" len="med"/>
            </a:ln>
          </p:spPr>
        </p:cxnSp>
        <p:sp>
          <p:nvSpPr>
            <p:cNvPr id="359" name="Google Shape;188;p1">
              <a:extLst>
                <a:ext uri="{FF2B5EF4-FFF2-40B4-BE49-F238E27FC236}">
                  <a16:creationId xmlns:a16="http://schemas.microsoft.com/office/drawing/2014/main" id="{05DAD58B-E0A6-81DB-818A-644AA2AC4CE2}"/>
                </a:ext>
              </a:extLst>
            </p:cNvPr>
            <p:cNvSpPr/>
            <p:nvPr/>
          </p:nvSpPr>
          <p:spPr>
            <a:xfrm>
              <a:off x="12361333" y="5843951"/>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360" name="Google Shape;192;p1">
              <a:extLst>
                <a:ext uri="{FF2B5EF4-FFF2-40B4-BE49-F238E27FC236}">
                  <a16:creationId xmlns:a16="http://schemas.microsoft.com/office/drawing/2014/main" id="{A3CC6BB2-7C23-191D-0F92-E60839CA440E}"/>
                </a:ext>
              </a:extLst>
            </p:cNvPr>
            <p:cNvCxnSpPr>
              <a:stCxn id="320" idx="7"/>
              <a:endCxn id="321" idx="2"/>
            </p:cNvCxnSpPr>
            <p:nvPr/>
          </p:nvCxnSpPr>
          <p:spPr>
            <a:xfrm rot="10800000" flipH="1">
              <a:off x="13154747" y="5328685"/>
              <a:ext cx="174300" cy="98400"/>
            </a:xfrm>
            <a:prstGeom prst="straightConnector1">
              <a:avLst/>
            </a:prstGeom>
            <a:noFill/>
            <a:ln w="9525" cap="flat" cmpd="sng">
              <a:solidFill>
                <a:srgbClr val="E4E4E3"/>
              </a:solidFill>
              <a:prstDash val="solid"/>
              <a:round/>
              <a:headEnd type="none" w="sm" len="sm"/>
              <a:tailEnd type="stealth" w="med" len="med"/>
            </a:ln>
          </p:spPr>
        </p:cxnSp>
        <p:sp>
          <p:nvSpPr>
            <p:cNvPr id="361" name="Google Shape;182;p1">
              <a:extLst>
                <a:ext uri="{FF2B5EF4-FFF2-40B4-BE49-F238E27FC236}">
                  <a16:creationId xmlns:a16="http://schemas.microsoft.com/office/drawing/2014/main" id="{67F94EBD-7777-42B0-D6C8-FD081181ED89}"/>
                </a:ext>
              </a:extLst>
            </p:cNvPr>
            <p:cNvSpPr/>
            <p:nvPr/>
          </p:nvSpPr>
          <p:spPr>
            <a:xfrm>
              <a:off x="12128466" y="579843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362" name="Google Shape;193;p1">
              <a:extLst>
                <a:ext uri="{FF2B5EF4-FFF2-40B4-BE49-F238E27FC236}">
                  <a16:creationId xmlns:a16="http://schemas.microsoft.com/office/drawing/2014/main" id="{EFC3552C-647E-C9D8-7ABA-9E0CDCD255C7}"/>
                </a:ext>
              </a:extLst>
            </p:cNvPr>
            <p:cNvCxnSpPr>
              <a:stCxn id="338" idx="6"/>
              <a:endCxn id="328" idx="2"/>
            </p:cNvCxnSpPr>
            <p:nvPr/>
          </p:nvCxnSpPr>
          <p:spPr>
            <a:xfrm>
              <a:off x="12002606" y="6583990"/>
              <a:ext cx="1258500" cy="148800"/>
            </a:xfrm>
            <a:prstGeom prst="straightConnector1">
              <a:avLst/>
            </a:prstGeom>
            <a:noFill/>
            <a:ln w="35850" cap="flat" cmpd="sng">
              <a:solidFill>
                <a:srgbClr val="E4E4E3"/>
              </a:solidFill>
              <a:prstDash val="solid"/>
              <a:round/>
              <a:headEnd type="stealth" w="med" len="med"/>
              <a:tailEnd type="none" w="sm" len="sm"/>
            </a:ln>
          </p:spPr>
        </p:cxnSp>
        <p:cxnSp>
          <p:nvCxnSpPr>
            <p:cNvPr id="363" name="Google Shape;194;p1">
              <a:extLst>
                <a:ext uri="{FF2B5EF4-FFF2-40B4-BE49-F238E27FC236}">
                  <a16:creationId xmlns:a16="http://schemas.microsoft.com/office/drawing/2014/main" id="{0D21445A-AB4E-F6C1-4F26-8D6525624B21}"/>
                </a:ext>
              </a:extLst>
            </p:cNvPr>
            <p:cNvCxnSpPr>
              <a:stCxn id="329" idx="1"/>
              <a:endCxn id="332" idx="5"/>
            </p:cNvCxnSpPr>
            <p:nvPr/>
          </p:nvCxnSpPr>
          <p:spPr>
            <a:xfrm rot="10800000">
              <a:off x="11729045" y="5839432"/>
              <a:ext cx="1188600" cy="962700"/>
            </a:xfrm>
            <a:prstGeom prst="straightConnector1">
              <a:avLst/>
            </a:prstGeom>
            <a:noFill/>
            <a:ln w="9525" cap="flat" cmpd="sng">
              <a:solidFill>
                <a:srgbClr val="CCCCCC"/>
              </a:solidFill>
              <a:prstDash val="solid"/>
              <a:round/>
              <a:headEnd type="none" w="sm" len="sm"/>
              <a:tailEnd type="stealth" w="med" len="med"/>
            </a:ln>
          </p:spPr>
        </p:cxnSp>
        <p:cxnSp>
          <p:nvCxnSpPr>
            <p:cNvPr id="364" name="Google Shape;195;p1">
              <a:extLst>
                <a:ext uri="{FF2B5EF4-FFF2-40B4-BE49-F238E27FC236}">
                  <a16:creationId xmlns:a16="http://schemas.microsoft.com/office/drawing/2014/main" id="{3DF1B610-CBE4-8585-13FB-93AA5E853B10}"/>
                </a:ext>
              </a:extLst>
            </p:cNvPr>
            <p:cNvCxnSpPr>
              <a:stCxn id="361" idx="3"/>
              <a:endCxn id="338" idx="7"/>
            </p:cNvCxnSpPr>
            <p:nvPr/>
          </p:nvCxnSpPr>
          <p:spPr>
            <a:xfrm flipH="1">
              <a:off x="11921428" y="5967439"/>
              <a:ext cx="235200" cy="415800"/>
            </a:xfrm>
            <a:prstGeom prst="straightConnector1">
              <a:avLst/>
            </a:prstGeom>
            <a:noFill/>
            <a:ln w="35850" cap="flat" cmpd="sng">
              <a:solidFill>
                <a:srgbClr val="E4E4E3"/>
              </a:solidFill>
              <a:prstDash val="solid"/>
              <a:round/>
              <a:headEnd type="none" w="sm" len="sm"/>
              <a:tailEnd type="stealth" w="med" len="med"/>
            </a:ln>
          </p:spPr>
        </p:cxnSp>
        <p:cxnSp>
          <p:nvCxnSpPr>
            <p:cNvPr id="366" name="Google Shape;197;p1">
              <a:extLst>
                <a:ext uri="{FF2B5EF4-FFF2-40B4-BE49-F238E27FC236}">
                  <a16:creationId xmlns:a16="http://schemas.microsoft.com/office/drawing/2014/main" id="{7F85236A-6B04-5A39-61DE-2409DB4896D0}"/>
                </a:ext>
              </a:extLst>
            </p:cNvPr>
            <p:cNvCxnSpPr>
              <a:stCxn id="318" idx="6"/>
              <a:endCxn id="327" idx="2"/>
            </p:cNvCxnSpPr>
            <p:nvPr/>
          </p:nvCxnSpPr>
          <p:spPr>
            <a:xfrm>
              <a:off x="12430043" y="5649161"/>
              <a:ext cx="560700" cy="94200"/>
            </a:xfrm>
            <a:prstGeom prst="straightConnector1">
              <a:avLst/>
            </a:prstGeom>
            <a:noFill/>
            <a:ln w="9525" cap="flat" cmpd="sng">
              <a:solidFill>
                <a:srgbClr val="E4E4E3"/>
              </a:solidFill>
              <a:prstDash val="solid"/>
              <a:round/>
              <a:headEnd type="none" w="sm" len="sm"/>
              <a:tailEnd type="stealth" w="med" len="med"/>
            </a:ln>
          </p:spPr>
        </p:cxnSp>
      </p:grpSp>
      <p:grpSp>
        <p:nvGrpSpPr>
          <p:cNvPr id="32" name="Google Shape;156;p1">
            <a:extLst>
              <a:ext uri="{FF2B5EF4-FFF2-40B4-BE49-F238E27FC236}">
                <a16:creationId xmlns:a16="http://schemas.microsoft.com/office/drawing/2014/main" id="{9E29C8A5-456D-9E28-55D7-A9930D672A80}"/>
              </a:ext>
            </a:extLst>
          </p:cNvPr>
          <p:cNvGrpSpPr/>
          <p:nvPr/>
        </p:nvGrpSpPr>
        <p:grpSpPr>
          <a:xfrm>
            <a:off x="6353314" y="6492240"/>
            <a:ext cx="1361060" cy="803822"/>
            <a:chOff x="10592773" y="5229745"/>
            <a:chExt cx="3298954" cy="1741391"/>
          </a:xfrm>
        </p:grpSpPr>
        <p:sp>
          <p:nvSpPr>
            <p:cNvPr id="33" name="Google Shape;157;p1">
              <a:extLst>
                <a:ext uri="{FF2B5EF4-FFF2-40B4-BE49-F238E27FC236}">
                  <a16:creationId xmlns:a16="http://schemas.microsoft.com/office/drawing/2014/main" id="{6DA4B5E1-C4AA-9971-BB11-5D69CA62940A}"/>
                </a:ext>
              </a:extLst>
            </p:cNvPr>
            <p:cNvSpPr/>
            <p:nvPr/>
          </p:nvSpPr>
          <p:spPr>
            <a:xfrm>
              <a:off x="12237743" y="5550161"/>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5" name="Google Shape;158;p1">
              <a:extLst>
                <a:ext uri="{FF2B5EF4-FFF2-40B4-BE49-F238E27FC236}">
                  <a16:creationId xmlns:a16="http://schemas.microsoft.com/office/drawing/2014/main" id="{3C504DBF-C227-CC07-F32F-3887116EFCA2}"/>
                </a:ext>
              </a:extLst>
            </p:cNvPr>
            <p:cNvSpPr/>
            <p:nvPr/>
          </p:nvSpPr>
          <p:spPr>
            <a:xfrm>
              <a:off x="12990609" y="5398089"/>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6" name="Google Shape;159;p1">
              <a:extLst>
                <a:ext uri="{FF2B5EF4-FFF2-40B4-BE49-F238E27FC236}">
                  <a16:creationId xmlns:a16="http://schemas.microsoft.com/office/drawing/2014/main" id="{A95E216E-1DA8-DEA5-829C-6C751CC44C32}"/>
                </a:ext>
              </a:extLst>
            </p:cNvPr>
            <p:cNvSpPr/>
            <p:nvPr/>
          </p:nvSpPr>
          <p:spPr>
            <a:xfrm>
              <a:off x="13329043" y="522974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7" name="Google Shape;160;p1">
              <a:extLst>
                <a:ext uri="{FF2B5EF4-FFF2-40B4-BE49-F238E27FC236}">
                  <a16:creationId xmlns:a16="http://schemas.microsoft.com/office/drawing/2014/main" id="{AD6781BB-F629-D302-9602-2586538DB4D4}"/>
                </a:ext>
              </a:extLst>
            </p:cNvPr>
            <p:cNvSpPr/>
            <p:nvPr/>
          </p:nvSpPr>
          <p:spPr>
            <a:xfrm>
              <a:off x="13317282" y="5522084"/>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8" name="Google Shape;161;p1">
              <a:extLst>
                <a:ext uri="{FF2B5EF4-FFF2-40B4-BE49-F238E27FC236}">
                  <a16:creationId xmlns:a16="http://schemas.microsoft.com/office/drawing/2014/main" id="{5C78AB1E-92BF-1FFE-D6DD-64FBB8F5496A}"/>
                </a:ext>
              </a:extLst>
            </p:cNvPr>
            <p:cNvSpPr/>
            <p:nvPr/>
          </p:nvSpPr>
          <p:spPr>
            <a:xfrm>
              <a:off x="13699427" y="5306906"/>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9" name="Google Shape;162;p1">
              <a:extLst>
                <a:ext uri="{FF2B5EF4-FFF2-40B4-BE49-F238E27FC236}">
                  <a16:creationId xmlns:a16="http://schemas.microsoft.com/office/drawing/2014/main" id="{9830DAA2-8EA1-3410-6168-CC9809BFD999}"/>
                </a:ext>
              </a:extLst>
            </p:cNvPr>
            <p:cNvSpPr/>
            <p:nvPr/>
          </p:nvSpPr>
          <p:spPr>
            <a:xfrm>
              <a:off x="12990598" y="5644267"/>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40" name="Google Shape;163;p1">
              <a:extLst>
                <a:ext uri="{FF2B5EF4-FFF2-40B4-BE49-F238E27FC236}">
                  <a16:creationId xmlns:a16="http://schemas.microsoft.com/office/drawing/2014/main" id="{6D604229-C168-2A1E-F434-ABA30A4CAF9D}"/>
                </a:ext>
              </a:extLst>
            </p:cNvPr>
            <p:cNvSpPr/>
            <p:nvPr/>
          </p:nvSpPr>
          <p:spPr>
            <a:xfrm>
              <a:off x="13261106" y="6564434"/>
              <a:ext cx="328200" cy="336900"/>
            </a:xfrm>
            <a:prstGeom prst="ellipse">
              <a:avLst/>
            </a:prstGeom>
            <a:solidFill>
              <a:schemeClr val="tx1">
                <a:lumMod val="20000"/>
                <a:lumOff val="80000"/>
              </a:schemeClr>
            </a:solidFill>
            <a:ln w="9525" cap="flat" cmpd="sng">
              <a:solidFill>
                <a:schemeClr val="tx1">
                  <a:lumMod val="20000"/>
                  <a:lumOff val="8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44" name="Google Shape;164;p1">
              <a:extLst>
                <a:ext uri="{FF2B5EF4-FFF2-40B4-BE49-F238E27FC236}">
                  <a16:creationId xmlns:a16="http://schemas.microsoft.com/office/drawing/2014/main" id="{2FA02941-3E7D-6BBA-B6BA-1CFB75A17177}"/>
                </a:ext>
              </a:extLst>
            </p:cNvPr>
            <p:cNvSpPr/>
            <p:nvPr/>
          </p:nvSpPr>
          <p:spPr>
            <a:xfrm>
              <a:off x="12889483" y="6773136"/>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45" name="Google Shape;165;p1">
              <a:extLst>
                <a:ext uri="{FF2B5EF4-FFF2-40B4-BE49-F238E27FC236}">
                  <a16:creationId xmlns:a16="http://schemas.microsoft.com/office/drawing/2014/main" id="{547523A2-C20B-A315-8592-C9DB69E34B92}"/>
                </a:ext>
              </a:extLst>
            </p:cNvPr>
            <p:cNvSpPr/>
            <p:nvPr/>
          </p:nvSpPr>
          <p:spPr>
            <a:xfrm>
              <a:off x="13324166" y="6099152"/>
              <a:ext cx="192300" cy="198000"/>
            </a:xfrm>
            <a:prstGeom prst="ellipse">
              <a:avLst/>
            </a:prstGeom>
            <a:solidFill>
              <a:schemeClr val="tx1">
                <a:lumMod val="20000"/>
                <a:lumOff val="80000"/>
              </a:schemeClr>
            </a:solidFill>
            <a:ln w="9525" cap="flat" cmpd="sng">
              <a:solidFill>
                <a:schemeClr val="tx1">
                  <a:lumMod val="20000"/>
                  <a:lumOff val="8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46" name="Google Shape;166;p1">
              <a:extLst>
                <a:ext uri="{FF2B5EF4-FFF2-40B4-BE49-F238E27FC236}">
                  <a16:creationId xmlns:a16="http://schemas.microsoft.com/office/drawing/2014/main" id="{88D3B799-F320-9763-D11F-67CE149D60B3}"/>
                </a:ext>
              </a:extLst>
            </p:cNvPr>
            <p:cNvSpPr/>
            <p:nvPr/>
          </p:nvSpPr>
          <p:spPr>
            <a:xfrm>
              <a:off x="11468140" y="5576165"/>
              <a:ext cx="305700" cy="308400"/>
            </a:xfrm>
            <a:prstGeom prst="ellipse">
              <a:avLst/>
            </a:prstGeom>
            <a:solidFill>
              <a:schemeClr val="bg2">
                <a:lumMod val="10000"/>
              </a:schemeClr>
            </a:solidFill>
            <a:ln w="179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47" name="Google Shape;167;p1">
              <a:extLst>
                <a:ext uri="{FF2B5EF4-FFF2-40B4-BE49-F238E27FC236}">
                  <a16:creationId xmlns:a16="http://schemas.microsoft.com/office/drawing/2014/main" id="{796AF555-06CB-94A9-EFD5-BF4C680D97C7}"/>
                </a:ext>
              </a:extLst>
            </p:cNvPr>
            <p:cNvSpPr/>
            <p:nvPr/>
          </p:nvSpPr>
          <p:spPr>
            <a:xfrm>
              <a:off x="10719482" y="592538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49" name="Google Shape;168;p1">
              <a:extLst>
                <a:ext uri="{FF2B5EF4-FFF2-40B4-BE49-F238E27FC236}">
                  <a16:creationId xmlns:a16="http://schemas.microsoft.com/office/drawing/2014/main" id="{C24D1E27-C547-48B0-1C0C-69A912240490}"/>
                </a:ext>
              </a:extLst>
            </p:cNvPr>
            <p:cNvSpPr/>
            <p:nvPr/>
          </p:nvSpPr>
          <p:spPr>
            <a:xfrm>
              <a:off x="11061232" y="5405652"/>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50" name="Google Shape;169;p1">
              <a:extLst>
                <a:ext uri="{FF2B5EF4-FFF2-40B4-BE49-F238E27FC236}">
                  <a16:creationId xmlns:a16="http://schemas.microsoft.com/office/drawing/2014/main" id="{8C2F0E84-50C6-E4A9-0ECF-FE11D865FC5E}"/>
                </a:ext>
              </a:extLst>
            </p:cNvPr>
            <p:cNvSpPr/>
            <p:nvPr/>
          </p:nvSpPr>
          <p:spPr>
            <a:xfrm>
              <a:off x="10592773" y="6139937"/>
              <a:ext cx="274500" cy="276300"/>
            </a:xfrm>
            <a:prstGeom prst="ellipse">
              <a:avLst/>
            </a:prstGeom>
            <a:solidFill>
              <a:schemeClr val="tx1">
                <a:lumMod val="20000"/>
                <a:lumOff val="80000"/>
              </a:schemeClr>
            </a:solidFill>
            <a:ln w="9525" cap="flat" cmpd="sng">
              <a:solidFill>
                <a:schemeClr val="tx1">
                  <a:lumMod val="20000"/>
                  <a:lumOff val="8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51" name="Google Shape;170;p1">
              <a:extLst>
                <a:ext uri="{FF2B5EF4-FFF2-40B4-BE49-F238E27FC236}">
                  <a16:creationId xmlns:a16="http://schemas.microsoft.com/office/drawing/2014/main" id="{0A3DB636-E460-F8E3-92F1-55A8602F57E8}"/>
                </a:ext>
              </a:extLst>
            </p:cNvPr>
            <p:cNvSpPr/>
            <p:nvPr/>
          </p:nvSpPr>
          <p:spPr>
            <a:xfrm>
              <a:off x="11037864" y="6333062"/>
              <a:ext cx="192300" cy="198000"/>
            </a:xfrm>
            <a:prstGeom prst="ellipse">
              <a:avLst/>
            </a:prstGeom>
            <a:solidFill>
              <a:srgbClr val="D9D9D9"/>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52" name="Google Shape;171;p1">
              <a:extLst>
                <a:ext uri="{FF2B5EF4-FFF2-40B4-BE49-F238E27FC236}">
                  <a16:creationId xmlns:a16="http://schemas.microsoft.com/office/drawing/2014/main" id="{B484EDCA-03D4-F630-242D-4AD618F2CD26}"/>
                </a:ext>
              </a:extLst>
            </p:cNvPr>
            <p:cNvSpPr/>
            <p:nvPr/>
          </p:nvSpPr>
          <p:spPr>
            <a:xfrm>
              <a:off x="11449106" y="6300040"/>
              <a:ext cx="553500" cy="567900"/>
            </a:xfrm>
            <a:prstGeom prst="ellipse">
              <a:avLst/>
            </a:prstGeom>
            <a:solidFill>
              <a:schemeClr val="tx1">
                <a:lumMod val="20000"/>
                <a:lumOff val="80000"/>
              </a:schemeClr>
            </a:solidFill>
            <a:ln w="26900" cap="flat" cmpd="sng">
              <a:solidFill>
                <a:schemeClr val="tx1">
                  <a:lumMod val="20000"/>
                  <a:lumOff val="8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54" name="Google Shape;172;p1">
              <a:extLst>
                <a:ext uri="{FF2B5EF4-FFF2-40B4-BE49-F238E27FC236}">
                  <a16:creationId xmlns:a16="http://schemas.microsoft.com/office/drawing/2014/main" id="{74CACC8F-41AC-4294-0CF5-0570554FA40B}"/>
                </a:ext>
              </a:extLst>
            </p:cNvPr>
            <p:cNvCxnSpPr>
              <a:cxnSpLocks/>
              <a:stCxn id="33" idx="2"/>
              <a:endCxn id="46" idx="6"/>
            </p:cNvCxnSpPr>
            <p:nvPr/>
          </p:nvCxnSpPr>
          <p:spPr>
            <a:xfrm flipH="1">
              <a:off x="11773943" y="5649161"/>
              <a:ext cx="463800" cy="81300"/>
            </a:xfrm>
            <a:prstGeom prst="straightConnector1">
              <a:avLst/>
            </a:prstGeom>
            <a:noFill/>
            <a:ln w="9525" cap="flat" cmpd="sng">
              <a:solidFill>
                <a:schemeClr val="bg2">
                  <a:lumMod val="10000"/>
                </a:schemeClr>
              </a:solidFill>
              <a:prstDash val="solid"/>
              <a:round/>
              <a:headEnd type="none" w="sm" len="sm"/>
              <a:tailEnd type="stealth" w="med" len="med"/>
            </a:ln>
          </p:spPr>
        </p:cxnSp>
        <p:cxnSp>
          <p:nvCxnSpPr>
            <p:cNvPr id="55" name="Google Shape;173;p1">
              <a:extLst>
                <a:ext uri="{FF2B5EF4-FFF2-40B4-BE49-F238E27FC236}">
                  <a16:creationId xmlns:a16="http://schemas.microsoft.com/office/drawing/2014/main" id="{2B5C2B47-4A5D-2B05-0DBB-8C9D56A233CC}"/>
                </a:ext>
              </a:extLst>
            </p:cNvPr>
            <p:cNvCxnSpPr>
              <a:stCxn id="46" idx="2"/>
              <a:endCxn id="452" idx="6"/>
            </p:cNvCxnSpPr>
            <p:nvPr/>
          </p:nvCxnSpPr>
          <p:spPr>
            <a:xfrm flipH="1">
              <a:off x="11113540" y="5730365"/>
              <a:ext cx="354600" cy="30600"/>
            </a:xfrm>
            <a:prstGeom prst="straightConnector1">
              <a:avLst/>
            </a:prstGeom>
            <a:noFill/>
            <a:ln w="9525" cap="flat" cmpd="sng">
              <a:solidFill>
                <a:schemeClr val="bg2">
                  <a:lumMod val="10000"/>
                </a:schemeClr>
              </a:solidFill>
              <a:prstDash val="solid"/>
              <a:round/>
              <a:headEnd type="none" w="sm" len="sm"/>
              <a:tailEnd type="stealth" w="med" len="med"/>
            </a:ln>
          </p:spPr>
        </p:cxnSp>
        <p:cxnSp>
          <p:nvCxnSpPr>
            <p:cNvPr id="57" name="Google Shape;175;p1">
              <a:extLst>
                <a:ext uri="{FF2B5EF4-FFF2-40B4-BE49-F238E27FC236}">
                  <a16:creationId xmlns:a16="http://schemas.microsoft.com/office/drawing/2014/main" id="{140CB51A-AF0E-F1C9-C669-890E60F14FBB}"/>
                </a:ext>
              </a:extLst>
            </p:cNvPr>
            <p:cNvCxnSpPr>
              <a:stCxn id="52" idx="1"/>
              <a:endCxn id="448" idx="5"/>
            </p:cNvCxnSpPr>
            <p:nvPr/>
          </p:nvCxnSpPr>
          <p:spPr>
            <a:xfrm rot="10800000">
              <a:off x="11390064" y="6170507"/>
              <a:ext cx="140100" cy="212700"/>
            </a:xfrm>
            <a:prstGeom prst="straightConnector1">
              <a:avLst/>
            </a:prstGeom>
            <a:noFill/>
            <a:ln w="9525" cap="flat" cmpd="sng">
              <a:solidFill>
                <a:srgbClr val="CCCCCC"/>
              </a:solidFill>
              <a:prstDash val="solid"/>
              <a:round/>
              <a:headEnd type="none" w="sm" len="sm"/>
              <a:tailEnd type="stealth" w="med" len="med"/>
            </a:ln>
          </p:spPr>
        </p:cxnSp>
        <p:cxnSp>
          <p:nvCxnSpPr>
            <p:cNvPr id="58" name="Google Shape;177;p1">
              <a:extLst>
                <a:ext uri="{FF2B5EF4-FFF2-40B4-BE49-F238E27FC236}">
                  <a16:creationId xmlns:a16="http://schemas.microsoft.com/office/drawing/2014/main" id="{E2B309FE-BD03-2389-F058-03D1F582CDA9}"/>
                </a:ext>
              </a:extLst>
            </p:cNvPr>
            <p:cNvCxnSpPr>
              <a:stCxn id="52" idx="2"/>
              <a:endCxn id="51" idx="5"/>
            </p:cNvCxnSpPr>
            <p:nvPr/>
          </p:nvCxnSpPr>
          <p:spPr>
            <a:xfrm rot="10800000">
              <a:off x="11201906" y="6502090"/>
              <a:ext cx="247200" cy="81900"/>
            </a:xfrm>
            <a:prstGeom prst="straightConnector1">
              <a:avLst/>
            </a:prstGeom>
            <a:noFill/>
            <a:ln w="9525" cap="flat" cmpd="sng">
              <a:solidFill>
                <a:srgbClr val="CCCCCC"/>
              </a:solidFill>
              <a:prstDash val="solid"/>
              <a:round/>
              <a:headEnd type="none" w="sm" len="sm"/>
              <a:tailEnd type="stealth" w="med" len="med"/>
            </a:ln>
          </p:spPr>
        </p:cxnSp>
        <p:cxnSp>
          <p:nvCxnSpPr>
            <p:cNvPr id="59" name="Google Shape;178;p1">
              <a:extLst>
                <a:ext uri="{FF2B5EF4-FFF2-40B4-BE49-F238E27FC236}">
                  <a16:creationId xmlns:a16="http://schemas.microsoft.com/office/drawing/2014/main" id="{EF0051B7-3C3C-1D63-9770-9BA12E7BA7E5}"/>
                </a:ext>
              </a:extLst>
            </p:cNvPr>
            <p:cNvCxnSpPr>
              <a:stCxn id="51" idx="2"/>
              <a:endCxn id="50" idx="6"/>
            </p:cNvCxnSpPr>
            <p:nvPr/>
          </p:nvCxnSpPr>
          <p:spPr>
            <a:xfrm rot="10800000">
              <a:off x="10867164" y="6278162"/>
              <a:ext cx="170700" cy="153900"/>
            </a:xfrm>
            <a:prstGeom prst="straightConnector1">
              <a:avLst/>
            </a:prstGeom>
            <a:noFill/>
            <a:ln w="9525" cap="flat" cmpd="sng">
              <a:solidFill>
                <a:schemeClr val="tx1">
                  <a:lumMod val="20000"/>
                  <a:lumOff val="80000"/>
                </a:schemeClr>
              </a:solidFill>
              <a:prstDash val="solid"/>
              <a:round/>
              <a:headEnd type="none" w="sm" len="sm"/>
              <a:tailEnd type="stealth" w="med" len="med"/>
            </a:ln>
          </p:spPr>
        </p:cxnSp>
        <p:cxnSp>
          <p:nvCxnSpPr>
            <p:cNvPr id="60" name="Google Shape;179;p1">
              <a:extLst>
                <a:ext uri="{FF2B5EF4-FFF2-40B4-BE49-F238E27FC236}">
                  <a16:creationId xmlns:a16="http://schemas.microsoft.com/office/drawing/2014/main" id="{ECC410B1-6B6D-31E3-7E49-DFFF8ADC9B33}"/>
                </a:ext>
              </a:extLst>
            </p:cNvPr>
            <p:cNvCxnSpPr>
              <a:stCxn id="448" idx="2"/>
              <a:endCxn id="47" idx="5"/>
            </p:cNvCxnSpPr>
            <p:nvPr/>
          </p:nvCxnSpPr>
          <p:spPr>
            <a:xfrm rot="10800000">
              <a:off x="10883737" y="6094319"/>
              <a:ext cx="342300" cy="6300"/>
            </a:xfrm>
            <a:prstGeom prst="straightConnector1">
              <a:avLst/>
            </a:prstGeom>
            <a:noFill/>
            <a:ln w="9525" cap="flat" cmpd="sng">
              <a:solidFill>
                <a:srgbClr val="CCCCCC"/>
              </a:solidFill>
              <a:prstDash val="solid"/>
              <a:round/>
              <a:headEnd type="none" w="sm" len="sm"/>
              <a:tailEnd type="stealth" w="med" len="med"/>
            </a:ln>
          </p:spPr>
        </p:cxnSp>
        <p:cxnSp>
          <p:nvCxnSpPr>
            <p:cNvPr id="61" name="Google Shape;180;p1">
              <a:extLst>
                <a:ext uri="{FF2B5EF4-FFF2-40B4-BE49-F238E27FC236}">
                  <a16:creationId xmlns:a16="http://schemas.microsoft.com/office/drawing/2014/main" id="{0BCC93DD-D699-8F49-4B8E-C75106294303}"/>
                </a:ext>
              </a:extLst>
            </p:cNvPr>
            <p:cNvCxnSpPr>
              <a:stCxn id="46" idx="1"/>
              <a:endCxn id="49" idx="5"/>
            </p:cNvCxnSpPr>
            <p:nvPr/>
          </p:nvCxnSpPr>
          <p:spPr>
            <a:xfrm rot="10800000">
              <a:off x="11225509" y="5574529"/>
              <a:ext cx="287400" cy="46800"/>
            </a:xfrm>
            <a:prstGeom prst="straightConnector1">
              <a:avLst/>
            </a:prstGeom>
            <a:noFill/>
            <a:ln w="9525" cap="flat" cmpd="sng">
              <a:solidFill>
                <a:srgbClr val="CCCCCC"/>
              </a:solidFill>
              <a:prstDash val="solid"/>
              <a:round/>
              <a:headEnd type="none" w="sm" len="sm"/>
              <a:tailEnd type="stealth" w="med" len="med"/>
            </a:ln>
          </p:spPr>
        </p:cxnSp>
        <p:cxnSp>
          <p:nvCxnSpPr>
            <p:cNvPr id="62" name="Google Shape;181;p1">
              <a:extLst>
                <a:ext uri="{FF2B5EF4-FFF2-40B4-BE49-F238E27FC236}">
                  <a16:creationId xmlns:a16="http://schemas.microsoft.com/office/drawing/2014/main" id="{D35614EC-0C7E-740F-9C9C-B9E26E6624C3}"/>
                </a:ext>
              </a:extLst>
            </p:cNvPr>
            <p:cNvCxnSpPr>
              <a:stCxn id="466" idx="2"/>
              <a:endCxn id="448" idx="6"/>
            </p:cNvCxnSpPr>
            <p:nvPr/>
          </p:nvCxnSpPr>
          <p:spPr>
            <a:xfrm flipH="1">
              <a:off x="11418366" y="5897435"/>
              <a:ext cx="710100" cy="203100"/>
            </a:xfrm>
            <a:prstGeom prst="straightConnector1">
              <a:avLst/>
            </a:prstGeom>
            <a:noFill/>
            <a:ln w="9525" cap="flat" cmpd="sng">
              <a:solidFill>
                <a:srgbClr val="CCCCCC"/>
              </a:solidFill>
              <a:prstDash val="solid"/>
              <a:round/>
              <a:headEnd type="none" w="sm" len="sm"/>
              <a:tailEnd type="stealth" w="med" len="med"/>
            </a:ln>
          </p:spPr>
        </p:cxnSp>
        <p:cxnSp>
          <p:nvCxnSpPr>
            <p:cNvPr id="63" name="Google Shape;183;p1">
              <a:extLst>
                <a:ext uri="{FF2B5EF4-FFF2-40B4-BE49-F238E27FC236}">
                  <a16:creationId xmlns:a16="http://schemas.microsoft.com/office/drawing/2014/main" id="{354A30FC-4E09-6BD8-9E28-95B12287177A}"/>
                </a:ext>
              </a:extLst>
            </p:cNvPr>
            <p:cNvCxnSpPr>
              <a:stCxn id="466" idx="2"/>
              <a:endCxn id="47" idx="6"/>
            </p:cNvCxnSpPr>
            <p:nvPr/>
          </p:nvCxnSpPr>
          <p:spPr>
            <a:xfrm flipH="1">
              <a:off x="10911666" y="5897435"/>
              <a:ext cx="1216800" cy="126900"/>
            </a:xfrm>
            <a:prstGeom prst="straightConnector1">
              <a:avLst/>
            </a:prstGeom>
            <a:noFill/>
            <a:ln w="9525" cap="flat" cmpd="sng">
              <a:solidFill>
                <a:srgbClr val="CCCCCC"/>
              </a:solidFill>
              <a:prstDash val="solid"/>
              <a:round/>
              <a:headEnd type="none" w="sm" len="sm"/>
              <a:tailEnd type="stealth" w="med" len="med"/>
            </a:ln>
          </p:spPr>
        </p:cxnSp>
        <p:sp>
          <p:nvSpPr>
            <p:cNvPr id="448" name="Google Shape;176;p1">
              <a:extLst>
                <a:ext uri="{FF2B5EF4-FFF2-40B4-BE49-F238E27FC236}">
                  <a16:creationId xmlns:a16="http://schemas.microsoft.com/office/drawing/2014/main" id="{32C62371-87DE-FEB7-8808-F2598DF899F9}"/>
                </a:ext>
              </a:extLst>
            </p:cNvPr>
            <p:cNvSpPr/>
            <p:nvPr/>
          </p:nvSpPr>
          <p:spPr>
            <a:xfrm>
              <a:off x="11226037" y="6001619"/>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449" name="Google Shape;184;p1">
              <a:extLst>
                <a:ext uri="{FF2B5EF4-FFF2-40B4-BE49-F238E27FC236}">
                  <a16:creationId xmlns:a16="http://schemas.microsoft.com/office/drawing/2014/main" id="{7C661749-C1D2-EA35-3536-AFBB849981F4}"/>
                </a:ext>
              </a:extLst>
            </p:cNvPr>
            <p:cNvCxnSpPr>
              <a:stCxn id="33" idx="2"/>
              <a:endCxn id="51" idx="7"/>
            </p:cNvCxnSpPr>
            <p:nvPr/>
          </p:nvCxnSpPr>
          <p:spPr>
            <a:xfrm flipH="1">
              <a:off x="11202143" y="5649161"/>
              <a:ext cx="1035600" cy="712800"/>
            </a:xfrm>
            <a:prstGeom prst="straightConnector1">
              <a:avLst/>
            </a:prstGeom>
            <a:noFill/>
            <a:ln w="9525" cap="flat" cmpd="sng">
              <a:solidFill>
                <a:srgbClr val="CCCCCC"/>
              </a:solidFill>
              <a:prstDash val="solid"/>
              <a:round/>
              <a:headEnd type="none" w="sm" len="sm"/>
              <a:tailEnd type="stealth" w="med" len="med"/>
            </a:ln>
          </p:spPr>
        </p:cxnSp>
        <p:cxnSp>
          <p:nvCxnSpPr>
            <p:cNvPr id="450" name="Google Shape;185;p1">
              <a:extLst>
                <a:ext uri="{FF2B5EF4-FFF2-40B4-BE49-F238E27FC236}">
                  <a16:creationId xmlns:a16="http://schemas.microsoft.com/office/drawing/2014/main" id="{D1F82A61-3E52-75A3-6196-E448A6CECC5A}"/>
                </a:ext>
              </a:extLst>
            </p:cNvPr>
            <p:cNvCxnSpPr>
              <a:stCxn id="33" idx="5"/>
              <a:endCxn id="40" idx="1"/>
            </p:cNvCxnSpPr>
            <p:nvPr/>
          </p:nvCxnSpPr>
          <p:spPr>
            <a:xfrm>
              <a:off x="12401881" y="5719165"/>
              <a:ext cx="907200" cy="894600"/>
            </a:xfrm>
            <a:prstGeom prst="straightConnector1">
              <a:avLst/>
            </a:prstGeom>
            <a:noFill/>
            <a:ln w="17925" cap="flat" cmpd="sng">
              <a:solidFill>
                <a:srgbClr val="D9D9D9"/>
              </a:solidFill>
              <a:prstDash val="solid"/>
              <a:round/>
              <a:headEnd type="none" w="sm" len="sm"/>
              <a:tailEnd type="stealth" w="med" len="med"/>
            </a:ln>
          </p:spPr>
        </p:cxnSp>
        <p:sp>
          <p:nvSpPr>
            <p:cNvPr id="452" name="Google Shape;174;p1">
              <a:extLst>
                <a:ext uri="{FF2B5EF4-FFF2-40B4-BE49-F238E27FC236}">
                  <a16:creationId xmlns:a16="http://schemas.microsoft.com/office/drawing/2014/main" id="{98047FCE-DDE0-9F0F-ED14-34163259C2B5}"/>
                </a:ext>
              </a:extLst>
            </p:cNvPr>
            <p:cNvSpPr/>
            <p:nvPr/>
          </p:nvSpPr>
          <p:spPr>
            <a:xfrm>
              <a:off x="10921235" y="5662025"/>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453" name="Google Shape;186;p1">
              <a:extLst>
                <a:ext uri="{FF2B5EF4-FFF2-40B4-BE49-F238E27FC236}">
                  <a16:creationId xmlns:a16="http://schemas.microsoft.com/office/drawing/2014/main" id="{D3D9E721-D237-A3A7-5CCE-9D417B3CC1D2}"/>
                </a:ext>
              </a:extLst>
            </p:cNvPr>
            <p:cNvCxnSpPr>
              <a:stCxn id="466" idx="2"/>
              <a:endCxn id="51" idx="6"/>
            </p:cNvCxnSpPr>
            <p:nvPr/>
          </p:nvCxnSpPr>
          <p:spPr>
            <a:xfrm flipH="1">
              <a:off x="11230266" y="5897435"/>
              <a:ext cx="898200" cy="534600"/>
            </a:xfrm>
            <a:prstGeom prst="straightConnector1">
              <a:avLst/>
            </a:prstGeom>
            <a:noFill/>
            <a:ln w="9525" cap="flat" cmpd="sng">
              <a:solidFill>
                <a:srgbClr val="CCCCCC"/>
              </a:solidFill>
              <a:prstDash val="solid"/>
              <a:round/>
              <a:headEnd type="none" w="sm" len="sm"/>
              <a:tailEnd type="stealth" w="med" len="med"/>
            </a:ln>
          </p:spPr>
        </p:cxnSp>
        <p:cxnSp>
          <p:nvCxnSpPr>
            <p:cNvPr id="456" name="Google Shape;187;p1">
              <a:extLst>
                <a:ext uri="{FF2B5EF4-FFF2-40B4-BE49-F238E27FC236}">
                  <a16:creationId xmlns:a16="http://schemas.microsoft.com/office/drawing/2014/main" id="{31698688-2249-CD72-6940-EAB35DD03CF7}"/>
                </a:ext>
              </a:extLst>
            </p:cNvPr>
            <p:cNvCxnSpPr>
              <a:stCxn id="461" idx="6"/>
              <a:endCxn id="39" idx="2"/>
            </p:cNvCxnSpPr>
            <p:nvPr/>
          </p:nvCxnSpPr>
          <p:spPr>
            <a:xfrm rot="10800000" flipH="1">
              <a:off x="12553633" y="5743151"/>
              <a:ext cx="437100" cy="199800"/>
            </a:xfrm>
            <a:prstGeom prst="straightConnector1">
              <a:avLst/>
            </a:prstGeom>
            <a:noFill/>
            <a:ln w="9525" cap="flat" cmpd="sng">
              <a:solidFill>
                <a:schemeClr val="bg2">
                  <a:lumMod val="10000"/>
                </a:schemeClr>
              </a:solidFill>
              <a:prstDash val="solid"/>
              <a:round/>
              <a:headEnd type="none" w="sm" len="sm"/>
              <a:tailEnd type="stealth" w="med" len="med"/>
            </a:ln>
          </p:spPr>
        </p:cxnSp>
        <p:cxnSp>
          <p:nvCxnSpPr>
            <p:cNvPr id="457" name="Google Shape;189;p1">
              <a:extLst>
                <a:ext uri="{FF2B5EF4-FFF2-40B4-BE49-F238E27FC236}">
                  <a16:creationId xmlns:a16="http://schemas.microsoft.com/office/drawing/2014/main" id="{B36446A4-09C3-5A4E-433B-F51EF6E4BBAB}"/>
                </a:ext>
              </a:extLst>
            </p:cNvPr>
            <p:cNvCxnSpPr>
              <a:stCxn id="39" idx="7"/>
              <a:endCxn id="37" idx="2"/>
            </p:cNvCxnSpPr>
            <p:nvPr/>
          </p:nvCxnSpPr>
          <p:spPr>
            <a:xfrm rot="10800000" flipH="1">
              <a:off x="13154736" y="5621063"/>
              <a:ext cx="162600" cy="52200"/>
            </a:xfrm>
            <a:prstGeom prst="straightConnector1">
              <a:avLst/>
            </a:prstGeom>
            <a:noFill/>
            <a:ln w="9525" cap="flat" cmpd="sng">
              <a:solidFill>
                <a:srgbClr val="E4E4E3"/>
              </a:solidFill>
              <a:prstDash val="solid"/>
              <a:round/>
              <a:headEnd type="none" w="sm" len="sm"/>
              <a:tailEnd type="stealth" w="med" len="med"/>
            </a:ln>
          </p:spPr>
        </p:cxnSp>
        <p:cxnSp>
          <p:nvCxnSpPr>
            <p:cNvPr id="458" name="Google Shape;190;p1">
              <a:extLst>
                <a:ext uri="{FF2B5EF4-FFF2-40B4-BE49-F238E27FC236}">
                  <a16:creationId xmlns:a16="http://schemas.microsoft.com/office/drawing/2014/main" id="{E8E5BACA-4966-0533-B4C0-7F8F025C4FD8}"/>
                </a:ext>
              </a:extLst>
            </p:cNvPr>
            <p:cNvCxnSpPr>
              <a:stCxn id="37" idx="6"/>
              <a:endCxn id="38" idx="2"/>
            </p:cNvCxnSpPr>
            <p:nvPr/>
          </p:nvCxnSpPr>
          <p:spPr>
            <a:xfrm rot="10800000" flipH="1">
              <a:off x="13509582" y="5405984"/>
              <a:ext cx="189900" cy="215100"/>
            </a:xfrm>
            <a:prstGeom prst="straightConnector1">
              <a:avLst/>
            </a:prstGeom>
            <a:noFill/>
            <a:ln w="9525" cap="flat" cmpd="sng">
              <a:solidFill>
                <a:srgbClr val="E4E4E3"/>
              </a:solidFill>
              <a:prstDash val="solid"/>
              <a:round/>
              <a:headEnd type="none" w="sm" len="sm"/>
              <a:tailEnd type="stealth" w="med" len="med"/>
            </a:ln>
          </p:spPr>
        </p:cxnSp>
        <p:cxnSp>
          <p:nvCxnSpPr>
            <p:cNvPr id="459" name="Google Shape;191;p1">
              <a:extLst>
                <a:ext uri="{FF2B5EF4-FFF2-40B4-BE49-F238E27FC236}">
                  <a16:creationId xmlns:a16="http://schemas.microsoft.com/office/drawing/2014/main" id="{E68D9227-566E-CFA0-699A-3C10B3562754}"/>
                </a:ext>
              </a:extLst>
            </p:cNvPr>
            <p:cNvCxnSpPr>
              <a:stCxn id="33" idx="6"/>
              <a:endCxn id="35" idx="2"/>
            </p:cNvCxnSpPr>
            <p:nvPr/>
          </p:nvCxnSpPr>
          <p:spPr>
            <a:xfrm rot="10800000" flipH="1">
              <a:off x="12430043" y="5497061"/>
              <a:ext cx="560700" cy="152100"/>
            </a:xfrm>
            <a:prstGeom prst="straightConnector1">
              <a:avLst/>
            </a:prstGeom>
            <a:noFill/>
            <a:ln w="9525" cap="flat" cmpd="sng">
              <a:solidFill>
                <a:srgbClr val="E4E4E3"/>
              </a:solidFill>
              <a:prstDash val="solid"/>
              <a:round/>
              <a:headEnd type="none" w="sm" len="sm"/>
              <a:tailEnd type="stealth" w="med" len="med"/>
            </a:ln>
          </p:spPr>
        </p:cxnSp>
        <p:sp>
          <p:nvSpPr>
            <p:cNvPr id="461" name="Google Shape;188;p1">
              <a:extLst>
                <a:ext uri="{FF2B5EF4-FFF2-40B4-BE49-F238E27FC236}">
                  <a16:creationId xmlns:a16="http://schemas.microsoft.com/office/drawing/2014/main" id="{A6D99CE6-F1C0-56F7-FF10-94803A4D6117}"/>
                </a:ext>
              </a:extLst>
            </p:cNvPr>
            <p:cNvSpPr/>
            <p:nvPr/>
          </p:nvSpPr>
          <p:spPr>
            <a:xfrm>
              <a:off x="12361333" y="5843951"/>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465" name="Google Shape;192;p1">
              <a:extLst>
                <a:ext uri="{FF2B5EF4-FFF2-40B4-BE49-F238E27FC236}">
                  <a16:creationId xmlns:a16="http://schemas.microsoft.com/office/drawing/2014/main" id="{17CC40CD-B2C2-E76C-4078-85518683AAC5}"/>
                </a:ext>
              </a:extLst>
            </p:cNvPr>
            <p:cNvCxnSpPr>
              <a:stCxn id="35" idx="7"/>
              <a:endCxn id="36" idx="2"/>
            </p:cNvCxnSpPr>
            <p:nvPr/>
          </p:nvCxnSpPr>
          <p:spPr>
            <a:xfrm rot="10800000" flipH="1">
              <a:off x="13154747" y="5328685"/>
              <a:ext cx="174300" cy="98400"/>
            </a:xfrm>
            <a:prstGeom prst="straightConnector1">
              <a:avLst/>
            </a:prstGeom>
            <a:noFill/>
            <a:ln w="9525" cap="flat" cmpd="sng">
              <a:solidFill>
                <a:srgbClr val="E4E4E3"/>
              </a:solidFill>
              <a:prstDash val="solid"/>
              <a:round/>
              <a:headEnd type="none" w="sm" len="sm"/>
              <a:tailEnd type="stealth" w="med" len="med"/>
            </a:ln>
          </p:spPr>
        </p:cxnSp>
        <p:sp>
          <p:nvSpPr>
            <p:cNvPr id="466" name="Google Shape;182;p1">
              <a:extLst>
                <a:ext uri="{FF2B5EF4-FFF2-40B4-BE49-F238E27FC236}">
                  <a16:creationId xmlns:a16="http://schemas.microsoft.com/office/drawing/2014/main" id="{03A1D2B7-8254-A10B-62D6-B53E1A81FDAC}"/>
                </a:ext>
              </a:extLst>
            </p:cNvPr>
            <p:cNvSpPr/>
            <p:nvPr/>
          </p:nvSpPr>
          <p:spPr>
            <a:xfrm>
              <a:off x="12128466" y="579843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468" name="Google Shape;193;p1">
              <a:extLst>
                <a:ext uri="{FF2B5EF4-FFF2-40B4-BE49-F238E27FC236}">
                  <a16:creationId xmlns:a16="http://schemas.microsoft.com/office/drawing/2014/main" id="{30DF5671-AC2A-E428-DFD4-62A3647352FD}"/>
                </a:ext>
              </a:extLst>
            </p:cNvPr>
            <p:cNvCxnSpPr>
              <a:stCxn id="52" idx="6"/>
              <a:endCxn id="40" idx="2"/>
            </p:cNvCxnSpPr>
            <p:nvPr/>
          </p:nvCxnSpPr>
          <p:spPr>
            <a:xfrm>
              <a:off x="12002606" y="6583990"/>
              <a:ext cx="1258500" cy="148800"/>
            </a:xfrm>
            <a:prstGeom prst="straightConnector1">
              <a:avLst/>
            </a:prstGeom>
            <a:noFill/>
            <a:ln w="35850" cap="flat" cmpd="sng">
              <a:solidFill>
                <a:srgbClr val="E4E4E3"/>
              </a:solidFill>
              <a:prstDash val="solid"/>
              <a:round/>
              <a:headEnd type="stealth" w="med" len="med"/>
              <a:tailEnd type="none" w="sm" len="sm"/>
            </a:ln>
          </p:spPr>
        </p:cxnSp>
        <p:cxnSp>
          <p:nvCxnSpPr>
            <p:cNvPr id="470" name="Google Shape;194;p1">
              <a:extLst>
                <a:ext uri="{FF2B5EF4-FFF2-40B4-BE49-F238E27FC236}">
                  <a16:creationId xmlns:a16="http://schemas.microsoft.com/office/drawing/2014/main" id="{1D55A221-E2C9-A074-49F5-1C8EDAFD090C}"/>
                </a:ext>
              </a:extLst>
            </p:cNvPr>
            <p:cNvCxnSpPr>
              <a:stCxn id="44" idx="1"/>
              <a:endCxn id="46" idx="5"/>
            </p:cNvCxnSpPr>
            <p:nvPr/>
          </p:nvCxnSpPr>
          <p:spPr>
            <a:xfrm rot="10800000">
              <a:off x="11729045" y="5839432"/>
              <a:ext cx="1188600" cy="962700"/>
            </a:xfrm>
            <a:prstGeom prst="straightConnector1">
              <a:avLst/>
            </a:prstGeom>
            <a:noFill/>
            <a:ln w="9525" cap="flat" cmpd="sng">
              <a:solidFill>
                <a:schemeClr val="bg2">
                  <a:lumMod val="10000"/>
                </a:schemeClr>
              </a:solidFill>
              <a:prstDash val="solid"/>
              <a:round/>
              <a:headEnd type="none" w="sm" len="sm"/>
              <a:tailEnd type="stealth" w="med" len="med"/>
            </a:ln>
          </p:spPr>
        </p:cxnSp>
        <p:cxnSp>
          <p:nvCxnSpPr>
            <p:cNvPr id="471" name="Google Shape;195;p1">
              <a:extLst>
                <a:ext uri="{FF2B5EF4-FFF2-40B4-BE49-F238E27FC236}">
                  <a16:creationId xmlns:a16="http://schemas.microsoft.com/office/drawing/2014/main" id="{26E6FC65-06EE-B026-A943-88DCCA4D85D9}"/>
                </a:ext>
              </a:extLst>
            </p:cNvPr>
            <p:cNvCxnSpPr>
              <a:stCxn id="466" idx="3"/>
              <a:endCxn id="52" idx="7"/>
            </p:cNvCxnSpPr>
            <p:nvPr/>
          </p:nvCxnSpPr>
          <p:spPr>
            <a:xfrm flipH="1">
              <a:off x="11921428" y="5967439"/>
              <a:ext cx="235200" cy="415800"/>
            </a:xfrm>
            <a:prstGeom prst="straightConnector1">
              <a:avLst/>
            </a:prstGeom>
            <a:noFill/>
            <a:ln w="35850" cap="flat" cmpd="sng">
              <a:solidFill>
                <a:srgbClr val="E4E4E3"/>
              </a:solidFill>
              <a:prstDash val="solid"/>
              <a:round/>
              <a:headEnd type="none" w="sm" len="sm"/>
              <a:tailEnd type="stealth" w="med" len="med"/>
            </a:ln>
          </p:spPr>
        </p:cxnSp>
        <p:cxnSp>
          <p:nvCxnSpPr>
            <p:cNvPr id="472" name="Google Shape;196;p1">
              <a:extLst>
                <a:ext uri="{FF2B5EF4-FFF2-40B4-BE49-F238E27FC236}">
                  <a16:creationId xmlns:a16="http://schemas.microsoft.com/office/drawing/2014/main" id="{D6F36F9B-69FA-8A4A-E43D-3C98731CE827}"/>
                </a:ext>
              </a:extLst>
            </p:cNvPr>
            <p:cNvCxnSpPr>
              <a:stCxn id="461" idx="5"/>
              <a:endCxn id="44" idx="1"/>
            </p:cNvCxnSpPr>
            <p:nvPr/>
          </p:nvCxnSpPr>
          <p:spPr>
            <a:xfrm>
              <a:off x="12525471" y="6012955"/>
              <a:ext cx="392100" cy="789300"/>
            </a:xfrm>
            <a:prstGeom prst="straightConnector1">
              <a:avLst/>
            </a:prstGeom>
            <a:noFill/>
            <a:ln w="9525" cap="flat" cmpd="sng">
              <a:solidFill>
                <a:schemeClr val="bg2">
                  <a:lumMod val="10000"/>
                </a:schemeClr>
              </a:solidFill>
              <a:prstDash val="solid"/>
              <a:round/>
              <a:headEnd type="none" w="sm" len="sm"/>
              <a:tailEnd type="stealth" w="med" len="med"/>
            </a:ln>
          </p:spPr>
        </p:cxnSp>
        <p:cxnSp>
          <p:nvCxnSpPr>
            <p:cNvPr id="473" name="Google Shape;197;p1">
              <a:extLst>
                <a:ext uri="{FF2B5EF4-FFF2-40B4-BE49-F238E27FC236}">
                  <a16:creationId xmlns:a16="http://schemas.microsoft.com/office/drawing/2014/main" id="{CB6658F7-C504-0A24-5FD9-D4142F178F80}"/>
                </a:ext>
              </a:extLst>
            </p:cNvPr>
            <p:cNvCxnSpPr>
              <a:stCxn id="33" idx="6"/>
              <a:endCxn id="39" idx="2"/>
            </p:cNvCxnSpPr>
            <p:nvPr/>
          </p:nvCxnSpPr>
          <p:spPr>
            <a:xfrm>
              <a:off x="12430043" y="5649161"/>
              <a:ext cx="560700" cy="94200"/>
            </a:xfrm>
            <a:prstGeom prst="straightConnector1">
              <a:avLst/>
            </a:prstGeom>
            <a:noFill/>
            <a:ln w="9525" cap="flat" cmpd="sng">
              <a:solidFill>
                <a:schemeClr val="bg2">
                  <a:lumMod val="10000"/>
                </a:schemeClr>
              </a:solidFill>
              <a:prstDash val="solid"/>
              <a:round/>
              <a:headEnd type="none" w="sm" len="sm"/>
              <a:tailEnd type="stealth" w="med" len="med"/>
            </a:ln>
          </p:spPr>
        </p:cxnSp>
        <p:cxnSp>
          <p:nvCxnSpPr>
            <p:cNvPr id="478" name="Google Shape;198;p1">
              <a:extLst>
                <a:ext uri="{FF2B5EF4-FFF2-40B4-BE49-F238E27FC236}">
                  <a16:creationId xmlns:a16="http://schemas.microsoft.com/office/drawing/2014/main" id="{1038A67D-7AF3-4C67-BA90-5908EC6B55E6}"/>
                </a:ext>
              </a:extLst>
            </p:cNvPr>
            <p:cNvCxnSpPr>
              <a:stCxn id="461" idx="6"/>
              <a:endCxn id="45" idx="2"/>
            </p:cNvCxnSpPr>
            <p:nvPr/>
          </p:nvCxnSpPr>
          <p:spPr>
            <a:xfrm>
              <a:off x="12553633" y="5942951"/>
              <a:ext cx="770400" cy="255300"/>
            </a:xfrm>
            <a:prstGeom prst="straightConnector1">
              <a:avLst/>
            </a:prstGeom>
            <a:noFill/>
            <a:ln w="9525" cap="flat" cmpd="sng">
              <a:solidFill>
                <a:schemeClr val="tx1">
                  <a:lumMod val="20000"/>
                  <a:lumOff val="80000"/>
                </a:schemeClr>
              </a:solidFill>
              <a:prstDash val="solid"/>
              <a:round/>
              <a:headEnd type="none" w="sm" len="sm"/>
              <a:tailEnd type="stealth" w="med" len="med"/>
            </a:ln>
          </p:spPr>
        </p:cxnSp>
        <p:cxnSp>
          <p:nvCxnSpPr>
            <p:cNvPr id="479" name="Google Shape;199;p1">
              <a:extLst>
                <a:ext uri="{FF2B5EF4-FFF2-40B4-BE49-F238E27FC236}">
                  <a16:creationId xmlns:a16="http://schemas.microsoft.com/office/drawing/2014/main" id="{B60C4B96-054D-AB93-C0BD-DB138DFC9F06}"/>
                </a:ext>
              </a:extLst>
            </p:cNvPr>
            <p:cNvCxnSpPr>
              <a:stCxn id="461" idx="3"/>
              <a:endCxn id="52" idx="7"/>
            </p:cNvCxnSpPr>
            <p:nvPr/>
          </p:nvCxnSpPr>
          <p:spPr>
            <a:xfrm flipH="1">
              <a:off x="11921495" y="6012955"/>
              <a:ext cx="468000" cy="370200"/>
            </a:xfrm>
            <a:prstGeom prst="straightConnector1">
              <a:avLst/>
            </a:prstGeom>
            <a:noFill/>
            <a:ln w="9525" cap="flat" cmpd="sng">
              <a:solidFill>
                <a:schemeClr val="tx1">
                  <a:lumMod val="20000"/>
                  <a:lumOff val="80000"/>
                </a:schemeClr>
              </a:solidFill>
              <a:prstDash val="solid"/>
              <a:round/>
              <a:headEnd type="none" w="sm" len="sm"/>
              <a:tailEnd type="stealth" w="med" len="med"/>
            </a:ln>
          </p:spPr>
        </p:cxnSp>
        <p:cxnSp>
          <p:nvCxnSpPr>
            <p:cNvPr id="481" name="Google Shape;200;p1">
              <a:extLst>
                <a:ext uri="{FF2B5EF4-FFF2-40B4-BE49-F238E27FC236}">
                  <a16:creationId xmlns:a16="http://schemas.microsoft.com/office/drawing/2014/main" id="{9484F643-1557-3FF9-4D1D-6A585AC86DA0}"/>
                </a:ext>
              </a:extLst>
            </p:cNvPr>
            <p:cNvCxnSpPr>
              <a:stCxn id="461" idx="6"/>
              <a:endCxn id="40" idx="1"/>
            </p:cNvCxnSpPr>
            <p:nvPr/>
          </p:nvCxnSpPr>
          <p:spPr>
            <a:xfrm>
              <a:off x="12553633" y="5942951"/>
              <a:ext cx="755400" cy="670800"/>
            </a:xfrm>
            <a:prstGeom prst="straightConnector1">
              <a:avLst/>
            </a:prstGeom>
            <a:noFill/>
            <a:ln w="17925" cap="flat" cmpd="sng">
              <a:solidFill>
                <a:schemeClr val="tx1">
                  <a:lumMod val="20000"/>
                  <a:lumOff val="80000"/>
                </a:schemeClr>
              </a:solidFill>
              <a:prstDash val="solid"/>
              <a:round/>
              <a:headEnd type="none" w="sm" len="sm"/>
              <a:tailEnd type="stealth" w="med" len="med"/>
            </a:ln>
          </p:spPr>
        </p:cxnSp>
      </p:grpSp>
      <p:cxnSp>
        <p:nvCxnSpPr>
          <p:cNvPr id="9" name="Straight Connector 8">
            <a:extLst>
              <a:ext uri="{FF2B5EF4-FFF2-40B4-BE49-F238E27FC236}">
                <a16:creationId xmlns:a16="http://schemas.microsoft.com/office/drawing/2014/main" id="{A2EA117D-A0F1-05CB-D5A7-86BABFE1377F}"/>
              </a:ext>
            </a:extLst>
          </p:cNvPr>
          <p:cNvCxnSpPr>
            <a:stCxn id="359" idx="3"/>
            <a:endCxn id="338" idx="7"/>
          </p:cNvCxnSpPr>
          <p:nvPr/>
        </p:nvCxnSpPr>
        <p:spPr>
          <a:xfrm flipH="1">
            <a:off x="8399404" y="6857889"/>
            <a:ext cx="192599" cy="171018"/>
          </a:xfrm>
          <a:prstGeom prst="line">
            <a:avLst/>
          </a:prstGeom>
          <a:noFill/>
          <a:ln w="95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19" name="Straight Connector 18">
            <a:extLst>
              <a:ext uri="{FF2B5EF4-FFF2-40B4-BE49-F238E27FC236}">
                <a16:creationId xmlns:a16="http://schemas.microsoft.com/office/drawing/2014/main" id="{0FD6BF74-DC7E-88BC-C588-0DAAB556E315}"/>
              </a:ext>
            </a:extLst>
          </p:cNvPr>
          <p:cNvCxnSpPr>
            <a:cxnSpLocks/>
            <a:stCxn id="359" idx="5"/>
            <a:endCxn id="329" idx="1"/>
          </p:cNvCxnSpPr>
          <p:nvPr/>
        </p:nvCxnSpPr>
        <p:spPr>
          <a:xfrm>
            <a:off x="8647968" y="6857889"/>
            <a:ext cx="161412" cy="364517"/>
          </a:xfrm>
          <a:prstGeom prst="line">
            <a:avLst/>
          </a:prstGeom>
          <a:noFill/>
          <a:ln w="95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26" name="Straight Connector 25">
            <a:extLst>
              <a:ext uri="{FF2B5EF4-FFF2-40B4-BE49-F238E27FC236}">
                <a16:creationId xmlns:a16="http://schemas.microsoft.com/office/drawing/2014/main" id="{99482763-7FCE-F7CE-4A77-44ABDDDD15DB}"/>
              </a:ext>
            </a:extLst>
          </p:cNvPr>
          <p:cNvCxnSpPr>
            <a:stCxn id="359" idx="6"/>
            <a:endCxn id="328" idx="1"/>
          </p:cNvCxnSpPr>
          <p:nvPr/>
        </p:nvCxnSpPr>
        <p:spPr>
          <a:xfrm>
            <a:off x="8659559" y="6825554"/>
            <a:ext cx="310966" cy="309850"/>
          </a:xfrm>
          <a:prstGeom prst="line">
            <a:avLst/>
          </a:prstGeom>
          <a:noFill/>
          <a:ln w="127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2" name="Straight Connector 41">
            <a:extLst>
              <a:ext uri="{FF2B5EF4-FFF2-40B4-BE49-F238E27FC236}">
                <a16:creationId xmlns:a16="http://schemas.microsoft.com/office/drawing/2014/main" id="{B9A8A99B-019C-EB0A-AF61-12A2FD69FCDA}"/>
              </a:ext>
            </a:extLst>
          </p:cNvPr>
          <p:cNvCxnSpPr>
            <a:stCxn id="359" idx="6"/>
            <a:endCxn id="331" idx="2"/>
          </p:cNvCxnSpPr>
          <p:nvPr/>
        </p:nvCxnSpPr>
        <p:spPr>
          <a:xfrm>
            <a:off x="8659559" y="6825554"/>
            <a:ext cx="317138" cy="117876"/>
          </a:xfrm>
          <a:prstGeom prst="line">
            <a:avLst/>
          </a:prstGeom>
          <a:noFill/>
          <a:ln w="95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8" name="Straight Connector 47">
            <a:extLst>
              <a:ext uri="{FF2B5EF4-FFF2-40B4-BE49-F238E27FC236}">
                <a16:creationId xmlns:a16="http://schemas.microsoft.com/office/drawing/2014/main" id="{4260E08D-7670-2573-2944-B582DCAB150A}"/>
              </a:ext>
            </a:extLst>
          </p:cNvPr>
          <p:cNvCxnSpPr>
            <a:cxnSpLocks/>
            <a:stCxn id="359" idx="7"/>
            <a:endCxn id="327" idx="2"/>
          </p:cNvCxnSpPr>
          <p:nvPr/>
        </p:nvCxnSpPr>
        <p:spPr>
          <a:xfrm flipV="1">
            <a:off x="8647968" y="6733320"/>
            <a:ext cx="191438" cy="59899"/>
          </a:xfrm>
          <a:prstGeom prst="line">
            <a:avLst/>
          </a:prstGeom>
          <a:noFill/>
          <a:ln w="127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368" name="Line">
            <a:extLst>
              <a:ext uri="{FF2B5EF4-FFF2-40B4-BE49-F238E27FC236}">
                <a16:creationId xmlns:a16="http://schemas.microsoft.com/office/drawing/2014/main" id="{FCCDD5FE-F4D1-20C9-61F8-480FFBD79916}"/>
              </a:ext>
            </a:extLst>
          </p:cNvPr>
          <p:cNvSpPr/>
          <p:nvPr/>
        </p:nvSpPr>
        <p:spPr>
          <a:xfrm flipV="1">
            <a:off x="4522135" y="1950770"/>
            <a:ext cx="0" cy="426545"/>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441" name="Line">
            <a:extLst>
              <a:ext uri="{FF2B5EF4-FFF2-40B4-BE49-F238E27FC236}">
                <a16:creationId xmlns:a16="http://schemas.microsoft.com/office/drawing/2014/main" id="{75C19BF6-0AE4-7030-0BD3-7F65A6F512C7}"/>
              </a:ext>
            </a:extLst>
          </p:cNvPr>
          <p:cNvSpPr/>
          <p:nvPr/>
        </p:nvSpPr>
        <p:spPr>
          <a:xfrm flipV="1">
            <a:off x="4528417" y="2925125"/>
            <a:ext cx="0" cy="426545"/>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442" name="Line">
            <a:extLst>
              <a:ext uri="{FF2B5EF4-FFF2-40B4-BE49-F238E27FC236}">
                <a16:creationId xmlns:a16="http://schemas.microsoft.com/office/drawing/2014/main" id="{286DAD08-6344-9B99-823B-61A9EB7E81E1}"/>
              </a:ext>
            </a:extLst>
          </p:cNvPr>
          <p:cNvSpPr/>
          <p:nvPr/>
        </p:nvSpPr>
        <p:spPr>
          <a:xfrm flipV="1">
            <a:off x="4522135" y="3712979"/>
            <a:ext cx="0" cy="616883"/>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443" name="Line">
            <a:extLst>
              <a:ext uri="{FF2B5EF4-FFF2-40B4-BE49-F238E27FC236}">
                <a16:creationId xmlns:a16="http://schemas.microsoft.com/office/drawing/2014/main" id="{42EE5ABC-B230-622D-8F95-877D2DC2C6CD}"/>
              </a:ext>
            </a:extLst>
          </p:cNvPr>
          <p:cNvSpPr/>
          <p:nvPr/>
        </p:nvSpPr>
        <p:spPr>
          <a:xfrm flipV="1">
            <a:off x="4522135" y="4885657"/>
            <a:ext cx="0" cy="859416"/>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444" name="Line">
            <a:extLst>
              <a:ext uri="{FF2B5EF4-FFF2-40B4-BE49-F238E27FC236}">
                <a16:creationId xmlns:a16="http://schemas.microsoft.com/office/drawing/2014/main" id="{ECFB25F0-0FF3-8E34-54FC-871D7EFD17EB}"/>
              </a:ext>
            </a:extLst>
          </p:cNvPr>
          <p:cNvSpPr/>
          <p:nvPr/>
        </p:nvSpPr>
        <p:spPr>
          <a:xfrm flipV="1">
            <a:off x="4522135" y="6345871"/>
            <a:ext cx="0" cy="1081129"/>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445" name="Line">
            <a:extLst>
              <a:ext uri="{FF2B5EF4-FFF2-40B4-BE49-F238E27FC236}">
                <a16:creationId xmlns:a16="http://schemas.microsoft.com/office/drawing/2014/main" id="{03BFF0C5-2A55-49C0-2C83-06E109C669F9}"/>
              </a:ext>
            </a:extLst>
          </p:cNvPr>
          <p:cNvSpPr/>
          <p:nvPr/>
        </p:nvSpPr>
        <p:spPr>
          <a:xfrm flipV="1">
            <a:off x="4526280" y="8228494"/>
            <a:ext cx="0" cy="426545"/>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513" name="TextBox 512">
            <a:extLst>
              <a:ext uri="{FF2B5EF4-FFF2-40B4-BE49-F238E27FC236}">
                <a16:creationId xmlns:a16="http://schemas.microsoft.com/office/drawing/2014/main" id="{0C21D86A-00A3-A497-60C3-38232EDB4B0E}"/>
              </a:ext>
            </a:extLst>
          </p:cNvPr>
          <p:cNvSpPr txBox="1"/>
          <p:nvPr/>
        </p:nvSpPr>
        <p:spPr>
          <a:xfrm>
            <a:off x="3840480" y="3761082"/>
            <a:ext cx="582846" cy="46927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Node/</a:t>
            </a:r>
          </a:p>
          <a:p>
            <a:pPr marL="0" marR="0" indent="0" algn="ctr" defTabSz="584200" rtl="0" fontAlgn="auto" latinLnBrk="0" hangingPunct="0">
              <a:lnSpc>
                <a:spcPct val="100000"/>
              </a:lnSpc>
              <a:spcBef>
                <a:spcPts val="200"/>
              </a:spcBef>
              <a:spcAft>
                <a:spcPts val="0"/>
              </a:spcAft>
              <a:buClrTx/>
              <a:buSzTx/>
              <a:buFontTx/>
              <a:buNone/>
              <a:tabLst/>
            </a:pPr>
            <a:r>
              <a:rPr lang="en-US" sz="1000" b="0" dirty="0"/>
              <a:t>Edgelist</a:t>
            </a:r>
            <a:endParaRPr kumimoji="0" lang="en-US" sz="1000" b="0" i="0" u="none" strike="noStrike" cap="none" spc="0" normalizeH="0" baseline="0" dirty="0">
              <a:ln>
                <a:noFill/>
              </a:ln>
              <a:solidFill>
                <a:srgbClr val="4C4C4C"/>
              </a:solidFill>
              <a:effectLst/>
              <a:uFillTx/>
              <a:sym typeface="Source Sans Pro"/>
            </a:endParaRPr>
          </a:p>
        </p:txBody>
      </p:sp>
      <p:sp>
        <p:nvSpPr>
          <p:cNvPr id="529" name="Manipulate Variables">
            <a:extLst>
              <a:ext uri="{FF2B5EF4-FFF2-40B4-BE49-F238E27FC236}">
                <a16:creationId xmlns:a16="http://schemas.microsoft.com/office/drawing/2014/main" id="{509E0D80-2152-A0D5-63B0-6449FD47EFB9}"/>
              </a:ext>
            </a:extLst>
          </p:cNvPr>
          <p:cNvSpPr txBox="1"/>
          <p:nvPr/>
        </p:nvSpPr>
        <p:spPr>
          <a:xfrm>
            <a:off x="274320" y="3291840"/>
            <a:ext cx="1800173"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Downloaders</a:t>
            </a:r>
            <a:endParaRPr dirty="0"/>
          </a:p>
        </p:txBody>
      </p:sp>
      <p:sp>
        <p:nvSpPr>
          <p:cNvPr id="5" name="TextBox 4">
            <a:extLst>
              <a:ext uri="{FF2B5EF4-FFF2-40B4-BE49-F238E27FC236}">
                <a16:creationId xmlns:a16="http://schemas.microsoft.com/office/drawing/2014/main" id="{BE2FD28E-4AD2-9EF3-E0D9-608905EB17B7}"/>
              </a:ext>
            </a:extLst>
          </p:cNvPr>
          <p:cNvSpPr txBox="1"/>
          <p:nvPr/>
        </p:nvSpPr>
        <p:spPr>
          <a:xfrm>
            <a:off x="6080760" y="10327008"/>
            <a:ext cx="7747698" cy="5000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000" b="0" dirty="0">
                <a:solidFill>
                  <a:schemeClr val="tx1"/>
                </a:solidFill>
                <a:hlinkClick r:id="rId7">
                  <a:extLst>
                    <a:ext uri="{A12FA001-AC4F-418D-AE19-62706E023703}">
                      <ahyp:hlinkClr xmlns:ahyp="http://schemas.microsoft.com/office/drawing/2018/hyperlinkcolor" val="tx"/>
                    </a:ext>
                  </a:extLst>
                </a:hlinkClick>
              </a:rPr>
              <a:t>CC BY SA</a:t>
            </a:r>
            <a:r>
              <a:rPr lang="en-US" sz="1000" b="0" dirty="0">
                <a:solidFill>
                  <a:schemeClr val="tx1"/>
                </a:solidFill>
              </a:rPr>
              <a:t> Jared Seto</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 Carlos Paradis • Kai</a:t>
            </a:r>
            <a:r>
              <a:rPr kumimoji="0" lang="haw-US" sz="1000" b="0" i="0" u="none" strike="noStrike" cap="none" spc="0" normalizeH="0" baseline="0">
                <a:ln>
                  <a:noFill/>
                </a:ln>
                <a:solidFill>
                  <a:schemeClr val="tx1"/>
                </a:solidFill>
                <a:effectLst/>
                <a:uFillTx/>
                <a:latin typeface="Source Sans Pro"/>
                <a:ea typeface="Source Sans Pro"/>
                <a:cs typeface="Source Sans Pro"/>
                <a:sym typeface="Source Sans Pro"/>
              </a:rPr>
              <a:t>ā</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ulu package version 0.0.0.9700 (in development) •  Updated: 2026-04</a:t>
            </a: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cxnSp>
        <p:nvCxnSpPr>
          <p:cNvPr id="519" name="Connector: Elbow 518">
            <a:extLst>
              <a:ext uri="{FF2B5EF4-FFF2-40B4-BE49-F238E27FC236}">
                <a16:creationId xmlns:a16="http://schemas.microsoft.com/office/drawing/2014/main" id="{18CB7E74-8BFD-97CC-E26D-129A07648094}"/>
              </a:ext>
            </a:extLst>
          </p:cNvPr>
          <p:cNvCxnSpPr>
            <a:cxnSpLocks/>
            <a:endCxn id="421" idx="1"/>
          </p:cNvCxnSpPr>
          <p:nvPr/>
        </p:nvCxnSpPr>
        <p:spPr>
          <a:xfrm flipV="1">
            <a:off x="5301583" y="8491055"/>
            <a:ext cx="4573937" cy="517368"/>
          </a:xfrm>
          <a:prstGeom prst="bentConnector3">
            <a:avLst>
              <a:gd name="adj1" fmla="val 95814"/>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547" name="Connector: Elbow 546">
            <a:extLst>
              <a:ext uri="{FF2B5EF4-FFF2-40B4-BE49-F238E27FC236}">
                <a16:creationId xmlns:a16="http://schemas.microsoft.com/office/drawing/2014/main" id="{E3CE73EF-24A3-5AB6-DB26-E498D46593F4}"/>
              </a:ext>
            </a:extLst>
          </p:cNvPr>
          <p:cNvCxnSpPr>
            <a:stCxn id="529" idx="3"/>
            <a:endCxn id="447" idx="1"/>
          </p:cNvCxnSpPr>
          <p:nvPr/>
        </p:nvCxnSpPr>
        <p:spPr>
          <a:xfrm flipV="1">
            <a:off x="2074493" y="2148962"/>
            <a:ext cx="1765987" cy="1312893"/>
          </a:xfrm>
          <a:prstGeom prst="bentConnector3">
            <a:avLst>
              <a:gd name="adj1" fmla="val 79872"/>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550" name="Straight Connector 549">
            <a:extLst>
              <a:ext uri="{FF2B5EF4-FFF2-40B4-BE49-F238E27FC236}">
                <a16:creationId xmlns:a16="http://schemas.microsoft.com/office/drawing/2014/main" id="{2C60032C-D8EF-F946-04CA-4BD7ED3D6C45}"/>
              </a:ext>
            </a:extLst>
          </p:cNvPr>
          <p:cNvCxnSpPr>
            <a:cxnSpLocks/>
            <a:stCxn id="488" idx="3"/>
            <a:endCxn id="512" idx="1"/>
          </p:cNvCxnSpPr>
          <p:nvPr/>
        </p:nvCxnSpPr>
        <p:spPr>
          <a:xfrm flipV="1">
            <a:off x="1292227" y="3099580"/>
            <a:ext cx="2548253" cy="2099635"/>
          </a:xfrm>
          <a:prstGeom prst="bentConnector3">
            <a:avLst>
              <a:gd name="adj1" fmla="val 90535"/>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556" name="Connector: Elbow 555">
            <a:extLst>
              <a:ext uri="{FF2B5EF4-FFF2-40B4-BE49-F238E27FC236}">
                <a16:creationId xmlns:a16="http://schemas.microsoft.com/office/drawing/2014/main" id="{FC091CE2-7C22-0131-598C-AA1CD812BF90}"/>
              </a:ext>
            </a:extLst>
          </p:cNvPr>
          <p:cNvCxnSpPr>
            <a:cxnSpLocks/>
            <a:stCxn id="326" idx="3"/>
            <a:endCxn id="513" idx="1"/>
          </p:cNvCxnSpPr>
          <p:nvPr/>
        </p:nvCxnSpPr>
        <p:spPr>
          <a:xfrm flipV="1">
            <a:off x="2100141" y="3995721"/>
            <a:ext cx="1740339" cy="3489494"/>
          </a:xfrm>
          <a:prstGeom prst="bentConnector3">
            <a:avLst>
              <a:gd name="adj1" fmla="val 91839"/>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565" name="Connector: Elbow 564">
            <a:extLst>
              <a:ext uri="{FF2B5EF4-FFF2-40B4-BE49-F238E27FC236}">
                <a16:creationId xmlns:a16="http://schemas.microsoft.com/office/drawing/2014/main" id="{7C90B8F8-890F-2660-3958-F493DAF7F56F}"/>
              </a:ext>
            </a:extLst>
          </p:cNvPr>
          <p:cNvCxnSpPr>
            <a:stCxn id="28" idx="2"/>
            <a:endCxn id="12" idx="0"/>
          </p:cNvCxnSpPr>
          <p:nvPr/>
        </p:nvCxnSpPr>
        <p:spPr>
          <a:xfrm rot="16200000" flipH="1">
            <a:off x="5549608" y="2703047"/>
            <a:ext cx="261031" cy="2153"/>
          </a:xfrm>
          <a:prstGeom prst="bentConnector3">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566" name="Connector: Elbow 565">
            <a:extLst>
              <a:ext uri="{FF2B5EF4-FFF2-40B4-BE49-F238E27FC236}">
                <a16:creationId xmlns:a16="http://schemas.microsoft.com/office/drawing/2014/main" id="{01165DCC-ACDA-BDF6-0771-A6D51C82EE17}"/>
              </a:ext>
            </a:extLst>
          </p:cNvPr>
          <p:cNvCxnSpPr>
            <a:cxnSpLocks/>
            <a:stCxn id="20" idx="2"/>
            <a:endCxn id="15" idx="0"/>
          </p:cNvCxnSpPr>
          <p:nvPr/>
        </p:nvCxnSpPr>
        <p:spPr>
          <a:xfrm rot="16200000" flipH="1">
            <a:off x="6777668" y="2684172"/>
            <a:ext cx="288585" cy="12350"/>
          </a:xfrm>
          <a:prstGeom prst="bentConnector3">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569" name="Connector: Elbow 568">
            <a:extLst>
              <a:ext uri="{FF2B5EF4-FFF2-40B4-BE49-F238E27FC236}">
                <a16:creationId xmlns:a16="http://schemas.microsoft.com/office/drawing/2014/main" id="{CA0B4DFA-E11E-96EF-F1C0-7A13F32CA2C3}"/>
              </a:ext>
            </a:extLst>
          </p:cNvPr>
          <p:cNvCxnSpPr>
            <a:cxnSpLocks/>
            <a:stCxn id="24" idx="2"/>
            <a:endCxn id="18" idx="0"/>
          </p:cNvCxnSpPr>
          <p:nvPr/>
        </p:nvCxnSpPr>
        <p:spPr>
          <a:xfrm rot="16200000" flipH="1">
            <a:off x="8050345" y="2680382"/>
            <a:ext cx="302822" cy="5694"/>
          </a:xfrm>
          <a:prstGeom prst="bentConnector3">
            <a:avLst>
              <a:gd name="adj1" fmla="val 50000"/>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572" name="Connector: Elbow 571">
            <a:extLst>
              <a:ext uri="{FF2B5EF4-FFF2-40B4-BE49-F238E27FC236}">
                <a16:creationId xmlns:a16="http://schemas.microsoft.com/office/drawing/2014/main" id="{00A74A40-CBCB-8BEE-3A4F-FADF5EC2E9A8}"/>
              </a:ext>
            </a:extLst>
          </p:cNvPr>
          <p:cNvCxnSpPr>
            <a:cxnSpLocks/>
            <a:stCxn id="12" idx="2"/>
          </p:cNvCxnSpPr>
          <p:nvPr/>
        </p:nvCxnSpPr>
        <p:spPr>
          <a:xfrm rot="16200000" flipH="1">
            <a:off x="5570266" y="3539329"/>
            <a:ext cx="223234" cy="1366"/>
          </a:xfrm>
          <a:prstGeom prst="bentConnector3">
            <a:avLst>
              <a:gd name="adj1" fmla="val 50000"/>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575" name="Connector: Elbow 574">
            <a:extLst>
              <a:ext uri="{FF2B5EF4-FFF2-40B4-BE49-F238E27FC236}">
                <a16:creationId xmlns:a16="http://schemas.microsoft.com/office/drawing/2014/main" id="{33C30B9F-BF09-F7B9-1D35-35E506BA16E1}"/>
              </a:ext>
            </a:extLst>
          </p:cNvPr>
          <p:cNvCxnSpPr>
            <a:cxnSpLocks/>
            <a:stCxn id="15" idx="2"/>
          </p:cNvCxnSpPr>
          <p:nvPr/>
        </p:nvCxnSpPr>
        <p:spPr>
          <a:xfrm rot="5400000">
            <a:off x="6822937" y="3533593"/>
            <a:ext cx="210396" cy="0"/>
          </a:xfrm>
          <a:prstGeom prst="bentConnector3">
            <a:avLst>
              <a:gd name="adj1" fmla="val 50000"/>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261" name="Connector: Elbow 260">
            <a:extLst>
              <a:ext uri="{FF2B5EF4-FFF2-40B4-BE49-F238E27FC236}">
                <a16:creationId xmlns:a16="http://schemas.microsoft.com/office/drawing/2014/main" id="{EB308AC9-03E3-3F12-2B5F-733D09DA1216}"/>
              </a:ext>
            </a:extLst>
          </p:cNvPr>
          <p:cNvCxnSpPr>
            <a:cxnSpLocks/>
            <a:stCxn id="18" idx="2"/>
          </p:cNvCxnSpPr>
          <p:nvPr/>
        </p:nvCxnSpPr>
        <p:spPr>
          <a:xfrm rot="5400000">
            <a:off x="8099447" y="3533551"/>
            <a:ext cx="210312" cy="0"/>
          </a:xfrm>
          <a:prstGeom prst="bentConnector3">
            <a:avLst>
              <a:gd name="adj1" fmla="val 50000"/>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355" name="Connector: Elbow 354">
            <a:extLst>
              <a:ext uri="{FF2B5EF4-FFF2-40B4-BE49-F238E27FC236}">
                <a16:creationId xmlns:a16="http://schemas.microsoft.com/office/drawing/2014/main" id="{80146F66-DC8B-693C-ABB8-0B9EFDA255B6}"/>
              </a:ext>
            </a:extLst>
          </p:cNvPr>
          <p:cNvCxnSpPr>
            <a:cxnSpLocks/>
            <a:endCxn id="369" idx="1"/>
          </p:cNvCxnSpPr>
          <p:nvPr/>
        </p:nvCxnSpPr>
        <p:spPr>
          <a:xfrm rot="16200000" flipH="1">
            <a:off x="5457123" y="4535855"/>
            <a:ext cx="664634" cy="213754"/>
          </a:xfrm>
          <a:prstGeom prst="bentConnector2">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sp>
        <p:nvSpPr>
          <p:cNvPr id="369" name="TextBox 368">
            <a:extLst>
              <a:ext uri="{FF2B5EF4-FFF2-40B4-BE49-F238E27FC236}">
                <a16:creationId xmlns:a16="http://schemas.microsoft.com/office/drawing/2014/main" id="{BFF3E9CF-8565-959C-24A5-1F21DB67C554}"/>
              </a:ext>
            </a:extLst>
          </p:cNvPr>
          <p:cNvSpPr txBox="1"/>
          <p:nvPr/>
        </p:nvSpPr>
        <p:spPr>
          <a:xfrm>
            <a:off x="5896317" y="4604475"/>
            <a:ext cx="2124618" cy="74114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a:p>
            <a:pPr marL="0" marR="0" indent="0" algn="l" defTabSz="584200" rtl="0" fontAlgn="auto" latinLnBrk="0" hangingPunct="0">
              <a:lnSpc>
                <a:spcPct val="100000"/>
              </a:lnSpc>
              <a:spcBef>
                <a:spcPts val="200"/>
              </a:spcBef>
              <a:spcAft>
                <a:spcPts val="0"/>
              </a:spcAft>
              <a:buClrTx/>
              <a:buSzTx/>
              <a:buFontTx/>
              <a:buNone/>
              <a:tabLst/>
            </a:pPr>
            <a:endParaRPr lang="en-US" dirty="0"/>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cxnSp>
        <p:nvCxnSpPr>
          <p:cNvPr id="382" name="Connector: Elbow 381">
            <a:extLst>
              <a:ext uri="{FF2B5EF4-FFF2-40B4-BE49-F238E27FC236}">
                <a16:creationId xmlns:a16="http://schemas.microsoft.com/office/drawing/2014/main" id="{C280F63F-007A-386C-4DFF-8F1BCD28A095}"/>
              </a:ext>
            </a:extLst>
          </p:cNvPr>
          <p:cNvCxnSpPr>
            <a:cxnSpLocks/>
            <a:endCxn id="369" idx="0"/>
          </p:cNvCxnSpPr>
          <p:nvPr/>
        </p:nvCxnSpPr>
        <p:spPr>
          <a:xfrm rot="16200000" flipH="1">
            <a:off x="6776146" y="4452487"/>
            <a:ext cx="303976" cy="0"/>
          </a:xfrm>
          <a:prstGeom prst="bentConnector3">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425" name="Connector: Elbow 424">
            <a:extLst>
              <a:ext uri="{FF2B5EF4-FFF2-40B4-BE49-F238E27FC236}">
                <a16:creationId xmlns:a16="http://schemas.microsoft.com/office/drawing/2014/main" id="{DBF48220-7B55-40C1-9434-1E2E3BDF9456}"/>
              </a:ext>
            </a:extLst>
          </p:cNvPr>
          <p:cNvCxnSpPr>
            <a:cxnSpLocks/>
            <a:endCxn id="369" idx="3"/>
          </p:cNvCxnSpPr>
          <p:nvPr/>
        </p:nvCxnSpPr>
        <p:spPr>
          <a:xfrm rot="5400000">
            <a:off x="7747432" y="4530189"/>
            <a:ext cx="718364" cy="171357"/>
          </a:xfrm>
          <a:prstGeom prst="bentConnector2">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433" name="Connector: Elbow 432">
            <a:extLst>
              <a:ext uri="{FF2B5EF4-FFF2-40B4-BE49-F238E27FC236}">
                <a16:creationId xmlns:a16="http://schemas.microsoft.com/office/drawing/2014/main" id="{719748FA-85F9-FF56-2192-10CC43A53C54}"/>
              </a:ext>
            </a:extLst>
          </p:cNvPr>
          <p:cNvCxnSpPr>
            <a:cxnSpLocks/>
          </p:cNvCxnSpPr>
          <p:nvPr/>
        </p:nvCxnSpPr>
        <p:spPr>
          <a:xfrm rot="5400000">
            <a:off x="6675120" y="6223177"/>
            <a:ext cx="580803" cy="0"/>
          </a:xfrm>
          <a:prstGeom prst="bentConnector3">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436" name="Connector: Elbow 435">
            <a:extLst>
              <a:ext uri="{FF2B5EF4-FFF2-40B4-BE49-F238E27FC236}">
                <a16:creationId xmlns:a16="http://schemas.microsoft.com/office/drawing/2014/main" id="{C2601020-2884-3A6F-FD9B-9C693AC96834}"/>
              </a:ext>
            </a:extLst>
          </p:cNvPr>
          <p:cNvCxnSpPr>
            <a:cxnSpLocks/>
            <a:stCxn id="440" idx="1"/>
          </p:cNvCxnSpPr>
          <p:nvPr/>
        </p:nvCxnSpPr>
        <p:spPr>
          <a:xfrm rot="10800000" flipV="1">
            <a:off x="5466126" y="5555851"/>
            <a:ext cx="439624" cy="591063"/>
          </a:xfrm>
          <a:prstGeom prst="bentConnector2">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sp>
        <p:nvSpPr>
          <p:cNvPr id="440" name="TextBox 439">
            <a:extLst>
              <a:ext uri="{FF2B5EF4-FFF2-40B4-BE49-F238E27FC236}">
                <a16:creationId xmlns:a16="http://schemas.microsoft.com/office/drawing/2014/main" id="{536D7715-25FB-F52B-BCB5-26D145159FDA}"/>
              </a:ext>
            </a:extLst>
          </p:cNvPr>
          <p:cNvSpPr txBox="1"/>
          <p:nvPr/>
        </p:nvSpPr>
        <p:spPr>
          <a:xfrm>
            <a:off x="5905750" y="5185278"/>
            <a:ext cx="2124618" cy="74114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a:p>
            <a:pPr marL="0" marR="0" indent="0" algn="l" defTabSz="584200" rtl="0" fontAlgn="auto" latinLnBrk="0" hangingPunct="0">
              <a:lnSpc>
                <a:spcPct val="100000"/>
              </a:lnSpc>
              <a:spcBef>
                <a:spcPts val="200"/>
              </a:spcBef>
              <a:spcAft>
                <a:spcPts val="0"/>
              </a:spcAft>
              <a:buClrTx/>
              <a:buSzTx/>
              <a:buFontTx/>
              <a:buNone/>
              <a:tabLst/>
            </a:pPr>
            <a:endParaRPr lang="en-US" dirty="0"/>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cxnSp>
        <p:nvCxnSpPr>
          <p:cNvPr id="576" name="Connector: Elbow 575">
            <a:extLst>
              <a:ext uri="{FF2B5EF4-FFF2-40B4-BE49-F238E27FC236}">
                <a16:creationId xmlns:a16="http://schemas.microsoft.com/office/drawing/2014/main" id="{BCFF4E0E-4689-6EF4-ADAF-11BA1061F522}"/>
              </a:ext>
            </a:extLst>
          </p:cNvPr>
          <p:cNvCxnSpPr>
            <a:cxnSpLocks/>
            <a:stCxn id="440" idx="3"/>
          </p:cNvCxnSpPr>
          <p:nvPr/>
        </p:nvCxnSpPr>
        <p:spPr>
          <a:xfrm>
            <a:off x="8030368" y="5555852"/>
            <a:ext cx="542787" cy="893070"/>
          </a:xfrm>
          <a:prstGeom prst="bentConnector2">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580" name="Connector: Elbow 579">
            <a:extLst>
              <a:ext uri="{FF2B5EF4-FFF2-40B4-BE49-F238E27FC236}">
                <a16:creationId xmlns:a16="http://schemas.microsoft.com/office/drawing/2014/main" id="{34DB883A-CEE3-529F-9450-AC0DE148B9EC}"/>
              </a:ext>
            </a:extLst>
          </p:cNvPr>
          <p:cNvCxnSpPr>
            <a:cxnSpLocks/>
            <a:endCxn id="258" idx="1"/>
          </p:cNvCxnSpPr>
          <p:nvPr/>
        </p:nvCxnSpPr>
        <p:spPr>
          <a:xfrm>
            <a:off x="5705594" y="7554120"/>
            <a:ext cx="1064272" cy="896502"/>
          </a:xfrm>
          <a:prstGeom prst="bentConnector3">
            <a:avLst>
              <a:gd name="adj1" fmla="val -119"/>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583" name="Connector: Elbow 582">
            <a:extLst>
              <a:ext uri="{FF2B5EF4-FFF2-40B4-BE49-F238E27FC236}">
                <a16:creationId xmlns:a16="http://schemas.microsoft.com/office/drawing/2014/main" id="{C8452EFF-77D5-30E0-C62D-FECEF61FA473}"/>
              </a:ext>
            </a:extLst>
          </p:cNvPr>
          <p:cNvCxnSpPr>
            <a:cxnSpLocks/>
          </p:cNvCxnSpPr>
          <p:nvPr/>
        </p:nvCxnSpPr>
        <p:spPr>
          <a:xfrm rot="5400000">
            <a:off x="6583680" y="7835471"/>
            <a:ext cx="800034" cy="0"/>
          </a:xfrm>
          <a:prstGeom prst="bentConnector3">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588" name="Connector: Elbow 587">
            <a:extLst>
              <a:ext uri="{FF2B5EF4-FFF2-40B4-BE49-F238E27FC236}">
                <a16:creationId xmlns:a16="http://schemas.microsoft.com/office/drawing/2014/main" id="{7C96047F-4905-CCF8-DB84-31DDA93302C1}"/>
              </a:ext>
            </a:extLst>
          </p:cNvPr>
          <p:cNvCxnSpPr>
            <a:cxnSpLocks/>
            <a:endCxn id="258" idx="3"/>
          </p:cNvCxnSpPr>
          <p:nvPr/>
        </p:nvCxnSpPr>
        <p:spPr>
          <a:xfrm rot="10800000" flipV="1">
            <a:off x="7276368" y="7477246"/>
            <a:ext cx="1371600" cy="973376"/>
          </a:xfrm>
          <a:prstGeom prst="bentConnector3">
            <a:avLst>
              <a:gd name="adj1" fmla="val 1055"/>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grpSp>
        <p:nvGrpSpPr>
          <p:cNvPr id="31" name="Group 30">
            <a:extLst>
              <a:ext uri="{FF2B5EF4-FFF2-40B4-BE49-F238E27FC236}">
                <a16:creationId xmlns:a16="http://schemas.microsoft.com/office/drawing/2014/main" id="{F3613597-D0C6-D191-EA39-4522759818CE}"/>
              </a:ext>
            </a:extLst>
          </p:cNvPr>
          <p:cNvGrpSpPr/>
          <p:nvPr/>
        </p:nvGrpSpPr>
        <p:grpSpPr>
          <a:xfrm>
            <a:off x="4743746" y="6200121"/>
            <a:ext cx="1467990" cy="1268806"/>
            <a:chOff x="4743746" y="6200121"/>
            <a:chExt cx="1467990" cy="1268806"/>
          </a:xfrm>
        </p:grpSpPr>
        <p:grpSp>
          <p:nvGrpSpPr>
            <p:cNvPr id="373" name="Google Shape;156;p1">
              <a:extLst>
                <a:ext uri="{FF2B5EF4-FFF2-40B4-BE49-F238E27FC236}">
                  <a16:creationId xmlns:a16="http://schemas.microsoft.com/office/drawing/2014/main" id="{D48197B0-DED3-FC05-65DC-58A3D35F2A2E}"/>
                </a:ext>
              </a:extLst>
            </p:cNvPr>
            <p:cNvGrpSpPr/>
            <p:nvPr/>
          </p:nvGrpSpPr>
          <p:grpSpPr>
            <a:xfrm>
              <a:off x="4743746" y="6633828"/>
              <a:ext cx="1467990" cy="835099"/>
              <a:chOff x="10592773" y="5229745"/>
              <a:chExt cx="3298954" cy="1741391"/>
            </a:xfrm>
          </p:grpSpPr>
          <p:sp>
            <p:nvSpPr>
              <p:cNvPr id="374" name="Google Shape;157;p1">
                <a:extLst>
                  <a:ext uri="{FF2B5EF4-FFF2-40B4-BE49-F238E27FC236}">
                    <a16:creationId xmlns:a16="http://schemas.microsoft.com/office/drawing/2014/main" id="{8830889F-202D-28DA-EDAE-EE98BEFC611A}"/>
                  </a:ext>
                </a:extLst>
              </p:cNvPr>
              <p:cNvSpPr/>
              <p:nvPr/>
            </p:nvSpPr>
            <p:spPr>
              <a:xfrm>
                <a:off x="12237743" y="5550161"/>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75" name="Google Shape;158;p1">
                <a:extLst>
                  <a:ext uri="{FF2B5EF4-FFF2-40B4-BE49-F238E27FC236}">
                    <a16:creationId xmlns:a16="http://schemas.microsoft.com/office/drawing/2014/main" id="{EFF4E6E0-D61F-FE76-4C78-3876AE6F4A46}"/>
                  </a:ext>
                </a:extLst>
              </p:cNvPr>
              <p:cNvSpPr/>
              <p:nvPr/>
            </p:nvSpPr>
            <p:spPr>
              <a:xfrm>
                <a:off x="12990609" y="5398089"/>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76" name="Google Shape;159;p1">
                <a:extLst>
                  <a:ext uri="{FF2B5EF4-FFF2-40B4-BE49-F238E27FC236}">
                    <a16:creationId xmlns:a16="http://schemas.microsoft.com/office/drawing/2014/main" id="{A2B1CC89-2A00-8C3C-E2D9-89FB17C4EA45}"/>
                  </a:ext>
                </a:extLst>
              </p:cNvPr>
              <p:cNvSpPr/>
              <p:nvPr/>
            </p:nvSpPr>
            <p:spPr>
              <a:xfrm>
                <a:off x="13329043" y="522974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77" name="Google Shape;160;p1">
                <a:extLst>
                  <a:ext uri="{FF2B5EF4-FFF2-40B4-BE49-F238E27FC236}">
                    <a16:creationId xmlns:a16="http://schemas.microsoft.com/office/drawing/2014/main" id="{6C111A9C-D987-D5D6-8DE4-D5EEBDB95206}"/>
                  </a:ext>
                </a:extLst>
              </p:cNvPr>
              <p:cNvSpPr/>
              <p:nvPr/>
            </p:nvSpPr>
            <p:spPr>
              <a:xfrm>
                <a:off x="13317282" y="5522084"/>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78" name="Google Shape;161;p1">
                <a:extLst>
                  <a:ext uri="{FF2B5EF4-FFF2-40B4-BE49-F238E27FC236}">
                    <a16:creationId xmlns:a16="http://schemas.microsoft.com/office/drawing/2014/main" id="{E6D78C33-08F9-DCFE-1F4D-0BD0957D89B9}"/>
                  </a:ext>
                </a:extLst>
              </p:cNvPr>
              <p:cNvSpPr/>
              <p:nvPr/>
            </p:nvSpPr>
            <p:spPr>
              <a:xfrm>
                <a:off x="13699427" y="5306906"/>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79" name="Google Shape;162;p1">
                <a:extLst>
                  <a:ext uri="{FF2B5EF4-FFF2-40B4-BE49-F238E27FC236}">
                    <a16:creationId xmlns:a16="http://schemas.microsoft.com/office/drawing/2014/main" id="{6D63BE88-C126-4440-3F93-B8CA0F19D071}"/>
                  </a:ext>
                </a:extLst>
              </p:cNvPr>
              <p:cNvSpPr/>
              <p:nvPr/>
            </p:nvSpPr>
            <p:spPr>
              <a:xfrm>
                <a:off x="12990598" y="5644267"/>
                <a:ext cx="192300" cy="198000"/>
              </a:xfrm>
              <a:prstGeom prst="ellipse">
                <a:avLst/>
              </a:prstGeom>
              <a:solidFill>
                <a:schemeClr val="accent3"/>
              </a:solidFill>
              <a:ln w="9525" cap="flat" cmpd="sng">
                <a:solidFill>
                  <a:srgbClr val="262626"/>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80" name="Google Shape;163;p1">
                <a:extLst>
                  <a:ext uri="{FF2B5EF4-FFF2-40B4-BE49-F238E27FC236}">
                    <a16:creationId xmlns:a16="http://schemas.microsoft.com/office/drawing/2014/main" id="{8F61497D-E217-EC4D-69DD-94CA15C0D647}"/>
                  </a:ext>
                </a:extLst>
              </p:cNvPr>
              <p:cNvSpPr/>
              <p:nvPr/>
            </p:nvSpPr>
            <p:spPr>
              <a:xfrm>
                <a:off x="13261106" y="6564434"/>
                <a:ext cx="328200" cy="336900"/>
              </a:xfrm>
              <a:prstGeom prst="ellipse">
                <a:avLst/>
              </a:prstGeom>
              <a:solidFill>
                <a:schemeClr val="tx1"/>
              </a:solidFill>
              <a:ln w="9525" cap="flat" cmpd="sng">
                <a:solidFill>
                  <a:srgbClr val="000000"/>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81" name="Google Shape;164;p1">
                <a:extLst>
                  <a:ext uri="{FF2B5EF4-FFF2-40B4-BE49-F238E27FC236}">
                    <a16:creationId xmlns:a16="http://schemas.microsoft.com/office/drawing/2014/main" id="{C0E5D6CB-19EB-3DAD-D89D-0C3287367E55}"/>
                  </a:ext>
                </a:extLst>
              </p:cNvPr>
              <p:cNvSpPr/>
              <p:nvPr/>
            </p:nvSpPr>
            <p:spPr>
              <a:xfrm>
                <a:off x="12889483" y="6773136"/>
                <a:ext cx="192300" cy="198000"/>
              </a:xfrm>
              <a:prstGeom prst="ellipse">
                <a:avLst/>
              </a:prstGeom>
              <a:solidFill>
                <a:schemeClr val="tx1"/>
              </a:solidFill>
              <a:ln w="9525" cap="flat" cmpd="sng">
                <a:solidFill>
                  <a:srgbClr val="000000"/>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83" name="Google Shape;165;p1">
                <a:extLst>
                  <a:ext uri="{FF2B5EF4-FFF2-40B4-BE49-F238E27FC236}">
                    <a16:creationId xmlns:a16="http://schemas.microsoft.com/office/drawing/2014/main" id="{3CE78D6D-9059-C1E3-0432-3CA9653DD40B}"/>
                  </a:ext>
                </a:extLst>
              </p:cNvPr>
              <p:cNvSpPr/>
              <p:nvPr/>
            </p:nvSpPr>
            <p:spPr>
              <a:xfrm>
                <a:off x="13324166" y="6099152"/>
                <a:ext cx="192300" cy="198000"/>
              </a:xfrm>
              <a:prstGeom prst="ellipse">
                <a:avLst/>
              </a:prstGeom>
              <a:solidFill>
                <a:schemeClr val="accent3"/>
              </a:solidFill>
              <a:ln w="9525" cap="flat" cmpd="sng">
                <a:solidFill>
                  <a:srgbClr val="000000"/>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85" name="Google Shape;166;p1">
                <a:extLst>
                  <a:ext uri="{FF2B5EF4-FFF2-40B4-BE49-F238E27FC236}">
                    <a16:creationId xmlns:a16="http://schemas.microsoft.com/office/drawing/2014/main" id="{607540DB-FC69-F1D7-77B7-BDEA918CE480}"/>
                  </a:ext>
                </a:extLst>
              </p:cNvPr>
              <p:cNvSpPr/>
              <p:nvPr/>
            </p:nvSpPr>
            <p:spPr>
              <a:xfrm>
                <a:off x="11468140" y="5576165"/>
                <a:ext cx="305700" cy="308400"/>
              </a:xfrm>
              <a:prstGeom prst="ellipse">
                <a:avLst/>
              </a:prstGeom>
              <a:solidFill>
                <a:srgbClr val="E4E4E3"/>
              </a:solidFill>
              <a:ln w="179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86" name="Google Shape;167;p1">
                <a:extLst>
                  <a:ext uri="{FF2B5EF4-FFF2-40B4-BE49-F238E27FC236}">
                    <a16:creationId xmlns:a16="http://schemas.microsoft.com/office/drawing/2014/main" id="{4D416654-AF50-B378-0985-1FDBD45511F9}"/>
                  </a:ext>
                </a:extLst>
              </p:cNvPr>
              <p:cNvSpPr/>
              <p:nvPr/>
            </p:nvSpPr>
            <p:spPr>
              <a:xfrm>
                <a:off x="10719482" y="592538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87" name="Google Shape;168;p1">
                <a:extLst>
                  <a:ext uri="{FF2B5EF4-FFF2-40B4-BE49-F238E27FC236}">
                    <a16:creationId xmlns:a16="http://schemas.microsoft.com/office/drawing/2014/main" id="{A9C7F508-DEB6-93A9-5308-E4F66E635E59}"/>
                  </a:ext>
                </a:extLst>
              </p:cNvPr>
              <p:cNvSpPr/>
              <p:nvPr/>
            </p:nvSpPr>
            <p:spPr>
              <a:xfrm>
                <a:off x="11061232" y="5405652"/>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88" name="Google Shape;169;p1">
                <a:extLst>
                  <a:ext uri="{FF2B5EF4-FFF2-40B4-BE49-F238E27FC236}">
                    <a16:creationId xmlns:a16="http://schemas.microsoft.com/office/drawing/2014/main" id="{E475DAAC-EDC2-E53C-F16E-CAE6CB6BB9C1}"/>
                  </a:ext>
                </a:extLst>
              </p:cNvPr>
              <p:cNvSpPr/>
              <p:nvPr/>
            </p:nvSpPr>
            <p:spPr>
              <a:xfrm>
                <a:off x="10592773" y="6139937"/>
                <a:ext cx="274500" cy="2763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89" name="Google Shape;170;p1">
                <a:extLst>
                  <a:ext uri="{FF2B5EF4-FFF2-40B4-BE49-F238E27FC236}">
                    <a16:creationId xmlns:a16="http://schemas.microsoft.com/office/drawing/2014/main" id="{030E196A-DBD4-5544-103B-CBDF410F4FA1}"/>
                  </a:ext>
                </a:extLst>
              </p:cNvPr>
              <p:cNvSpPr/>
              <p:nvPr/>
            </p:nvSpPr>
            <p:spPr>
              <a:xfrm>
                <a:off x="11037864" y="6333062"/>
                <a:ext cx="192300" cy="198000"/>
              </a:xfrm>
              <a:prstGeom prst="ellipse">
                <a:avLst/>
              </a:prstGeom>
              <a:solidFill>
                <a:srgbClr val="D9D9D9"/>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90" name="Google Shape;171;p1">
                <a:extLst>
                  <a:ext uri="{FF2B5EF4-FFF2-40B4-BE49-F238E27FC236}">
                    <a16:creationId xmlns:a16="http://schemas.microsoft.com/office/drawing/2014/main" id="{668E6D23-E2E6-BC85-9DF3-CDF9D988EBE8}"/>
                  </a:ext>
                </a:extLst>
              </p:cNvPr>
              <p:cNvSpPr/>
              <p:nvPr/>
            </p:nvSpPr>
            <p:spPr>
              <a:xfrm>
                <a:off x="11449106" y="6300040"/>
                <a:ext cx="553500" cy="567900"/>
              </a:xfrm>
              <a:prstGeom prst="ellipse">
                <a:avLst/>
              </a:prstGeom>
              <a:solidFill>
                <a:srgbClr val="FFE599"/>
              </a:solidFill>
              <a:ln w="26900" cap="flat" cmpd="sng">
                <a:solidFill>
                  <a:schemeClr val="dk2"/>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cxnSp>
            <p:nvCxnSpPr>
              <p:cNvPr id="391" name="Google Shape;172;p1">
                <a:extLst>
                  <a:ext uri="{FF2B5EF4-FFF2-40B4-BE49-F238E27FC236}">
                    <a16:creationId xmlns:a16="http://schemas.microsoft.com/office/drawing/2014/main" id="{45F3DD17-78C5-209A-A5CA-888DA31EB123}"/>
                  </a:ext>
                </a:extLst>
              </p:cNvPr>
              <p:cNvCxnSpPr>
                <a:stCxn id="374" idx="2"/>
                <a:endCxn id="385" idx="6"/>
              </p:cNvCxnSpPr>
              <p:nvPr/>
            </p:nvCxnSpPr>
            <p:spPr>
              <a:xfrm flipH="1">
                <a:off x="11773943" y="5649161"/>
                <a:ext cx="463800" cy="81300"/>
              </a:xfrm>
              <a:prstGeom prst="straightConnector1">
                <a:avLst/>
              </a:prstGeom>
              <a:noFill/>
              <a:ln w="9525" cap="flat" cmpd="sng">
                <a:solidFill>
                  <a:srgbClr val="CCCCCC"/>
                </a:solidFill>
                <a:prstDash val="solid"/>
                <a:round/>
                <a:headEnd type="none" w="sm" len="sm"/>
                <a:tailEnd type="stealth" w="med" len="med"/>
              </a:ln>
            </p:spPr>
          </p:cxnSp>
          <p:cxnSp>
            <p:nvCxnSpPr>
              <p:cNvPr id="392" name="Google Shape;173;p1">
                <a:extLst>
                  <a:ext uri="{FF2B5EF4-FFF2-40B4-BE49-F238E27FC236}">
                    <a16:creationId xmlns:a16="http://schemas.microsoft.com/office/drawing/2014/main" id="{26618B9F-64CE-5CFB-98E5-609182F05C5A}"/>
                  </a:ext>
                </a:extLst>
              </p:cNvPr>
              <p:cNvCxnSpPr>
                <a:stCxn id="385" idx="2"/>
                <a:endCxn id="403" idx="6"/>
              </p:cNvCxnSpPr>
              <p:nvPr/>
            </p:nvCxnSpPr>
            <p:spPr>
              <a:xfrm flipH="1">
                <a:off x="11113540" y="5730365"/>
                <a:ext cx="354600" cy="30600"/>
              </a:xfrm>
              <a:prstGeom prst="straightConnector1">
                <a:avLst/>
              </a:prstGeom>
              <a:noFill/>
              <a:ln w="9525" cap="flat" cmpd="sng">
                <a:solidFill>
                  <a:srgbClr val="CCCCCC"/>
                </a:solidFill>
                <a:prstDash val="solid"/>
                <a:round/>
                <a:headEnd type="none" w="sm" len="sm"/>
                <a:tailEnd type="stealth" w="med" len="med"/>
              </a:ln>
            </p:spPr>
          </p:cxnSp>
          <p:cxnSp>
            <p:nvCxnSpPr>
              <p:cNvPr id="393" name="Google Shape;175;p1">
                <a:extLst>
                  <a:ext uri="{FF2B5EF4-FFF2-40B4-BE49-F238E27FC236}">
                    <a16:creationId xmlns:a16="http://schemas.microsoft.com/office/drawing/2014/main" id="{22A2E6DC-2C8F-3C94-4897-A905CB191204}"/>
                  </a:ext>
                </a:extLst>
              </p:cNvPr>
              <p:cNvCxnSpPr>
                <a:stCxn id="390" idx="1"/>
                <a:endCxn id="400" idx="5"/>
              </p:cNvCxnSpPr>
              <p:nvPr/>
            </p:nvCxnSpPr>
            <p:spPr>
              <a:xfrm rot="10800000">
                <a:off x="11390064" y="6170507"/>
                <a:ext cx="140100" cy="212700"/>
              </a:xfrm>
              <a:prstGeom prst="straightConnector1">
                <a:avLst/>
              </a:prstGeom>
              <a:noFill/>
              <a:ln w="9525" cap="flat" cmpd="sng">
                <a:solidFill>
                  <a:srgbClr val="CCCCCC"/>
                </a:solidFill>
                <a:prstDash val="solid"/>
                <a:round/>
                <a:headEnd type="none" w="sm" len="sm"/>
                <a:tailEnd type="stealth" w="med" len="med"/>
              </a:ln>
            </p:spPr>
          </p:cxnSp>
          <p:cxnSp>
            <p:nvCxnSpPr>
              <p:cNvPr id="394" name="Google Shape;177;p1">
                <a:extLst>
                  <a:ext uri="{FF2B5EF4-FFF2-40B4-BE49-F238E27FC236}">
                    <a16:creationId xmlns:a16="http://schemas.microsoft.com/office/drawing/2014/main" id="{AEC0940F-DFBD-C12B-7282-A4254146C0F2}"/>
                  </a:ext>
                </a:extLst>
              </p:cNvPr>
              <p:cNvCxnSpPr>
                <a:stCxn id="390" idx="2"/>
                <a:endCxn id="389" idx="5"/>
              </p:cNvCxnSpPr>
              <p:nvPr/>
            </p:nvCxnSpPr>
            <p:spPr>
              <a:xfrm rot="10800000">
                <a:off x="11201906" y="6502090"/>
                <a:ext cx="247200" cy="81900"/>
              </a:xfrm>
              <a:prstGeom prst="straightConnector1">
                <a:avLst/>
              </a:prstGeom>
              <a:noFill/>
              <a:ln w="9525" cap="flat" cmpd="sng">
                <a:solidFill>
                  <a:srgbClr val="CCCCCC"/>
                </a:solidFill>
                <a:prstDash val="solid"/>
                <a:round/>
                <a:headEnd type="none" w="sm" len="sm"/>
                <a:tailEnd type="stealth" w="med" len="med"/>
              </a:ln>
            </p:spPr>
          </p:cxnSp>
          <p:cxnSp>
            <p:nvCxnSpPr>
              <p:cNvPr id="395" name="Google Shape;178;p1">
                <a:extLst>
                  <a:ext uri="{FF2B5EF4-FFF2-40B4-BE49-F238E27FC236}">
                    <a16:creationId xmlns:a16="http://schemas.microsoft.com/office/drawing/2014/main" id="{7BAFD72F-463E-1ED4-A5B4-C45DCD17501A}"/>
                  </a:ext>
                </a:extLst>
              </p:cNvPr>
              <p:cNvCxnSpPr>
                <a:stCxn id="389" idx="2"/>
                <a:endCxn id="388" idx="6"/>
              </p:cNvCxnSpPr>
              <p:nvPr/>
            </p:nvCxnSpPr>
            <p:spPr>
              <a:xfrm rot="10800000">
                <a:off x="10867164" y="6278162"/>
                <a:ext cx="170700" cy="153900"/>
              </a:xfrm>
              <a:prstGeom prst="straightConnector1">
                <a:avLst/>
              </a:prstGeom>
              <a:noFill/>
              <a:ln w="9525" cap="flat" cmpd="sng">
                <a:solidFill>
                  <a:srgbClr val="B7B7B7"/>
                </a:solidFill>
                <a:prstDash val="solid"/>
                <a:round/>
                <a:headEnd type="none" w="sm" len="sm"/>
                <a:tailEnd type="stealth" w="med" len="med"/>
              </a:ln>
            </p:spPr>
          </p:cxnSp>
          <p:cxnSp>
            <p:nvCxnSpPr>
              <p:cNvPr id="396" name="Google Shape;179;p1">
                <a:extLst>
                  <a:ext uri="{FF2B5EF4-FFF2-40B4-BE49-F238E27FC236}">
                    <a16:creationId xmlns:a16="http://schemas.microsoft.com/office/drawing/2014/main" id="{F82C70EF-B342-7B0D-1908-7A15FD0C1AE4}"/>
                  </a:ext>
                </a:extLst>
              </p:cNvPr>
              <p:cNvCxnSpPr>
                <a:stCxn id="400" idx="2"/>
                <a:endCxn id="386" idx="5"/>
              </p:cNvCxnSpPr>
              <p:nvPr/>
            </p:nvCxnSpPr>
            <p:spPr>
              <a:xfrm rot="10800000">
                <a:off x="10883737" y="6094319"/>
                <a:ext cx="342300" cy="6300"/>
              </a:xfrm>
              <a:prstGeom prst="straightConnector1">
                <a:avLst/>
              </a:prstGeom>
              <a:noFill/>
              <a:ln w="9525" cap="flat" cmpd="sng">
                <a:solidFill>
                  <a:srgbClr val="CCCCCC"/>
                </a:solidFill>
                <a:prstDash val="solid"/>
                <a:round/>
                <a:headEnd type="none" w="sm" len="sm"/>
                <a:tailEnd type="stealth" w="med" len="med"/>
              </a:ln>
            </p:spPr>
          </p:cxnSp>
          <p:cxnSp>
            <p:nvCxnSpPr>
              <p:cNvPr id="397" name="Google Shape;180;p1">
                <a:extLst>
                  <a:ext uri="{FF2B5EF4-FFF2-40B4-BE49-F238E27FC236}">
                    <a16:creationId xmlns:a16="http://schemas.microsoft.com/office/drawing/2014/main" id="{539055E6-B4E0-000C-4369-F67B5E04ADCA}"/>
                  </a:ext>
                </a:extLst>
              </p:cNvPr>
              <p:cNvCxnSpPr>
                <a:stCxn id="385" idx="1"/>
                <a:endCxn id="387" idx="5"/>
              </p:cNvCxnSpPr>
              <p:nvPr/>
            </p:nvCxnSpPr>
            <p:spPr>
              <a:xfrm rot="10800000">
                <a:off x="11225509" y="5574529"/>
                <a:ext cx="287400" cy="46800"/>
              </a:xfrm>
              <a:prstGeom prst="straightConnector1">
                <a:avLst/>
              </a:prstGeom>
              <a:noFill/>
              <a:ln w="9525" cap="flat" cmpd="sng">
                <a:solidFill>
                  <a:srgbClr val="CCCCCC"/>
                </a:solidFill>
                <a:prstDash val="solid"/>
                <a:round/>
                <a:headEnd type="none" w="sm" len="sm"/>
                <a:tailEnd type="stealth" w="med" len="med"/>
              </a:ln>
            </p:spPr>
          </p:cxnSp>
          <p:cxnSp>
            <p:nvCxnSpPr>
              <p:cNvPr id="398" name="Google Shape;181;p1">
                <a:extLst>
                  <a:ext uri="{FF2B5EF4-FFF2-40B4-BE49-F238E27FC236}">
                    <a16:creationId xmlns:a16="http://schemas.microsoft.com/office/drawing/2014/main" id="{D2DD1E86-17F9-D056-9793-34C70C7A4A92}"/>
                  </a:ext>
                </a:extLst>
              </p:cNvPr>
              <p:cNvCxnSpPr>
                <a:stCxn id="411" idx="2"/>
                <a:endCxn id="400" idx="6"/>
              </p:cNvCxnSpPr>
              <p:nvPr/>
            </p:nvCxnSpPr>
            <p:spPr>
              <a:xfrm flipH="1">
                <a:off x="11418366" y="5897435"/>
                <a:ext cx="710100" cy="203100"/>
              </a:xfrm>
              <a:prstGeom prst="straightConnector1">
                <a:avLst/>
              </a:prstGeom>
              <a:noFill/>
              <a:ln w="9525" cap="flat" cmpd="sng">
                <a:solidFill>
                  <a:srgbClr val="CCCCCC"/>
                </a:solidFill>
                <a:prstDash val="solid"/>
                <a:round/>
                <a:headEnd type="none" w="sm" len="sm"/>
                <a:tailEnd type="stealth" w="med" len="med"/>
              </a:ln>
            </p:spPr>
          </p:cxnSp>
          <p:cxnSp>
            <p:nvCxnSpPr>
              <p:cNvPr id="399" name="Google Shape;183;p1">
                <a:extLst>
                  <a:ext uri="{FF2B5EF4-FFF2-40B4-BE49-F238E27FC236}">
                    <a16:creationId xmlns:a16="http://schemas.microsoft.com/office/drawing/2014/main" id="{D5E62C8B-8ADA-A0EF-7C96-681BCBD0CDB1}"/>
                  </a:ext>
                </a:extLst>
              </p:cNvPr>
              <p:cNvCxnSpPr>
                <a:stCxn id="411" idx="2"/>
                <a:endCxn id="386" idx="6"/>
              </p:cNvCxnSpPr>
              <p:nvPr/>
            </p:nvCxnSpPr>
            <p:spPr>
              <a:xfrm flipH="1">
                <a:off x="10911666" y="5897435"/>
                <a:ext cx="1216800" cy="126900"/>
              </a:xfrm>
              <a:prstGeom prst="straightConnector1">
                <a:avLst/>
              </a:prstGeom>
              <a:noFill/>
              <a:ln w="9525" cap="flat" cmpd="sng">
                <a:solidFill>
                  <a:srgbClr val="CCCCCC"/>
                </a:solidFill>
                <a:prstDash val="solid"/>
                <a:round/>
                <a:headEnd type="none" w="sm" len="sm"/>
                <a:tailEnd type="stealth" w="med" len="med"/>
              </a:ln>
            </p:spPr>
          </p:cxnSp>
          <p:sp>
            <p:nvSpPr>
              <p:cNvPr id="400" name="Google Shape;176;p1">
                <a:extLst>
                  <a:ext uri="{FF2B5EF4-FFF2-40B4-BE49-F238E27FC236}">
                    <a16:creationId xmlns:a16="http://schemas.microsoft.com/office/drawing/2014/main" id="{453BD3C8-024A-311D-ACDA-D4E73486D79B}"/>
                  </a:ext>
                </a:extLst>
              </p:cNvPr>
              <p:cNvSpPr/>
              <p:nvPr/>
            </p:nvSpPr>
            <p:spPr>
              <a:xfrm>
                <a:off x="11226037" y="6001619"/>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cxnSp>
            <p:nvCxnSpPr>
              <p:cNvPr id="401" name="Google Shape;184;p1">
                <a:extLst>
                  <a:ext uri="{FF2B5EF4-FFF2-40B4-BE49-F238E27FC236}">
                    <a16:creationId xmlns:a16="http://schemas.microsoft.com/office/drawing/2014/main" id="{265D85E7-5398-4DB5-404C-9A3F0E467B25}"/>
                  </a:ext>
                </a:extLst>
              </p:cNvPr>
              <p:cNvCxnSpPr>
                <a:stCxn id="374" idx="2"/>
                <a:endCxn id="389" idx="7"/>
              </p:cNvCxnSpPr>
              <p:nvPr/>
            </p:nvCxnSpPr>
            <p:spPr>
              <a:xfrm flipH="1">
                <a:off x="11202143" y="5649161"/>
                <a:ext cx="1035600" cy="712800"/>
              </a:xfrm>
              <a:prstGeom prst="straightConnector1">
                <a:avLst/>
              </a:prstGeom>
              <a:noFill/>
              <a:ln w="9525" cap="flat" cmpd="sng">
                <a:solidFill>
                  <a:srgbClr val="CCCCCC"/>
                </a:solidFill>
                <a:prstDash val="solid"/>
                <a:round/>
                <a:headEnd type="none" w="sm" len="sm"/>
                <a:tailEnd type="stealth" w="med" len="med"/>
              </a:ln>
            </p:spPr>
          </p:cxnSp>
          <p:cxnSp>
            <p:nvCxnSpPr>
              <p:cNvPr id="402" name="Google Shape;185;p1">
                <a:extLst>
                  <a:ext uri="{FF2B5EF4-FFF2-40B4-BE49-F238E27FC236}">
                    <a16:creationId xmlns:a16="http://schemas.microsoft.com/office/drawing/2014/main" id="{FDC627BA-9ACD-12A9-CACB-658D95D19959}"/>
                  </a:ext>
                </a:extLst>
              </p:cNvPr>
              <p:cNvCxnSpPr>
                <a:stCxn id="374" idx="5"/>
                <a:endCxn id="380" idx="1"/>
              </p:cNvCxnSpPr>
              <p:nvPr/>
            </p:nvCxnSpPr>
            <p:spPr>
              <a:xfrm>
                <a:off x="12401881" y="5719165"/>
                <a:ext cx="907200" cy="894600"/>
              </a:xfrm>
              <a:prstGeom prst="straightConnector1">
                <a:avLst/>
              </a:prstGeom>
              <a:noFill/>
              <a:ln w="17925" cap="flat" cmpd="sng">
                <a:solidFill>
                  <a:srgbClr val="D9D9D9"/>
                </a:solidFill>
                <a:prstDash val="solid"/>
                <a:round/>
                <a:headEnd type="none" w="sm" len="sm"/>
                <a:tailEnd type="stealth" w="med" len="med"/>
              </a:ln>
            </p:spPr>
          </p:cxnSp>
          <p:sp>
            <p:nvSpPr>
              <p:cNvPr id="403" name="Google Shape;174;p1">
                <a:extLst>
                  <a:ext uri="{FF2B5EF4-FFF2-40B4-BE49-F238E27FC236}">
                    <a16:creationId xmlns:a16="http://schemas.microsoft.com/office/drawing/2014/main" id="{AA63B8E7-56A3-9DAB-CE54-A16D630029DB}"/>
                  </a:ext>
                </a:extLst>
              </p:cNvPr>
              <p:cNvSpPr/>
              <p:nvPr/>
            </p:nvSpPr>
            <p:spPr>
              <a:xfrm>
                <a:off x="10921235" y="566202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cxnSp>
            <p:nvCxnSpPr>
              <p:cNvPr id="404" name="Google Shape;186;p1">
                <a:extLst>
                  <a:ext uri="{FF2B5EF4-FFF2-40B4-BE49-F238E27FC236}">
                    <a16:creationId xmlns:a16="http://schemas.microsoft.com/office/drawing/2014/main" id="{406BE375-27A4-2658-2E2F-56C49DB5E683}"/>
                  </a:ext>
                </a:extLst>
              </p:cNvPr>
              <p:cNvCxnSpPr>
                <a:stCxn id="411" idx="2"/>
                <a:endCxn id="389" idx="6"/>
              </p:cNvCxnSpPr>
              <p:nvPr/>
            </p:nvCxnSpPr>
            <p:spPr>
              <a:xfrm flipH="1">
                <a:off x="11230266" y="5897435"/>
                <a:ext cx="898200" cy="534600"/>
              </a:xfrm>
              <a:prstGeom prst="straightConnector1">
                <a:avLst/>
              </a:prstGeom>
              <a:noFill/>
              <a:ln w="9525" cap="flat" cmpd="sng">
                <a:solidFill>
                  <a:srgbClr val="CCCCCC"/>
                </a:solidFill>
                <a:prstDash val="solid"/>
                <a:round/>
                <a:headEnd type="none" w="sm" len="sm"/>
                <a:tailEnd type="stealth" w="med" len="med"/>
              </a:ln>
            </p:spPr>
          </p:cxnSp>
          <p:cxnSp>
            <p:nvCxnSpPr>
              <p:cNvPr id="405" name="Google Shape;187;p1">
                <a:extLst>
                  <a:ext uri="{FF2B5EF4-FFF2-40B4-BE49-F238E27FC236}">
                    <a16:creationId xmlns:a16="http://schemas.microsoft.com/office/drawing/2014/main" id="{73AA660E-7A26-9B86-EDDE-D259087ABEFE}"/>
                  </a:ext>
                </a:extLst>
              </p:cNvPr>
              <p:cNvCxnSpPr>
                <a:stCxn id="409" idx="6"/>
                <a:endCxn id="379" idx="2"/>
              </p:cNvCxnSpPr>
              <p:nvPr/>
            </p:nvCxnSpPr>
            <p:spPr>
              <a:xfrm rot="10800000" flipH="1">
                <a:off x="12553633" y="5743151"/>
                <a:ext cx="437100" cy="199800"/>
              </a:xfrm>
              <a:prstGeom prst="straightConnector1">
                <a:avLst/>
              </a:prstGeom>
              <a:noFill/>
              <a:ln w="38100" cap="flat" cmpd="sng">
                <a:solidFill>
                  <a:schemeClr val="accent1"/>
                </a:solidFill>
                <a:prstDash val="solid"/>
                <a:round/>
                <a:headEnd type="none" w="sm" len="sm"/>
                <a:tailEnd type="stealth" w="med" len="med"/>
              </a:ln>
            </p:spPr>
          </p:cxnSp>
          <p:cxnSp>
            <p:nvCxnSpPr>
              <p:cNvPr id="406" name="Google Shape;189;p1">
                <a:extLst>
                  <a:ext uri="{FF2B5EF4-FFF2-40B4-BE49-F238E27FC236}">
                    <a16:creationId xmlns:a16="http://schemas.microsoft.com/office/drawing/2014/main" id="{AADDFCAA-D3C3-0294-88B5-4B13916AFDE6}"/>
                  </a:ext>
                </a:extLst>
              </p:cNvPr>
              <p:cNvCxnSpPr>
                <a:stCxn id="379" idx="7"/>
                <a:endCxn id="377" idx="2"/>
              </p:cNvCxnSpPr>
              <p:nvPr/>
            </p:nvCxnSpPr>
            <p:spPr>
              <a:xfrm rot="10800000" flipH="1">
                <a:off x="13154736" y="5621063"/>
                <a:ext cx="162600" cy="52200"/>
              </a:xfrm>
              <a:prstGeom prst="straightConnector1">
                <a:avLst/>
              </a:prstGeom>
              <a:noFill/>
              <a:ln w="9525" cap="flat" cmpd="sng">
                <a:solidFill>
                  <a:srgbClr val="E4E4E3"/>
                </a:solidFill>
                <a:prstDash val="solid"/>
                <a:round/>
                <a:headEnd type="none" w="sm" len="sm"/>
                <a:tailEnd type="stealth" w="med" len="med"/>
              </a:ln>
            </p:spPr>
          </p:cxnSp>
          <p:cxnSp>
            <p:nvCxnSpPr>
              <p:cNvPr id="407" name="Google Shape;190;p1">
                <a:extLst>
                  <a:ext uri="{FF2B5EF4-FFF2-40B4-BE49-F238E27FC236}">
                    <a16:creationId xmlns:a16="http://schemas.microsoft.com/office/drawing/2014/main" id="{8385D99B-F1DF-8240-CDBB-2640A008B83E}"/>
                  </a:ext>
                </a:extLst>
              </p:cNvPr>
              <p:cNvCxnSpPr>
                <a:stCxn id="377" idx="6"/>
                <a:endCxn id="378" idx="2"/>
              </p:cNvCxnSpPr>
              <p:nvPr/>
            </p:nvCxnSpPr>
            <p:spPr>
              <a:xfrm rot="10800000" flipH="1">
                <a:off x="13509582" y="5405984"/>
                <a:ext cx="189900" cy="215100"/>
              </a:xfrm>
              <a:prstGeom prst="straightConnector1">
                <a:avLst/>
              </a:prstGeom>
              <a:noFill/>
              <a:ln w="9525" cap="flat" cmpd="sng">
                <a:solidFill>
                  <a:srgbClr val="E4E4E3"/>
                </a:solidFill>
                <a:prstDash val="solid"/>
                <a:round/>
                <a:headEnd type="none" w="sm" len="sm"/>
                <a:tailEnd type="stealth" w="med" len="med"/>
              </a:ln>
            </p:spPr>
          </p:cxnSp>
          <p:cxnSp>
            <p:nvCxnSpPr>
              <p:cNvPr id="408" name="Google Shape;191;p1">
                <a:extLst>
                  <a:ext uri="{FF2B5EF4-FFF2-40B4-BE49-F238E27FC236}">
                    <a16:creationId xmlns:a16="http://schemas.microsoft.com/office/drawing/2014/main" id="{9F4F7384-D4F6-DC7D-F3C6-D75C9ED79B3C}"/>
                  </a:ext>
                </a:extLst>
              </p:cNvPr>
              <p:cNvCxnSpPr>
                <a:stCxn id="374" idx="6"/>
                <a:endCxn id="375" idx="2"/>
              </p:cNvCxnSpPr>
              <p:nvPr/>
            </p:nvCxnSpPr>
            <p:spPr>
              <a:xfrm rot="10800000" flipH="1">
                <a:off x="12430043" y="5497061"/>
                <a:ext cx="560700" cy="152100"/>
              </a:xfrm>
              <a:prstGeom prst="straightConnector1">
                <a:avLst/>
              </a:prstGeom>
              <a:noFill/>
              <a:ln w="9525" cap="flat" cmpd="sng">
                <a:solidFill>
                  <a:srgbClr val="E4E4E3"/>
                </a:solidFill>
                <a:prstDash val="solid"/>
                <a:round/>
                <a:headEnd type="none" w="sm" len="sm"/>
                <a:tailEnd type="stealth" w="med" len="med"/>
              </a:ln>
            </p:spPr>
          </p:cxnSp>
          <p:sp>
            <p:nvSpPr>
              <p:cNvPr id="409" name="Google Shape;188;p1">
                <a:extLst>
                  <a:ext uri="{FF2B5EF4-FFF2-40B4-BE49-F238E27FC236}">
                    <a16:creationId xmlns:a16="http://schemas.microsoft.com/office/drawing/2014/main" id="{F7B25581-67A6-AC1B-7A6E-5F381367024A}"/>
                  </a:ext>
                </a:extLst>
              </p:cNvPr>
              <p:cNvSpPr/>
              <p:nvPr/>
            </p:nvSpPr>
            <p:spPr>
              <a:xfrm>
                <a:off x="12361333" y="5843951"/>
                <a:ext cx="192300" cy="198000"/>
              </a:xfrm>
              <a:prstGeom prst="ellipse">
                <a:avLst/>
              </a:prstGeom>
              <a:solidFill>
                <a:schemeClr val="tx1"/>
              </a:solidFill>
              <a:ln w="9525" cap="flat" cmpd="sng">
                <a:solidFill>
                  <a:schemeClr val="dk2"/>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cxnSp>
            <p:nvCxnSpPr>
              <p:cNvPr id="410" name="Google Shape;192;p1">
                <a:extLst>
                  <a:ext uri="{FF2B5EF4-FFF2-40B4-BE49-F238E27FC236}">
                    <a16:creationId xmlns:a16="http://schemas.microsoft.com/office/drawing/2014/main" id="{164CF50B-5168-B292-BFCA-F73B01C38469}"/>
                  </a:ext>
                </a:extLst>
              </p:cNvPr>
              <p:cNvCxnSpPr>
                <a:stCxn id="375" idx="7"/>
                <a:endCxn id="376" idx="2"/>
              </p:cNvCxnSpPr>
              <p:nvPr/>
            </p:nvCxnSpPr>
            <p:spPr>
              <a:xfrm rot="10800000" flipH="1">
                <a:off x="13154747" y="5328685"/>
                <a:ext cx="174300" cy="98400"/>
              </a:xfrm>
              <a:prstGeom prst="straightConnector1">
                <a:avLst/>
              </a:prstGeom>
              <a:noFill/>
              <a:ln w="9525" cap="flat" cmpd="sng">
                <a:solidFill>
                  <a:srgbClr val="E4E4E3"/>
                </a:solidFill>
                <a:prstDash val="solid"/>
                <a:round/>
                <a:headEnd type="none" w="sm" len="sm"/>
                <a:tailEnd type="stealth" w="med" len="med"/>
              </a:ln>
            </p:spPr>
          </p:cxnSp>
          <p:sp>
            <p:nvSpPr>
              <p:cNvPr id="411" name="Google Shape;182;p1">
                <a:extLst>
                  <a:ext uri="{FF2B5EF4-FFF2-40B4-BE49-F238E27FC236}">
                    <a16:creationId xmlns:a16="http://schemas.microsoft.com/office/drawing/2014/main" id="{10E05C2E-D53C-E4DD-4F5C-87BFAFFF0CC6}"/>
                  </a:ext>
                </a:extLst>
              </p:cNvPr>
              <p:cNvSpPr/>
              <p:nvPr/>
            </p:nvSpPr>
            <p:spPr>
              <a:xfrm>
                <a:off x="12128466" y="579843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cxnSp>
            <p:nvCxnSpPr>
              <p:cNvPr id="412" name="Google Shape;193;p1">
                <a:extLst>
                  <a:ext uri="{FF2B5EF4-FFF2-40B4-BE49-F238E27FC236}">
                    <a16:creationId xmlns:a16="http://schemas.microsoft.com/office/drawing/2014/main" id="{88AA4FE6-2174-4C5A-ECF3-288ECC96ED81}"/>
                  </a:ext>
                </a:extLst>
              </p:cNvPr>
              <p:cNvCxnSpPr>
                <a:stCxn id="390" idx="6"/>
                <a:endCxn id="380" idx="2"/>
              </p:cNvCxnSpPr>
              <p:nvPr/>
            </p:nvCxnSpPr>
            <p:spPr>
              <a:xfrm>
                <a:off x="12002606" y="6583990"/>
                <a:ext cx="1258500" cy="148800"/>
              </a:xfrm>
              <a:prstGeom prst="straightConnector1">
                <a:avLst/>
              </a:prstGeom>
              <a:noFill/>
              <a:ln w="35850" cap="flat" cmpd="sng">
                <a:solidFill>
                  <a:srgbClr val="E4E4E3"/>
                </a:solidFill>
                <a:prstDash val="solid"/>
                <a:round/>
                <a:headEnd type="stealth" w="med" len="med"/>
                <a:tailEnd type="none" w="sm" len="sm"/>
              </a:ln>
            </p:spPr>
          </p:cxnSp>
          <p:cxnSp>
            <p:nvCxnSpPr>
              <p:cNvPr id="413" name="Google Shape;194;p1">
                <a:extLst>
                  <a:ext uri="{FF2B5EF4-FFF2-40B4-BE49-F238E27FC236}">
                    <a16:creationId xmlns:a16="http://schemas.microsoft.com/office/drawing/2014/main" id="{C71D4903-B17E-687D-2FDB-D5D81ADFD9A8}"/>
                  </a:ext>
                </a:extLst>
              </p:cNvPr>
              <p:cNvCxnSpPr>
                <a:stCxn id="381" idx="1"/>
                <a:endCxn id="385" idx="5"/>
              </p:cNvCxnSpPr>
              <p:nvPr/>
            </p:nvCxnSpPr>
            <p:spPr>
              <a:xfrm rot="10800000">
                <a:off x="11729045" y="5839432"/>
                <a:ext cx="1188600" cy="962700"/>
              </a:xfrm>
              <a:prstGeom prst="straightConnector1">
                <a:avLst/>
              </a:prstGeom>
              <a:noFill/>
              <a:ln w="9525" cap="flat" cmpd="sng">
                <a:solidFill>
                  <a:srgbClr val="CCCCCC"/>
                </a:solidFill>
                <a:prstDash val="solid"/>
                <a:round/>
                <a:headEnd type="none" w="sm" len="sm"/>
                <a:tailEnd type="stealth" w="med" len="med"/>
              </a:ln>
            </p:spPr>
          </p:cxnSp>
          <p:cxnSp>
            <p:nvCxnSpPr>
              <p:cNvPr id="414" name="Google Shape;195;p1">
                <a:extLst>
                  <a:ext uri="{FF2B5EF4-FFF2-40B4-BE49-F238E27FC236}">
                    <a16:creationId xmlns:a16="http://schemas.microsoft.com/office/drawing/2014/main" id="{0E11B0DB-A292-8AEE-35CF-8CCE28DDBBA6}"/>
                  </a:ext>
                </a:extLst>
              </p:cNvPr>
              <p:cNvCxnSpPr>
                <a:stCxn id="411" idx="3"/>
                <a:endCxn id="390" idx="7"/>
              </p:cNvCxnSpPr>
              <p:nvPr/>
            </p:nvCxnSpPr>
            <p:spPr>
              <a:xfrm flipH="1">
                <a:off x="11921428" y="5967439"/>
                <a:ext cx="235200" cy="415800"/>
              </a:xfrm>
              <a:prstGeom prst="straightConnector1">
                <a:avLst/>
              </a:prstGeom>
              <a:noFill/>
              <a:ln w="35850" cap="flat" cmpd="sng">
                <a:solidFill>
                  <a:srgbClr val="E4E4E3"/>
                </a:solidFill>
                <a:prstDash val="solid"/>
                <a:round/>
                <a:headEnd type="none" w="sm" len="sm"/>
                <a:tailEnd type="stealth" w="med" len="med"/>
              </a:ln>
            </p:spPr>
          </p:cxnSp>
          <p:cxnSp>
            <p:nvCxnSpPr>
              <p:cNvPr id="415" name="Google Shape;196;p1">
                <a:extLst>
                  <a:ext uri="{FF2B5EF4-FFF2-40B4-BE49-F238E27FC236}">
                    <a16:creationId xmlns:a16="http://schemas.microsoft.com/office/drawing/2014/main" id="{251B315D-F9B4-37D6-F899-9989F1DB3130}"/>
                  </a:ext>
                </a:extLst>
              </p:cNvPr>
              <p:cNvCxnSpPr>
                <a:stCxn id="409" idx="5"/>
                <a:endCxn id="381" idx="1"/>
              </p:cNvCxnSpPr>
              <p:nvPr/>
            </p:nvCxnSpPr>
            <p:spPr>
              <a:xfrm>
                <a:off x="12525471" y="6012955"/>
                <a:ext cx="392100" cy="789300"/>
              </a:xfrm>
              <a:prstGeom prst="straightConnector1">
                <a:avLst/>
              </a:prstGeom>
              <a:noFill/>
              <a:ln w="31750" cap="flat" cmpd="sng">
                <a:solidFill>
                  <a:schemeClr val="accent1"/>
                </a:solidFill>
                <a:prstDash val="solid"/>
                <a:round/>
                <a:headEnd type="none" w="sm" len="sm"/>
                <a:tailEnd type="stealth" w="med" len="med"/>
              </a:ln>
            </p:spPr>
          </p:cxnSp>
          <p:cxnSp>
            <p:nvCxnSpPr>
              <p:cNvPr id="416" name="Google Shape;197;p1">
                <a:extLst>
                  <a:ext uri="{FF2B5EF4-FFF2-40B4-BE49-F238E27FC236}">
                    <a16:creationId xmlns:a16="http://schemas.microsoft.com/office/drawing/2014/main" id="{84359DFF-8F39-CF1B-DFCE-CB5C5B23633B}"/>
                  </a:ext>
                </a:extLst>
              </p:cNvPr>
              <p:cNvCxnSpPr>
                <a:stCxn id="374" idx="6"/>
                <a:endCxn id="379" idx="2"/>
              </p:cNvCxnSpPr>
              <p:nvPr/>
            </p:nvCxnSpPr>
            <p:spPr>
              <a:xfrm>
                <a:off x="12430043" y="5649161"/>
                <a:ext cx="560700" cy="94200"/>
              </a:xfrm>
              <a:prstGeom prst="straightConnector1">
                <a:avLst/>
              </a:prstGeom>
              <a:noFill/>
              <a:ln w="9525" cap="flat" cmpd="sng">
                <a:solidFill>
                  <a:srgbClr val="E4E4E3"/>
                </a:solidFill>
                <a:prstDash val="solid"/>
                <a:round/>
                <a:headEnd type="none" w="sm" len="sm"/>
                <a:tailEnd type="stealth" w="med" len="med"/>
              </a:ln>
            </p:spPr>
          </p:cxnSp>
          <p:cxnSp>
            <p:nvCxnSpPr>
              <p:cNvPr id="417" name="Google Shape;198;p1">
                <a:extLst>
                  <a:ext uri="{FF2B5EF4-FFF2-40B4-BE49-F238E27FC236}">
                    <a16:creationId xmlns:a16="http://schemas.microsoft.com/office/drawing/2014/main" id="{A9EE0176-23AC-36EB-7A31-48B6AD71AABF}"/>
                  </a:ext>
                </a:extLst>
              </p:cNvPr>
              <p:cNvCxnSpPr>
                <a:stCxn id="409" idx="6"/>
                <a:endCxn id="383" idx="2"/>
              </p:cNvCxnSpPr>
              <p:nvPr/>
            </p:nvCxnSpPr>
            <p:spPr>
              <a:xfrm>
                <a:off x="12553633" y="5942951"/>
                <a:ext cx="770400" cy="255300"/>
              </a:xfrm>
              <a:prstGeom prst="straightConnector1">
                <a:avLst/>
              </a:prstGeom>
              <a:noFill/>
              <a:ln w="31750" cap="flat" cmpd="sng">
                <a:solidFill>
                  <a:schemeClr val="accent1"/>
                </a:solidFill>
                <a:prstDash val="solid"/>
                <a:round/>
                <a:headEnd type="none" w="sm" len="sm"/>
                <a:tailEnd type="stealth" w="med" len="med"/>
              </a:ln>
            </p:spPr>
          </p:cxnSp>
          <p:cxnSp>
            <p:nvCxnSpPr>
              <p:cNvPr id="418" name="Google Shape;199;p1">
                <a:extLst>
                  <a:ext uri="{FF2B5EF4-FFF2-40B4-BE49-F238E27FC236}">
                    <a16:creationId xmlns:a16="http://schemas.microsoft.com/office/drawing/2014/main" id="{B394C8DE-5F36-40E4-0B7E-352B4B054C3B}"/>
                  </a:ext>
                </a:extLst>
              </p:cNvPr>
              <p:cNvCxnSpPr>
                <a:stCxn id="409" idx="3"/>
                <a:endCxn id="390" idx="7"/>
              </p:cNvCxnSpPr>
              <p:nvPr/>
            </p:nvCxnSpPr>
            <p:spPr>
              <a:xfrm flipH="1">
                <a:off x="11921495" y="6012955"/>
                <a:ext cx="468000" cy="370200"/>
              </a:xfrm>
              <a:prstGeom prst="straightConnector1">
                <a:avLst/>
              </a:prstGeom>
              <a:noFill/>
              <a:ln w="31750" cap="flat" cmpd="sng">
                <a:solidFill>
                  <a:schemeClr val="accent1"/>
                </a:solidFill>
                <a:prstDash val="solid"/>
                <a:round/>
                <a:headEnd type="none" w="sm" len="sm"/>
                <a:tailEnd type="stealth" w="med" len="med"/>
              </a:ln>
            </p:spPr>
          </p:cxnSp>
          <p:cxnSp>
            <p:nvCxnSpPr>
              <p:cNvPr id="419" name="Google Shape;200;p1">
                <a:extLst>
                  <a:ext uri="{FF2B5EF4-FFF2-40B4-BE49-F238E27FC236}">
                    <a16:creationId xmlns:a16="http://schemas.microsoft.com/office/drawing/2014/main" id="{AD34E86B-22A7-F3EE-B0E8-84D7FA39D648}"/>
                  </a:ext>
                </a:extLst>
              </p:cNvPr>
              <p:cNvCxnSpPr>
                <a:stCxn id="409" idx="6"/>
                <a:endCxn id="380" idx="1"/>
              </p:cNvCxnSpPr>
              <p:nvPr/>
            </p:nvCxnSpPr>
            <p:spPr>
              <a:xfrm>
                <a:off x="12553633" y="5942951"/>
                <a:ext cx="755400" cy="670800"/>
              </a:xfrm>
              <a:prstGeom prst="straightConnector1">
                <a:avLst/>
              </a:prstGeom>
              <a:noFill/>
              <a:ln w="34925" cap="flat" cmpd="sng">
                <a:solidFill>
                  <a:schemeClr val="accent1"/>
                </a:solidFill>
                <a:prstDash val="solid"/>
                <a:round/>
                <a:headEnd type="none" w="sm" len="sm"/>
                <a:tailEnd type="stealth" w="med" len="med"/>
              </a:ln>
            </p:spPr>
          </p:cxnSp>
        </p:grpSp>
        <p:graphicFrame>
          <p:nvGraphicFramePr>
            <p:cNvPr id="17" name="Table">
              <a:extLst>
                <a:ext uri="{FF2B5EF4-FFF2-40B4-BE49-F238E27FC236}">
                  <a16:creationId xmlns:a16="http://schemas.microsoft.com/office/drawing/2014/main" id="{AF48C307-10D9-813D-7CBD-EB4BD5430102}"/>
                </a:ext>
              </a:extLst>
            </p:cNvPr>
            <p:cNvGraphicFramePr/>
            <p:nvPr/>
          </p:nvGraphicFramePr>
          <p:xfrm>
            <a:off x="5154380" y="6200121"/>
            <a:ext cx="627864" cy="475004"/>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4"/>
                    </a:ext>
                  </a:extLst>
                </a:tr>
              </a:tbl>
            </a:graphicData>
          </a:graphic>
        </p:graphicFrame>
      </p:grpSp>
    </p:spTree>
    <p:extLst>
      <p:ext uri="{BB962C8B-B14F-4D97-AF65-F5344CB8AC3E}">
        <p14:creationId xmlns:p14="http://schemas.microsoft.com/office/powerpoint/2010/main" val="215001170"/>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ED7249-7CD8-181F-97DA-9C58143FB452}"/>
            </a:ext>
          </a:extLst>
        </p:cNvPr>
        <p:cNvGrpSpPr/>
        <p:nvPr/>
      </p:nvGrpSpPr>
      <p:grpSpPr>
        <a:xfrm>
          <a:off x="0" y="0"/>
          <a:ext cx="0" cy="0"/>
          <a:chOff x="0" y="0"/>
          <a:chExt cx="0" cy="0"/>
        </a:xfrm>
      </p:grpSpPr>
      <p:sp>
        <p:nvSpPr>
          <p:cNvPr id="447" name="TextBox 446">
            <a:extLst>
              <a:ext uri="{FF2B5EF4-FFF2-40B4-BE49-F238E27FC236}">
                <a16:creationId xmlns:a16="http://schemas.microsoft.com/office/drawing/2014/main" id="{C106C039-D86B-C739-A0C9-74060417BB61}"/>
              </a:ext>
            </a:extLst>
          </p:cNvPr>
          <p:cNvSpPr txBox="1"/>
          <p:nvPr/>
        </p:nvSpPr>
        <p:spPr>
          <a:xfrm>
            <a:off x="3840480" y="2004091"/>
            <a:ext cx="670876"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dirty="0">
                <a:ln>
                  <a:noFill/>
                </a:ln>
                <a:solidFill>
                  <a:srgbClr val="4C4C4C"/>
                </a:solidFill>
                <a:effectLst/>
                <a:uFillTx/>
                <a:sym typeface="Source Sans Pro"/>
              </a:rPr>
              <a:t>Raw Data</a:t>
            </a:r>
          </a:p>
        </p:txBody>
      </p:sp>
      <p:sp>
        <p:nvSpPr>
          <p:cNvPr id="512" name="TextBox 511">
            <a:extLst>
              <a:ext uri="{FF2B5EF4-FFF2-40B4-BE49-F238E27FC236}">
                <a16:creationId xmlns:a16="http://schemas.microsoft.com/office/drawing/2014/main" id="{E63B8545-055E-D9FC-87AC-F561BDA0F5D9}"/>
              </a:ext>
            </a:extLst>
          </p:cNvPr>
          <p:cNvSpPr txBox="1"/>
          <p:nvPr/>
        </p:nvSpPr>
        <p:spPr>
          <a:xfrm>
            <a:off x="3840480" y="2877765"/>
            <a:ext cx="670876" cy="443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Tabular Data</a:t>
            </a:r>
            <a:endParaRPr kumimoji="0" lang="en-US" sz="1000" b="0" i="0" u="none" strike="noStrike" cap="none" spc="0" normalizeH="0" baseline="0" dirty="0">
              <a:ln>
                <a:noFill/>
              </a:ln>
              <a:solidFill>
                <a:srgbClr val="4C4C4C"/>
              </a:solidFill>
              <a:effectLst/>
              <a:uFillTx/>
              <a:sym typeface="Source Sans Pro"/>
            </a:endParaRPr>
          </a:p>
        </p:txBody>
      </p:sp>
      <p:sp>
        <p:nvSpPr>
          <p:cNvPr id="515" name="TextBox 514">
            <a:extLst>
              <a:ext uri="{FF2B5EF4-FFF2-40B4-BE49-F238E27FC236}">
                <a16:creationId xmlns:a16="http://schemas.microsoft.com/office/drawing/2014/main" id="{E44CF1D1-629F-E786-7B3F-E409D33FB39E}"/>
              </a:ext>
            </a:extLst>
          </p:cNvPr>
          <p:cNvSpPr txBox="1"/>
          <p:nvPr/>
        </p:nvSpPr>
        <p:spPr>
          <a:xfrm>
            <a:off x="3840480" y="6652009"/>
            <a:ext cx="670876" cy="443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dirty="0">
                <a:ln>
                  <a:noFill/>
                </a:ln>
                <a:solidFill>
                  <a:srgbClr val="4C4C4C"/>
                </a:solidFill>
                <a:effectLst/>
                <a:uFillTx/>
                <a:sym typeface="Source Sans Pro"/>
              </a:rPr>
              <a:t>S3 Graph API</a:t>
            </a:r>
          </a:p>
        </p:txBody>
      </p:sp>
      <p:sp>
        <p:nvSpPr>
          <p:cNvPr id="516" name="TextBox 515">
            <a:extLst>
              <a:ext uri="{FF2B5EF4-FFF2-40B4-BE49-F238E27FC236}">
                <a16:creationId xmlns:a16="http://schemas.microsoft.com/office/drawing/2014/main" id="{49086369-BB6A-80E5-73F9-7C8684361A72}"/>
              </a:ext>
            </a:extLst>
          </p:cNvPr>
          <p:cNvSpPr txBox="1"/>
          <p:nvPr/>
        </p:nvSpPr>
        <p:spPr>
          <a:xfrm>
            <a:off x="3840480" y="8209269"/>
            <a:ext cx="670876" cy="443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dirty="0">
                <a:ln>
                  <a:noFill/>
                </a:ln>
                <a:solidFill>
                  <a:srgbClr val="4C4C4C"/>
                </a:solidFill>
                <a:effectLst/>
                <a:uFillTx/>
                <a:sym typeface="Source Sans Pro"/>
              </a:rPr>
              <a:t>Graph Export</a:t>
            </a:r>
          </a:p>
        </p:txBody>
      </p:sp>
      <p:sp>
        <p:nvSpPr>
          <p:cNvPr id="7" name="TextBox 6">
            <a:extLst>
              <a:ext uri="{FF2B5EF4-FFF2-40B4-BE49-F238E27FC236}">
                <a16:creationId xmlns:a16="http://schemas.microsoft.com/office/drawing/2014/main" id="{16E41CE5-E243-EE52-CAF7-94E3DE9657DF}"/>
              </a:ext>
            </a:extLst>
          </p:cNvPr>
          <p:cNvSpPr txBox="1"/>
          <p:nvPr/>
        </p:nvSpPr>
        <p:spPr>
          <a:xfrm>
            <a:off x="9875520" y="3840480"/>
            <a:ext cx="4177348" cy="402336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t>S3 methods execute the correct behavior based on the graph's class, allowing for analyses functions to work regardless of the data’s origin.</a:t>
            </a:r>
          </a:p>
          <a:p>
            <a:endParaRPr lang="en-US" b="0" dirty="0"/>
          </a:p>
          <a:p>
            <a:r>
              <a:rPr lang="en-US" b="0" dirty="0"/>
              <a:t>Examples of S3 Generic Functions:</a:t>
            </a:r>
            <a:endParaRPr lang="en-US" dirty="0"/>
          </a:p>
          <a:p>
            <a:r>
              <a:rPr lang="en-US" sz="1300" dirty="0"/>
              <a:t>1. bipartite_graph_projection()</a:t>
            </a:r>
          </a:p>
          <a:p>
            <a:r>
              <a:rPr lang="en-US" b="0" dirty="0"/>
              <a:t>Performs bipartite projection on multimodal graphs.</a:t>
            </a:r>
            <a:endParaRPr lang="en-US" sz="1300" dirty="0"/>
          </a:p>
          <a:p>
            <a:r>
              <a:rPr lang="en-US" sz="1300" dirty="0"/>
              <a:t>2. temporal_graph_projection()</a:t>
            </a:r>
          </a:p>
          <a:p>
            <a:r>
              <a:rPr lang="en-US" b="0" dirty="0"/>
              <a:t>Performs temporal projection on multimodal graphs.</a:t>
            </a:r>
            <a:endParaRPr lang="en-US" sz="1300" dirty="0"/>
          </a:p>
          <a:p>
            <a:r>
              <a:rPr lang="en-US" sz="1300" dirty="0"/>
              <a:t>3. community_oslom()</a:t>
            </a:r>
          </a:p>
          <a:p>
            <a:r>
              <a:rPr lang="en-US" b="0" dirty="0"/>
              <a:t>Runs OSLOM community detection on a graph.</a:t>
            </a:r>
          </a:p>
          <a:p>
            <a:r>
              <a:rPr lang="en-US" sz="1300" dirty="0"/>
              <a:t>4. graph_to_dsmj()</a:t>
            </a:r>
          </a:p>
          <a:p>
            <a:r>
              <a:rPr lang="en-US" b="0" dirty="0"/>
              <a:t>Exports graph to a .dsmj file.</a:t>
            </a:r>
            <a:endParaRPr lang="en-US" dirty="0"/>
          </a:p>
          <a:p>
            <a:pPr marL="0" marR="0" indent="0" algn="l" defTabSz="584200" rtl="0" fontAlgn="auto" latinLnBrk="0" hangingPunct="0">
              <a:lnSpc>
                <a:spcPct val="100000"/>
              </a:lnSpc>
              <a:spcBef>
                <a:spcPts val="200"/>
              </a:spcBef>
              <a:spcAft>
                <a:spcPts val="0"/>
              </a:spcAft>
              <a:buClrTx/>
              <a:buSzTx/>
              <a:buFontTx/>
              <a:buNone/>
              <a:tabLst/>
            </a:pPr>
            <a:endParaRPr lang="en-US" dirty="0"/>
          </a:p>
          <a:p>
            <a:r>
              <a:rPr lang="en-US" b="0" dirty="0"/>
              <a:t>Example of S3 Auxiliary Functions:</a:t>
            </a:r>
            <a:endParaRPr lang="en-US" dirty="0"/>
          </a:p>
          <a:p>
            <a:r>
              <a:rPr lang="en-US" sz="1300" dirty="0"/>
              <a:t>5. subset_bipartite_from_multimodal()</a:t>
            </a:r>
          </a:p>
          <a:p>
            <a:r>
              <a:rPr lang="en-US" b="0" dirty="0"/>
              <a:t>Slices a bipartite graph from a multimodal graph.</a:t>
            </a:r>
          </a:p>
          <a:p>
            <a:r>
              <a:rPr lang="en-US" sz="1300" dirty="0"/>
              <a:t>6. get_bidirected_edges()</a:t>
            </a:r>
          </a:p>
          <a:p>
            <a:r>
              <a:rPr lang="en-US" b="0" dirty="0"/>
              <a:t>Returns all mutual edge pairs from a graph.</a:t>
            </a:r>
          </a:p>
        </p:txBody>
      </p:sp>
      <p:sp>
        <p:nvSpPr>
          <p:cNvPr id="514" name="TextBox 513">
            <a:extLst>
              <a:ext uri="{FF2B5EF4-FFF2-40B4-BE49-F238E27FC236}">
                <a16:creationId xmlns:a16="http://schemas.microsoft.com/office/drawing/2014/main" id="{6B12C0FC-2035-A2CC-1E97-ECCCE9F111E0}"/>
              </a:ext>
            </a:extLst>
          </p:cNvPr>
          <p:cNvSpPr txBox="1"/>
          <p:nvPr/>
        </p:nvSpPr>
        <p:spPr>
          <a:xfrm>
            <a:off x="3840480" y="5027556"/>
            <a:ext cx="670876" cy="443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dirty="0">
                <a:ln>
                  <a:noFill/>
                </a:ln>
                <a:solidFill>
                  <a:srgbClr val="4C4C4C"/>
                </a:solidFill>
                <a:effectLst/>
                <a:uFillTx/>
                <a:sym typeface="Source Sans Pro"/>
              </a:rPr>
              <a:t>S3 Graph Class</a:t>
            </a:r>
          </a:p>
        </p:txBody>
      </p:sp>
      <p:pic>
        <p:nvPicPr>
          <p:cNvPr id="292" name="Image" descr="Image">
            <a:extLst>
              <a:ext uri="{FF2B5EF4-FFF2-40B4-BE49-F238E27FC236}">
                <a16:creationId xmlns:a16="http://schemas.microsoft.com/office/drawing/2014/main" id="{75D51E35-5156-27BC-7EEE-D5E1C45259D2}"/>
              </a:ext>
            </a:extLst>
          </p:cNvPr>
          <p:cNvPicPr>
            <a:picLocks noChangeAspect="1"/>
          </p:cNvPicPr>
          <p:nvPr/>
        </p:nvPicPr>
        <p:blipFill>
          <a:blip r:embed="rId3"/>
          <a:stretch>
            <a:fillRect/>
          </a:stretch>
        </p:blipFill>
        <p:spPr>
          <a:xfrm>
            <a:off x="8867009" y="-681823"/>
            <a:ext cx="5121226" cy="2990088"/>
          </a:xfrm>
          <a:prstGeom prst="rect">
            <a:avLst/>
          </a:prstGeom>
          <a:ln w="12700">
            <a:miter lim="400000"/>
          </a:ln>
        </p:spPr>
      </p:pic>
      <p:sp>
        <p:nvSpPr>
          <p:cNvPr id="312" name="Line">
            <a:extLst>
              <a:ext uri="{FF2B5EF4-FFF2-40B4-BE49-F238E27FC236}">
                <a16:creationId xmlns:a16="http://schemas.microsoft.com/office/drawing/2014/main" id="{7FEB8081-B85E-9618-2144-D12701689909}"/>
              </a:ext>
            </a:extLst>
          </p:cNvPr>
          <p:cNvSpPr/>
          <p:nvPr/>
        </p:nvSpPr>
        <p:spPr>
          <a:xfrm flipV="1">
            <a:off x="213255" y="10296246"/>
            <a:ext cx="13462982" cy="39499"/>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313" name="YOUR LOGO…">
            <a:extLst>
              <a:ext uri="{FF2B5EF4-FFF2-40B4-BE49-F238E27FC236}">
                <a16:creationId xmlns:a16="http://schemas.microsoft.com/office/drawing/2014/main" id="{5F404F77-0BEE-7B00-7DB4-B33DB6FD49C3}"/>
              </a:ext>
            </a:extLst>
          </p:cNvPr>
          <p:cNvSpPr/>
          <p:nvPr/>
        </p:nvSpPr>
        <p:spPr>
          <a:xfrm>
            <a:off x="170343" y="10207710"/>
            <a:ext cx="1757945" cy="528270"/>
          </a:xfrm>
          <a:prstGeom prst="roundRect">
            <a:avLst>
              <a:gd name="adj" fmla="val 36061"/>
            </a:avLst>
          </a:prstGeom>
          <a:solidFill>
            <a:srgbClr val="FFFFFF"/>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lstStyle/>
          <a:p>
            <a:pPr algn="ctr">
              <a:lnSpc>
                <a:spcPct val="90000"/>
              </a:lnSpc>
              <a:spcBef>
                <a:spcPts val="0"/>
              </a:spcBef>
              <a:defRPr>
                <a:solidFill>
                  <a:srgbClr val="407AAA"/>
                </a:solidFill>
                <a:latin typeface="Helvetica Neue"/>
                <a:ea typeface="Helvetica Neue"/>
                <a:cs typeface="Helvetica Neue"/>
                <a:sym typeface="Helvetica Neue"/>
              </a:defRPr>
            </a:pPr>
            <a:r>
              <a:rPr lang="en-US" sz="2400" dirty="0"/>
              <a:t>Kaiāulu</a:t>
            </a:r>
            <a:endParaRPr sz="2400" dirty="0"/>
          </a:p>
        </p:txBody>
      </p:sp>
      <p:sp>
        <p:nvSpPr>
          <p:cNvPr id="334" name="Three Column Layout: : CHEAT SHEET">
            <a:extLst>
              <a:ext uri="{FF2B5EF4-FFF2-40B4-BE49-F238E27FC236}">
                <a16:creationId xmlns:a16="http://schemas.microsoft.com/office/drawing/2014/main" id="{F86742C7-3177-E60C-B3E8-54E7CA4DCB15}"/>
              </a:ext>
            </a:extLst>
          </p:cNvPr>
          <p:cNvSpPr txBox="1">
            <a:spLocks noGrp="1"/>
          </p:cNvSpPr>
          <p:nvPr>
            <p:ph type="title"/>
          </p:nvPr>
        </p:nvSpPr>
        <p:spPr>
          <a:xfrm>
            <a:off x="275721" y="361177"/>
            <a:ext cx="10898129" cy="803346"/>
          </a:xfrm>
          <a:prstGeom prst="rect">
            <a:avLst/>
          </a:prstGeom>
        </p:spPr>
        <p:txBody>
          <a:bodyPr lIns="0" tIns="0" rIns="0" bIns="0" anchor="t"/>
          <a:lstStyle/>
          <a:p>
            <a:r>
              <a:rPr lang="en-US" dirty="0"/>
              <a:t>Network Transform</a:t>
            </a:r>
            <a:r>
              <a:rPr dirty="0"/>
              <a:t>: : </a:t>
            </a:r>
            <a:r>
              <a:rPr sz="3300" dirty="0">
                <a:latin typeface="Source Sans Pro Semibold"/>
                <a:ea typeface="Source Sans Pro Semibold"/>
                <a:cs typeface="Source Sans Pro Semibold"/>
                <a:sym typeface="Source Sans Pro Semibold"/>
              </a:rPr>
              <a:t>CHEAT SHEET</a:t>
            </a:r>
            <a:r>
              <a:rPr dirty="0"/>
              <a:t> </a:t>
            </a:r>
          </a:p>
        </p:txBody>
      </p:sp>
      <p:sp>
        <p:nvSpPr>
          <p:cNvPr id="384" name="Layout Suggestions">
            <a:extLst>
              <a:ext uri="{FF2B5EF4-FFF2-40B4-BE49-F238E27FC236}">
                <a16:creationId xmlns:a16="http://schemas.microsoft.com/office/drawing/2014/main" id="{8394C8F9-AA99-7E50-9761-2186AB781E26}"/>
              </a:ext>
            </a:extLst>
          </p:cNvPr>
          <p:cNvSpPr txBox="1"/>
          <p:nvPr/>
        </p:nvSpPr>
        <p:spPr>
          <a:xfrm>
            <a:off x="275721" y="1459299"/>
            <a:ext cx="1349729"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t>About</a:t>
            </a:r>
            <a:endParaRPr dirty="0"/>
          </a:p>
        </p:txBody>
      </p:sp>
      <p:pic>
        <p:nvPicPr>
          <p:cNvPr id="8" name="Picture 7" descr="A picture containing text&#10;&#10;Description automatically generated">
            <a:extLst>
              <a:ext uri="{FF2B5EF4-FFF2-40B4-BE49-F238E27FC236}">
                <a16:creationId xmlns:a16="http://schemas.microsoft.com/office/drawing/2014/main" id="{C1EFF8E2-43D9-B423-57A3-2E26A35E0B8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214310" y="122459"/>
            <a:ext cx="1443262" cy="1676046"/>
          </a:xfrm>
          <a:prstGeom prst="rect">
            <a:avLst/>
          </a:prstGeom>
        </p:spPr>
      </p:pic>
      <p:sp>
        <p:nvSpPr>
          <p:cNvPr id="501" name="TextBox 500">
            <a:extLst>
              <a:ext uri="{FF2B5EF4-FFF2-40B4-BE49-F238E27FC236}">
                <a16:creationId xmlns:a16="http://schemas.microsoft.com/office/drawing/2014/main" id="{C659AE2E-B140-BB0D-74AD-73649C77FB86}"/>
              </a:ext>
            </a:extLst>
          </p:cNvPr>
          <p:cNvSpPr txBox="1"/>
          <p:nvPr/>
        </p:nvSpPr>
        <p:spPr>
          <a:xfrm>
            <a:off x="274319" y="1737360"/>
            <a:ext cx="3284761" cy="1645920"/>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t>Kaiaulu unifies a variety of data sources (e.g. git logs, mailing lists) in a consistent object-oriented graph structure using S3 (R's object-oriented system). This abstraction allows future graph functions to be de-coupled from the data source. Graph functions will also apply the correct transformations depending on the graph object being passed as parameter (similarly to a print() function).</a:t>
            </a:r>
            <a:endParaRPr kumimoji="0" lang="en-US" b="0" i="0" u="none" strike="noStrike" cap="none" spc="0" normalizeH="0" dirty="0">
              <a:ln>
                <a:noFill/>
              </a:ln>
              <a:effectLst/>
              <a:uFillTx/>
              <a:latin typeface="Source Sans Pro" panose="020B0503030403020204" pitchFamily="34" charset="0"/>
              <a:ea typeface="Source Sans Pro" panose="020B0503030403020204" pitchFamily="34" charset="0"/>
              <a:sym typeface="Source Sans Pro"/>
            </a:endParaRPr>
          </a:p>
        </p:txBody>
      </p:sp>
      <p:sp>
        <p:nvSpPr>
          <p:cNvPr id="424" name="Layout Suggestions">
            <a:extLst>
              <a:ext uri="{FF2B5EF4-FFF2-40B4-BE49-F238E27FC236}">
                <a16:creationId xmlns:a16="http://schemas.microsoft.com/office/drawing/2014/main" id="{7E972990-0CE2-307C-711B-D103205D1B5F}"/>
              </a:ext>
            </a:extLst>
          </p:cNvPr>
          <p:cNvSpPr txBox="1"/>
          <p:nvPr/>
        </p:nvSpPr>
        <p:spPr>
          <a:xfrm>
            <a:off x="4937760" y="1463040"/>
            <a:ext cx="3892248"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t>Network Transform Pipeline</a:t>
            </a:r>
            <a:endParaRPr dirty="0"/>
          </a:p>
        </p:txBody>
      </p:sp>
      <p:cxnSp>
        <p:nvCxnSpPr>
          <p:cNvPr id="510" name="Elbow Connector 509">
            <a:extLst>
              <a:ext uri="{FF2B5EF4-FFF2-40B4-BE49-F238E27FC236}">
                <a16:creationId xmlns:a16="http://schemas.microsoft.com/office/drawing/2014/main" id="{9B4CE97C-781B-4928-BBA2-B2708CA18715}"/>
              </a:ext>
            </a:extLst>
          </p:cNvPr>
          <p:cNvCxnSpPr>
            <a:cxnSpLocks/>
            <a:endCxn id="6" idx="1"/>
          </p:cNvCxnSpPr>
          <p:nvPr/>
        </p:nvCxnSpPr>
        <p:spPr>
          <a:xfrm flipV="1">
            <a:off x="8102322" y="1629314"/>
            <a:ext cx="1773198" cy="3659017"/>
          </a:xfrm>
          <a:prstGeom prst="bentConnector3">
            <a:avLst>
              <a:gd name="adj1" fmla="val 50000"/>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23" name="Elbow Connector 322">
            <a:extLst>
              <a:ext uri="{FF2B5EF4-FFF2-40B4-BE49-F238E27FC236}">
                <a16:creationId xmlns:a16="http://schemas.microsoft.com/office/drawing/2014/main" id="{58E59ACD-92FE-3380-A367-F91BBB45ECB4}"/>
              </a:ext>
            </a:extLst>
          </p:cNvPr>
          <p:cNvCxnSpPr>
            <a:cxnSpLocks/>
          </p:cNvCxnSpPr>
          <p:nvPr/>
        </p:nvCxnSpPr>
        <p:spPr>
          <a:xfrm rot="16200000" flipV="1">
            <a:off x="4503491" y="8322064"/>
            <a:ext cx="1504272" cy="4430"/>
          </a:xfrm>
          <a:prstGeom prst="bentConnector3">
            <a:avLst>
              <a:gd name="adj1" fmla="val 50000"/>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326" name="Manipulate Variables">
            <a:extLst>
              <a:ext uri="{FF2B5EF4-FFF2-40B4-BE49-F238E27FC236}">
                <a16:creationId xmlns:a16="http://schemas.microsoft.com/office/drawing/2014/main" id="{272C77CC-B318-84C9-4ECD-EB0339EB2566}"/>
              </a:ext>
            </a:extLst>
          </p:cNvPr>
          <p:cNvSpPr txBox="1"/>
          <p:nvPr/>
        </p:nvSpPr>
        <p:spPr>
          <a:xfrm>
            <a:off x="274320" y="7498080"/>
            <a:ext cx="1825821"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Transformers</a:t>
            </a:r>
            <a:endParaRPr dirty="0"/>
          </a:p>
        </p:txBody>
      </p:sp>
      <p:sp>
        <p:nvSpPr>
          <p:cNvPr id="421" name="Manipulate Variables">
            <a:extLst>
              <a:ext uri="{FF2B5EF4-FFF2-40B4-BE49-F238E27FC236}">
                <a16:creationId xmlns:a16="http://schemas.microsoft.com/office/drawing/2014/main" id="{53E8CE0D-781D-D8D6-4673-9883C459EC9C}"/>
              </a:ext>
            </a:extLst>
          </p:cNvPr>
          <p:cNvSpPr txBox="1"/>
          <p:nvPr/>
        </p:nvSpPr>
        <p:spPr>
          <a:xfrm>
            <a:off x="9875520" y="8321040"/>
            <a:ext cx="3085781"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Custom Graph Weights</a:t>
            </a:r>
            <a:endParaRPr dirty="0"/>
          </a:p>
        </p:txBody>
      </p:sp>
      <p:sp>
        <p:nvSpPr>
          <p:cNvPr id="426" name="TextBox 425">
            <a:extLst>
              <a:ext uri="{FF2B5EF4-FFF2-40B4-BE49-F238E27FC236}">
                <a16:creationId xmlns:a16="http://schemas.microsoft.com/office/drawing/2014/main" id="{9D28FC07-6662-0C73-4471-9AF8139F77EA}"/>
              </a:ext>
            </a:extLst>
          </p:cNvPr>
          <p:cNvSpPr txBox="1"/>
          <p:nvPr/>
        </p:nvSpPr>
        <p:spPr>
          <a:xfrm>
            <a:off x="9875520" y="8595360"/>
            <a:ext cx="4138222" cy="146304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latin typeface="Source Sans Pro" panose="020B0503030403020204" pitchFamily="34" charset="0"/>
                <a:ea typeface="Source Sans Pro" panose="020B0503030403020204" pitchFamily="34" charset="0"/>
              </a:rPr>
              <a:t>Any numeric value — such as sentiment scores or custom weight schemes — can be assigned as edge </a:t>
            </a:r>
            <a:r>
              <a:rPr lang="en-US" dirty="0">
                <a:solidFill>
                  <a:schemeClr val="accent1"/>
                </a:solidFill>
                <a:latin typeface="Source Sans Pro" panose="020B0503030403020204" pitchFamily="34" charset="0"/>
                <a:ea typeface="Source Sans Pro" panose="020B0503030403020204" pitchFamily="34" charset="0"/>
              </a:rPr>
              <a:t>weights</a:t>
            </a:r>
            <a:r>
              <a:rPr lang="en-US" b="0" dirty="0">
                <a:latin typeface="Source Sans Pro" panose="020B0503030403020204" pitchFamily="34" charset="0"/>
                <a:ea typeface="Source Sans Pro" panose="020B0503030403020204" pitchFamily="34" charset="0"/>
              </a:rPr>
              <a:t> without modifying any existing transforms.</a:t>
            </a:r>
          </a:p>
          <a:p>
            <a:endParaRPr kumimoji="0" lang="en-US" b="0" i="0" u="none" strike="noStrike" cap="none" spc="0" normalizeH="0" baseline="0" dirty="0">
              <a:ln>
                <a:noFill/>
              </a:ln>
              <a:solidFill>
                <a:srgbClr val="4C4C4C"/>
              </a:solidFill>
              <a:effectLst/>
              <a:uFillTx/>
              <a:latin typeface="Source Sans Pro" panose="020B0503030403020204" pitchFamily="34" charset="0"/>
              <a:ea typeface="Source Sans Pro" panose="020B0503030403020204" pitchFamily="34" charset="0"/>
              <a:sym typeface="Source Sans Pro"/>
            </a:endParaRPr>
          </a:p>
          <a:p>
            <a:r>
              <a:rPr lang="en-US" sz="1300" dirty="0"/>
              <a:t>1. transform_reply_to_bipartite_network(</a:t>
            </a:r>
            <a:r>
              <a:rPr lang="en-US" sz="1400" dirty="0">
                <a:solidFill>
                  <a:schemeClr val="accent1"/>
                </a:solidFill>
              </a:rPr>
              <a:t>weight</a:t>
            </a:r>
            <a:r>
              <a:rPr lang="en-US" sz="1300" dirty="0"/>
              <a:t>, …)</a:t>
            </a:r>
          </a:p>
          <a:p>
            <a:r>
              <a:rPr lang="en-US" sz="1300" dirty="0"/>
              <a:t>2. transform_gitlog_to_bipartite_network(</a:t>
            </a:r>
            <a:r>
              <a:rPr lang="en-US" sz="1400" dirty="0">
                <a:solidFill>
                  <a:schemeClr val="accent1"/>
                </a:solidFill>
              </a:rPr>
              <a:t>weight</a:t>
            </a:r>
            <a:r>
              <a:rPr lang="en-US" sz="1300" dirty="0"/>
              <a:t>, …)</a:t>
            </a:r>
          </a:p>
          <a:p>
            <a:r>
              <a:rPr lang="en-US" sz="1300" dirty="0"/>
              <a:t>3. …</a:t>
            </a:r>
          </a:p>
        </p:txBody>
      </p:sp>
      <p:sp>
        <p:nvSpPr>
          <p:cNvPr id="6" name="Manipulate Variables">
            <a:extLst>
              <a:ext uri="{FF2B5EF4-FFF2-40B4-BE49-F238E27FC236}">
                <a16:creationId xmlns:a16="http://schemas.microsoft.com/office/drawing/2014/main" id="{D879DD52-1AEE-A08F-327F-8F83EEC90394}"/>
              </a:ext>
            </a:extLst>
          </p:cNvPr>
          <p:cNvSpPr txBox="1"/>
          <p:nvPr/>
        </p:nvSpPr>
        <p:spPr>
          <a:xfrm>
            <a:off x="9875520" y="1459299"/>
            <a:ext cx="2644955"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Graph Constructors</a:t>
            </a:r>
            <a:endParaRPr dirty="0"/>
          </a:p>
        </p:txBody>
      </p:sp>
      <p:sp>
        <p:nvSpPr>
          <p:cNvPr id="10" name="Manipulate Variables">
            <a:extLst>
              <a:ext uri="{FF2B5EF4-FFF2-40B4-BE49-F238E27FC236}">
                <a16:creationId xmlns:a16="http://schemas.microsoft.com/office/drawing/2014/main" id="{22AB5A13-F37D-91B0-2EEE-798435C4D5AC}"/>
              </a:ext>
            </a:extLst>
          </p:cNvPr>
          <p:cNvSpPr txBox="1"/>
          <p:nvPr/>
        </p:nvSpPr>
        <p:spPr>
          <a:xfrm>
            <a:off x="9875520" y="3566160"/>
            <a:ext cx="1808187"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S3 Functions</a:t>
            </a:r>
            <a:endParaRPr dirty="0"/>
          </a:p>
        </p:txBody>
      </p:sp>
      <p:sp>
        <p:nvSpPr>
          <p:cNvPr id="488" name="Manipulate Variables">
            <a:extLst>
              <a:ext uri="{FF2B5EF4-FFF2-40B4-BE49-F238E27FC236}">
                <a16:creationId xmlns:a16="http://schemas.microsoft.com/office/drawing/2014/main" id="{7985F5F1-764B-F15F-9B2B-4E400D70C8F1}"/>
              </a:ext>
            </a:extLst>
          </p:cNvPr>
          <p:cNvSpPr txBox="1"/>
          <p:nvPr/>
        </p:nvSpPr>
        <p:spPr>
          <a:xfrm>
            <a:off x="274320" y="5303520"/>
            <a:ext cx="1017907"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Parsers</a:t>
            </a:r>
            <a:endParaRPr dirty="0"/>
          </a:p>
        </p:txBody>
      </p:sp>
      <p:sp>
        <p:nvSpPr>
          <p:cNvPr id="2" name="TextBox 1">
            <a:extLst>
              <a:ext uri="{FF2B5EF4-FFF2-40B4-BE49-F238E27FC236}">
                <a16:creationId xmlns:a16="http://schemas.microsoft.com/office/drawing/2014/main" id="{BCBC272B-DA73-2D39-53AA-207EB8A67D16}"/>
              </a:ext>
            </a:extLst>
          </p:cNvPr>
          <p:cNvSpPr txBox="1"/>
          <p:nvPr/>
        </p:nvSpPr>
        <p:spPr>
          <a:xfrm>
            <a:off x="9875520" y="1675114"/>
            <a:ext cx="4177348" cy="158753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t>Transformers utilize a graph structure which generalizes different types of graphs, regardless of their data source.</a:t>
            </a:r>
          </a:p>
          <a:p>
            <a:endParaRPr lang="en-US" dirty="0"/>
          </a:p>
          <a:p>
            <a:r>
              <a:rPr lang="en-US" sz="1300" dirty="0"/>
              <a:t>1. model_unimodal_graph()</a:t>
            </a:r>
          </a:p>
          <a:p>
            <a:r>
              <a:rPr lang="en-US" b="0" dirty="0"/>
              <a:t>Represents a unimodal graph.</a:t>
            </a:r>
            <a:endParaRPr lang="en-US" dirty="0"/>
          </a:p>
          <a:p>
            <a:r>
              <a:rPr lang="en-US" sz="1300" dirty="0"/>
              <a:t>2. model_multimodal_graph()</a:t>
            </a:r>
          </a:p>
          <a:p>
            <a:r>
              <a:rPr lang="en-US" b="0" dirty="0"/>
              <a:t>Represents a multimodal graph.</a:t>
            </a:r>
          </a:p>
        </p:txBody>
      </p:sp>
      <p:cxnSp>
        <p:nvCxnSpPr>
          <p:cNvPr id="43" name="Elbow Connector 42">
            <a:extLst>
              <a:ext uri="{FF2B5EF4-FFF2-40B4-BE49-F238E27FC236}">
                <a16:creationId xmlns:a16="http://schemas.microsoft.com/office/drawing/2014/main" id="{A4A0F8DC-A1E3-7934-CB88-D39B414FAD49}"/>
              </a:ext>
            </a:extLst>
          </p:cNvPr>
          <p:cNvCxnSpPr>
            <a:cxnSpLocks/>
            <a:stCxn id="257" idx="3"/>
          </p:cNvCxnSpPr>
          <p:nvPr/>
        </p:nvCxnSpPr>
        <p:spPr>
          <a:xfrm flipV="1">
            <a:off x="7241179" y="6255621"/>
            <a:ext cx="2634341" cy="2472576"/>
          </a:xfrm>
          <a:prstGeom prst="bentConnector3">
            <a:avLst>
              <a:gd name="adj1" fmla="val 87908"/>
            </a:avLst>
          </a:prstGeom>
          <a:noFill/>
          <a:ln w="127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90" name="Elbow Connector 489">
            <a:extLst>
              <a:ext uri="{FF2B5EF4-FFF2-40B4-BE49-F238E27FC236}">
                <a16:creationId xmlns:a16="http://schemas.microsoft.com/office/drawing/2014/main" id="{7CC740F9-90AF-54F9-09D8-FE81B442E55B}"/>
              </a:ext>
            </a:extLst>
          </p:cNvPr>
          <p:cNvCxnSpPr>
            <a:cxnSpLocks/>
            <a:endCxn id="10" idx="1"/>
          </p:cNvCxnSpPr>
          <p:nvPr/>
        </p:nvCxnSpPr>
        <p:spPr>
          <a:xfrm flipV="1">
            <a:off x="9277609" y="3736175"/>
            <a:ext cx="597911" cy="3238528"/>
          </a:xfrm>
          <a:prstGeom prst="bentConnector3">
            <a:avLst>
              <a:gd name="adj1" fmla="val 21325"/>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grpSp>
        <p:nvGrpSpPr>
          <p:cNvPr id="267" name="Google Shape;156;p1">
            <a:extLst>
              <a:ext uri="{FF2B5EF4-FFF2-40B4-BE49-F238E27FC236}">
                <a16:creationId xmlns:a16="http://schemas.microsoft.com/office/drawing/2014/main" id="{1B348B8C-458C-BCF0-3A65-CFD47E6942B8}"/>
              </a:ext>
            </a:extLst>
          </p:cNvPr>
          <p:cNvGrpSpPr/>
          <p:nvPr/>
        </p:nvGrpSpPr>
        <p:grpSpPr>
          <a:xfrm>
            <a:off x="5817574" y="4638565"/>
            <a:ext cx="2196419" cy="1216823"/>
            <a:chOff x="10592773" y="5229745"/>
            <a:chExt cx="3298954" cy="1741391"/>
          </a:xfrm>
          <a:solidFill>
            <a:schemeClr val="tx1"/>
          </a:solidFill>
        </p:grpSpPr>
        <p:sp>
          <p:nvSpPr>
            <p:cNvPr id="268" name="Google Shape;157;p1">
              <a:extLst>
                <a:ext uri="{FF2B5EF4-FFF2-40B4-BE49-F238E27FC236}">
                  <a16:creationId xmlns:a16="http://schemas.microsoft.com/office/drawing/2014/main" id="{B061CF05-0C83-4722-21CE-8BBA33CAA22C}"/>
                </a:ext>
              </a:extLst>
            </p:cNvPr>
            <p:cNvSpPr/>
            <p:nvPr/>
          </p:nvSpPr>
          <p:spPr>
            <a:xfrm>
              <a:off x="12237743" y="5550161"/>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69" name="Google Shape;158;p1">
              <a:extLst>
                <a:ext uri="{FF2B5EF4-FFF2-40B4-BE49-F238E27FC236}">
                  <a16:creationId xmlns:a16="http://schemas.microsoft.com/office/drawing/2014/main" id="{8D36FB61-6071-B1C3-39F4-E32F4C74AAB3}"/>
                </a:ext>
              </a:extLst>
            </p:cNvPr>
            <p:cNvSpPr/>
            <p:nvPr/>
          </p:nvSpPr>
          <p:spPr>
            <a:xfrm>
              <a:off x="12990609" y="5398089"/>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0" name="Google Shape;159;p1">
              <a:extLst>
                <a:ext uri="{FF2B5EF4-FFF2-40B4-BE49-F238E27FC236}">
                  <a16:creationId xmlns:a16="http://schemas.microsoft.com/office/drawing/2014/main" id="{D0A035DC-D3FB-8888-354C-73F07964BE7F}"/>
                </a:ext>
              </a:extLst>
            </p:cNvPr>
            <p:cNvSpPr/>
            <p:nvPr/>
          </p:nvSpPr>
          <p:spPr>
            <a:xfrm>
              <a:off x="13329043" y="5229745"/>
              <a:ext cx="192300" cy="198000"/>
            </a:xfrm>
            <a:prstGeom prst="ellipse">
              <a:avLst/>
            </a:prstGeom>
            <a:solidFill>
              <a:schemeClr val="accent3"/>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1" name="Google Shape;160;p1">
              <a:extLst>
                <a:ext uri="{FF2B5EF4-FFF2-40B4-BE49-F238E27FC236}">
                  <a16:creationId xmlns:a16="http://schemas.microsoft.com/office/drawing/2014/main" id="{D5A35E9D-32B2-7BD9-880E-E198CEA5F9C7}"/>
                </a:ext>
              </a:extLst>
            </p:cNvPr>
            <p:cNvSpPr/>
            <p:nvPr/>
          </p:nvSpPr>
          <p:spPr>
            <a:xfrm>
              <a:off x="13317282" y="5522084"/>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2" name="Google Shape;161;p1">
              <a:extLst>
                <a:ext uri="{FF2B5EF4-FFF2-40B4-BE49-F238E27FC236}">
                  <a16:creationId xmlns:a16="http://schemas.microsoft.com/office/drawing/2014/main" id="{A4E5953A-CB23-989B-B9C5-0D75F6B466C4}"/>
                </a:ext>
              </a:extLst>
            </p:cNvPr>
            <p:cNvSpPr/>
            <p:nvPr/>
          </p:nvSpPr>
          <p:spPr>
            <a:xfrm>
              <a:off x="13699427" y="5306906"/>
              <a:ext cx="192300" cy="198000"/>
            </a:xfrm>
            <a:prstGeom prst="ellipse">
              <a:avLst/>
            </a:prstGeom>
            <a:solidFill>
              <a:schemeClr val="accent3"/>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3" name="Google Shape;162;p1">
              <a:extLst>
                <a:ext uri="{FF2B5EF4-FFF2-40B4-BE49-F238E27FC236}">
                  <a16:creationId xmlns:a16="http://schemas.microsoft.com/office/drawing/2014/main" id="{D170E770-D604-1C6F-04A7-F6953A54900C}"/>
                </a:ext>
              </a:extLst>
            </p:cNvPr>
            <p:cNvSpPr/>
            <p:nvPr/>
          </p:nvSpPr>
          <p:spPr>
            <a:xfrm>
              <a:off x="12990598" y="5644267"/>
              <a:ext cx="192300" cy="198000"/>
            </a:xfrm>
            <a:prstGeom prst="ellipse">
              <a:avLst/>
            </a:prstGeom>
            <a:solidFill>
              <a:schemeClr val="accent3"/>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4" name="Google Shape;163;p1">
              <a:extLst>
                <a:ext uri="{FF2B5EF4-FFF2-40B4-BE49-F238E27FC236}">
                  <a16:creationId xmlns:a16="http://schemas.microsoft.com/office/drawing/2014/main" id="{DD030D54-FB93-5308-3574-A837C3F9DC6E}"/>
                </a:ext>
              </a:extLst>
            </p:cNvPr>
            <p:cNvSpPr/>
            <p:nvPr/>
          </p:nvSpPr>
          <p:spPr>
            <a:xfrm>
              <a:off x="13261106" y="6564434"/>
              <a:ext cx="328200" cy="3369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5" name="Google Shape;164;p1">
              <a:extLst>
                <a:ext uri="{FF2B5EF4-FFF2-40B4-BE49-F238E27FC236}">
                  <a16:creationId xmlns:a16="http://schemas.microsoft.com/office/drawing/2014/main" id="{3F982FCE-9C93-F6BE-E47F-EFF97C4DD05E}"/>
                </a:ext>
              </a:extLst>
            </p:cNvPr>
            <p:cNvSpPr/>
            <p:nvPr/>
          </p:nvSpPr>
          <p:spPr>
            <a:xfrm>
              <a:off x="12889483" y="6773136"/>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6" name="Google Shape;165;p1">
              <a:extLst>
                <a:ext uri="{FF2B5EF4-FFF2-40B4-BE49-F238E27FC236}">
                  <a16:creationId xmlns:a16="http://schemas.microsoft.com/office/drawing/2014/main" id="{A6786C19-CCDA-981D-8B2F-4F0C329FFC53}"/>
                </a:ext>
              </a:extLst>
            </p:cNvPr>
            <p:cNvSpPr/>
            <p:nvPr/>
          </p:nvSpPr>
          <p:spPr>
            <a:xfrm>
              <a:off x="13324166" y="6099152"/>
              <a:ext cx="192300" cy="198000"/>
            </a:xfrm>
            <a:prstGeom prst="ellipse">
              <a:avLst/>
            </a:prstGeom>
            <a:solidFill>
              <a:schemeClr val="accent3"/>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7" name="Google Shape;166;p1">
              <a:extLst>
                <a:ext uri="{FF2B5EF4-FFF2-40B4-BE49-F238E27FC236}">
                  <a16:creationId xmlns:a16="http://schemas.microsoft.com/office/drawing/2014/main" id="{8D53A4C3-9BFE-2715-9ACD-6DE0AF6139EB}"/>
                </a:ext>
              </a:extLst>
            </p:cNvPr>
            <p:cNvSpPr/>
            <p:nvPr/>
          </p:nvSpPr>
          <p:spPr>
            <a:xfrm>
              <a:off x="11468140" y="5576165"/>
              <a:ext cx="305700" cy="308400"/>
            </a:xfrm>
            <a:prstGeom prst="ellipse">
              <a:avLst/>
            </a:prstGeom>
            <a:solidFill>
              <a:schemeClr val="accent3"/>
            </a:solidFill>
            <a:ln w="179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8" name="Google Shape;167;p1">
              <a:extLst>
                <a:ext uri="{FF2B5EF4-FFF2-40B4-BE49-F238E27FC236}">
                  <a16:creationId xmlns:a16="http://schemas.microsoft.com/office/drawing/2014/main" id="{984960FF-D1FE-5EFB-EE47-86F3C05F955B}"/>
                </a:ext>
              </a:extLst>
            </p:cNvPr>
            <p:cNvSpPr/>
            <p:nvPr/>
          </p:nvSpPr>
          <p:spPr>
            <a:xfrm>
              <a:off x="10719482" y="5925385"/>
              <a:ext cx="192300" cy="198000"/>
            </a:xfrm>
            <a:prstGeom prst="ellipse">
              <a:avLst/>
            </a:prstGeom>
            <a:solidFill>
              <a:schemeClr val="accent3"/>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9" name="Google Shape;168;p1">
              <a:extLst>
                <a:ext uri="{FF2B5EF4-FFF2-40B4-BE49-F238E27FC236}">
                  <a16:creationId xmlns:a16="http://schemas.microsoft.com/office/drawing/2014/main" id="{300E0169-8B90-18A6-D83D-9CD2CA32097C}"/>
                </a:ext>
              </a:extLst>
            </p:cNvPr>
            <p:cNvSpPr/>
            <p:nvPr/>
          </p:nvSpPr>
          <p:spPr>
            <a:xfrm>
              <a:off x="11061232" y="5405652"/>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80" name="Google Shape;169;p1">
              <a:extLst>
                <a:ext uri="{FF2B5EF4-FFF2-40B4-BE49-F238E27FC236}">
                  <a16:creationId xmlns:a16="http://schemas.microsoft.com/office/drawing/2014/main" id="{EC8FD989-7FBE-C800-70D8-FB876D26DB35}"/>
                </a:ext>
              </a:extLst>
            </p:cNvPr>
            <p:cNvSpPr/>
            <p:nvPr/>
          </p:nvSpPr>
          <p:spPr>
            <a:xfrm>
              <a:off x="10592773" y="6139937"/>
              <a:ext cx="274500" cy="276300"/>
            </a:xfrm>
            <a:prstGeom prst="ellipse">
              <a:avLst/>
            </a:prstGeom>
            <a:solidFill>
              <a:schemeClr val="accent3"/>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81" name="Google Shape;170;p1">
              <a:extLst>
                <a:ext uri="{FF2B5EF4-FFF2-40B4-BE49-F238E27FC236}">
                  <a16:creationId xmlns:a16="http://schemas.microsoft.com/office/drawing/2014/main" id="{176019BF-E16D-D32B-3095-93C2EA369306}"/>
                </a:ext>
              </a:extLst>
            </p:cNvPr>
            <p:cNvSpPr/>
            <p:nvPr/>
          </p:nvSpPr>
          <p:spPr>
            <a:xfrm>
              <a:off x="11037864" y="6333062"/>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82" name="Google Shape;171;p1">
              <a:extLst>
                <a:ext uri="{FF2B5EF4-FFF2-40B4-BE49-F238E27FC236}">
                  <a16:creationId xmlns:a16="http://schemas.microsoft.com/office/drawing/2014/main" id="{F8385324-28EC-96B3-1800-C88CD894E735}"/>
                </a:ext>
              </a:extLst>
            </p:cNvPr>
            <p:cNvSpPr/>
            <p:nvPr/>
          </p:nvSpPr>
          <p:spPr>
            <a:xfrm>
              <a:off x="11449106" y="6300040"/>
              <a:ext cx="553500" cy="567900"/>
            </a:xfrm>
            <a:prstGeom prst="ellipse">
              <a:avLst/>
            </a:prstGeom>
            <a:solidFill>
              <a:schemeClr val="accent3"/>
            </a:solidFill>
            <a:ln w="26900"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283" name="Google Shape;172;p1">
              <a:extLst>
                <a:ext uri="{FF2B5EF4-FFF2-40B4-BE49-F238E27FC236}">
                  <a16:creationId xmlns:a16="http://schemas.microsoft.com/office/drawing/2014/main" id="{42D44015-1EF1-7508-C9A0-FB2036A42287}"/>
                </a:ext>
              </a:extLst>
            </p:cNvPr>
            <p:cNvCxnSpPr>
              <a:stCxn id="268" idx="2"/>
              <a:endCxn id="277" idx="6"/>
            </p:cNvCxnSpPr>
            <p:nvPr/>
          </p:nvCxnSpPr>
          <p:spPr>
            <a:xfrm flipH="1">
              <a:off x="11773943" y="5649161"/>
              <a:ext cx="463800" cy="813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84" name="Google Shape;173;p1">
              <a:extLst>
                <a:ext uri="{FF2B5EF4-FFF2-40B4-BE49-F238E27FC236}">
                  <a16:creationId xmlns:a16="http://schemas.microsoft.com/office/drawing/2014/main" id="{F9879A5B-26B7-3E23-D5D4-FAB3C9910907}"/>
                </a:ext>
              </a:extLst>
            </p:cNvPr>
            <p:cNvCxnSpPr>
              <a:stCxn id="277" idx="2"/>
              <a:endCxn id="296" idx="6"/>
            </p:cNvCxnSpPr>
            <p:nvPr/>
          </p:nvCxnSpPr>
          <p:spPr>
            <a:xfrm flipH="1">
              <a:off x="11113540" y="5730365"/>
              <a:ext cx="354600" cy="306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85" name="Google Shape;175;p1">
              <a:extLst>
                <a:ext uri="{FF2B5EF4-FFF2-40B4-BE49-F238E27FC236}">
                  <a16:creationId xmlns:a16="http://schemas.microsoft.com/office/drawing/2014/main" id="{C54352AB-A235-5F49-9713-DE3E8F215C45}"/>
                </a:ext>
              </a:extLst>
            </p:cNvPr>
            <p:cNvCxnSpPr>
              <a:stCxn id="282" idx="1"/>
              <a:endCxn id="293" idx="5"/>
            </p:cNvCxnSpPr>
            <p:nvPr/>
          </p:nvCxnSpPr>
          <p:spPr>
            <a:xfrm rot="10800000">
              <a:off x="11390064" y="6170507"/>
              <a:ext cx="140100" cy="2127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86" name="Google Shape;177;p1">
              <a:extLst>
                <a:ext uri="{FF2B5EF4-FFF2-40B4-BE49-F238E27FC236}">
                  <a16:creationId xmlns:a16="http://schemas.microsoft.com/office/drawing/2014/main" id="{3DD038D8-36B8-0334-4AC0-9BC961CC6BCD}"/>
                </a:ext>
              </a:extLst>
            </p:cNvPr>
            <p:cNvCxnSpPr>
              <a:stCxn id="282" idx="2"/>
              <a:endCxn id="281" idx="5"/>
            </p:cNvCxnSpPr>
            <p:nvPr/>
          </p:nvCxnSpPr>
          <p:spPr>
            <a:xfrm rot="10800000">
              <a:off x="11201906" y="6502090"/>
              <a:ext cx="247200" cy="819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87" name="Google Shape;178;p1">
              <a:extLst>
                <a:ext uri="{FF2B5EF4-FFF2-40B4-BE49-F238E27FC236}">
                  <a16:creationId xmlns:a16="http://schemas.microsoft.com/office/drawing/2014/main" id="{B3668BFB-9856-3394-BFAA-7ED018E2B3CE}"/>
                </a:ext>
              </a:extLst>
            </p:cNvPr>
            <p:cNvCxnSpPr>
              <a:stCxn id="281" idx="2"/>
              <a:endCxn id="280" idx="6"/>
            </p:cNvCxnSpPr>
            <p:nvPr/>
          </p:nvCxnSpPr>
          <p:spPr>
            <a:xfrm rot="10800000">
              <a:off x="10867164" y="6278162"/>
              <a:ext cx="170700" cy="1539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88" name="Google Shape;179;p1">
              <a:extLst>
                <a:ext uri="{FF2B5EF4-FFF2-40B4-BE49-F238E27FC236}">
                  <a16:creationId xmlns:a16="http://schemas.microsoft.com/office/drawing/2014/main" id="{1967A772-1364-4F20-1708-C11901A84BDE}"/>
                </a:ext>
              </a:extLst>
            </p:cNvPr>
            <p:cNvCxnSpPr>
              <a:stCxn id="293" idx="2"/>
              <a:endCxn id="278" idx="5"/>
            </p:cNvCxnSpPr>
            <p:nvPr/>
          </p:nvCxnSpPr>
          <p:spPr>
            <a:xfrm rot="10800000">
              <a:off x="10883737" y="6094319"/>
              <a:ext cx="342300" cy="63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89" name="Google Shape;180;p1">
              <a:extLst>
                <a:ext uri="{FF2B5EF4-FFF2-40B4-BE49-F238E27FC236}">
                  <a16:creationId xmlns:a16="http://schemas.microsoft.com/office/drawing/2014/main" id="{4B493A82-CE07-E88E-A926-E0F7835FBBB4}"/>
                </a:ext>
              </a:extLst>
            </p:cNvPr>
            <p:cNvCxnSpPr>
              <a:stCxn id="277" idx="1"/>
              <a:endCxn id="279" idx="5"/>
            </p:cNvCxnSpPr>
            <p:nvPr/>
          </p:nvCxnSpPr>
          <p:spPr>
            <a:xfrm rot="10800000">
              <a:off x="11225509" y="5574529"/>
              <a:ext cx="287400" cy="468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90" name="Google Shape;181;p1">
              <a:extLst>
                <a:ext uri="{FF2B5EF4-FFF2-40B4-BE49-F238E27FC236}">
                  <a16:creationId xmlns:a16="http://schemas.microsoft.com/office/drawing/2014/main" id="{BB1C8788-1CB7-5FC7-A5CC-1964BE126C5E}"/>
                </a:ext>
              </a:extLst>
            </p:cNvPr>
            <p:cNvCxnSpPr>
              <a:stCxn id="304" idx="2"/>
              <a:endCxn id="293" idx="6"/>
            </p:cNvCxnSpPr>
            <p:nvPr/>
          </p:nvCxnSpPr>
          <p:spPr>
            <a:xfrm flipH="1">
              <a:off x="11418366" y="5897435"/>
              <a:ext cx="710100" cy="2031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91" name="Google Shape;183;p1">
              <a:extLst>
                <a:ext uri="{FF2B5EF4-FFF2-40B4-BE49-F238E27FC236}">
                  <a16:creationId xmlns:a16="http://schemas.microsoft.com/office/drawing/2014/main" id="{9298D3B4-6BBC-5958-118A-ACB1B1C63988}"/>
                </a:ext>
              </a:extLst>
            </p:cNvPr>
            <p:cNvCxnSpPr>
              <a:stCxn id="304" idx="2"/>
              <a:endCxn id="278" idx="6"/>
            </p:cNvCxnSpPr>
            <p:nvPr/>
          </p:nvCxnSpPr>
          <p:spPr>
            <a:xfrm flipH="1">
              <a:off x="10911666" y="5897435"/>
              <a:ext cx="1216800" cy="1269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sp>
          <p:nvSpPr>
            <p:cNvPr id="293" name="Google Shape;176;p1">
              <a:extLst>
                <a:ext uri="{FF2B5EF4-FFF2-40B4-BE49-F238E27FC236}">
                  <a16:creationId xmlns:a16="http://schemas.microsoft.com/office/drawing/2014/main" id="{A2C22544-311A-6017-B621-60ACE68AA39F}"/>
                </a:ext>
              </a:extLst>
            </p:cNvPr>
            <p:cNvSpPr/>
            <p:nvPr/>
          </p:nvSpPr>
          <p:spPr>
            <a:xfrm>
              <a:off x="11226037" y="6001619"/>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294" name="Google Shape;184;p1">
              <a:extLst>
                <a:ext uri="{FF2B5EF4-FFF2-40B4-BE49-F238E27FC236}">
                  <a16:creationId xmlns:a16="http://schemas.microsoft.com/office/drawing/2014/main" id="{23ECB518-1A73-02B8-B33F-44E3C41B142F}"/>
                </a:ext>
              </a:extLst>
            </p:cNvPr>
            <p:cNvCxnSpPr>
              <a:stCxn id="268" idx="2"/>
              <a:endCxn id="281" idx="7"/>
            </p:cNvCxnSpPr>
            <p:nvPr/>
          </p:nvCxnSpPr>
          <p:spPr>
            <a:xfrm flipH="1">
              <a:off x="11202143" y="5649161"/>
              <a:ext cx="1035600" cy="7128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95" name="Google Shape;185;p1">
              <a:extLst>
                <a:ext uri="{FF2B5EF4-FFF2-40B4-BE49-F238E27FC236}">
                  <a16:creationId xmlns:a16="http://schemas.microsoft.com/office/drawing/2014/main" id="{3C6C5F94-CD35-D46D-E21D-7D0BD874683A}"/>
                </a:ext>
              </a:extLst>
            </p:cNvPr>
            <p:cNvCxnSpPr>
              <a:stCxn id="268" idx="5"/>
              <a:endCxn id="274" idx="1"/>
            </p:cNvCxnSpPr>
            <p:nvPr/>
          </p:nvCxnSpPr>
          <p:spPr>
            <a:xfrm>
              <a:off x="12401881" y="5719165"/>
              <a:ext cx="907200" cy="8946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sp>
          <p:nvSpPr>
            <p:cNvPr id="296" name="Google Shape;174;p1">
              <a:extLst>
                <a:ext uri="{FF2B5EF4-FFF2-40B4-BE49-F238E27FC236}">
                  <a16:creationId xmlns:a16="http://schemas.microsoft.com/office/drawing/2014/main" id="{321FB714-95B1-D436-4C84-C53AFA568502}"/>
                </a:ext>
              </a:extLst>
            </p:cNvPr>
            <p:cNvSpPr/>
            <p:nvPr/>
          </p:nvSpPr>
          <p:spPr>
            <a:xfrm>
              <a:off x="10921235" y="5662025"/>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297" name="Google Shape;186;p1">
              <a:extLst>
                <a:ext uri="{FF2B5EF4-FFF2-40B4-BE49-F238E27FC236}">
                  <a16:creationId xmlns:a16="http://schemas.microsoft.com/office/drawing/2014/main" id="{D0F7E2ED-2CB2-DEDE-2603-1C541E84116F}"/>
                </a:ext>
              </a:extLst>
            </p:cNvPr>
            <p:cNvCxnSpPr>
              <a:stCxn id="304" idx="2"/>
              <a:endCxn id="281" idx="6"/>
            </p:cNvCxnSpPr>
            <p:nvPr/>
          </p:nvCxnSpPr>
          <p:spPr>
            <a:xfrm flipH="1">
              <a:off x="11230266" y="5897435"/>
              <a:ext cx="898200" cy="5346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98" name="Google Shape;187;p1">
              <a:extLst>
                <a:ext uri="{FF2B5EF4-FFF2-40B4-BE49-F238E27FC236}">
                  <a16:creationId xmlns:a16="http://schemas.microsoft.com/office/drawing/2014/main" id="{03567B94-D458-7EFA-DF05-6D34848D4ED7}"/>
                </a:ext>
              </a:extLst>
            </p:cNvPr>
            <p:cNvCxnSpPr>
              <a:stCxn id="302" idx="6"/>
              <a:endCxn id="273" idx="2"/>
            </p:cNvCxnSpPr>
            <p:nvPr/>
          </p:nvCxnSpPr>
          <p:spPr>
            <a:xfrm rot="10800000" flipH="1">
              <a:off x="12553633" y="5743151"/>
              <a:ext cx="437100" cy="199800"/>
            </a:xfrm>
            <a:prstGeom prst="straightConnector1">
              <a:avLst/>
            </a:prstGeom>
            <a:grpFill/>
            <a:ln w="9525" cap="flat" cmpd="sng">
              <a:solidFill>
                <a:schemeClr val="bg2">
                  <a:lumMod val="10000"/>
                </a:schemeClr>
              </a:solidFill>
              <a:prstDash val="solid"/>
              <a:round/>
              <a:headEnd type="none" w="sm" len="sm"/>
              <a:tailEnd type="stealth" w="med" len="med"/>
            </a:ln>
          </p:spPr>
        </p:cxnSp>
        <p:cxnSp>
          <p:nvCxnSpPr>
            <p:cNvPr id="299" name="Google Shape;189;p1">
              <a:extLst>
                <a:ext uri="{FF2B5EF4-FFF2-40B4-BE49-F238E27FC236}">
                  <a16:creationId xmlns:a16="http://schemas.microsoft.com/office/drawing/2014/main" id="{01073FAE-3662-A64F-B205-20A2855A1D52}"/>
                </a:ext>
              </a:extLst>
            </p:cNvPr>
            <p:cNvCxnSpPr>
              <a:stCxn id="273" idx="7"/>
              <a:endCxn id="271" idx="2"/>
            </p:cNvCxnSpPr>
            <p:nvPr/>
          </p:nvCxnSpPr>
          <p:spPr>
            <a:xfrm rot="10800000" flipH="1">
              <a:off x="13154736" y="5621063"/>
              <a:ext cx="162600" cy="522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300" name="Google Shape;190;p1">
              <a:extLst>
                <a:ext uri="{FF2B5EF4-FFF2-40B4-BE49-F238E27FC236}">
                  <a16:creationId xmlns:a16="http://schemas.microsoft.com/office/drawing/2014/main" id="{D9C0FFCA-165B-6F41-EAB8-B2E403445144}"/>
                </a:ext>
              </a:extLst>
            </p:cNvPr>
            <p:cNvCxnSpPr>
              <a:stCxn id="271" idx="6"/>
              <a:endCxn id="272" idx="2"/>
            </p:cNvCxnSpPr>
            <p:nvPr/>
          </p:nvCxnSpPr>
          <p:spPr>
            <a:xfrm rot="10800000" flipH="1">
              <a:off x="13509582" y="5405984"/>
              <a:ext cx="189900" cy="2151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301" name="Google Shape;191;p1">
              <a:extLst>
                <a:ext uri="{FF2B5EF4-FFF2-40B4-BE49-F238E27FC236}">
                  <a16:creationId xmlns:a16="http://schemas.microsoft.com/office/drawing/2014/main" id="{798A49CE-009A-CDD1-9647-7E90C7C3B912}"/>
                </a:ext>
              </a:extLst>
            </p:cNvPr>
            <p:cNvCxnSpPr>
              <a:stCxn id="268" idx="6"/>
              <a:endCxn id="269" idx="2"/>
            </p:cNvCxnSpPr>
            <p:nvPr/>
          </p:nvCxnSpPr>
          <p:spPr>
            <a:xfrm rot="10800000" flipH="1">
              <a:off x="12430043" y="5497061"/>
              <a:ext cx="560700" cy="1521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sp>
          <p:nvSpPr>
            <p:cNvPr id="302" name="Google Shape;188;p1">
              <a:extLst>
                <a:ext uri="{FF2B5EF4-FFF2-40B4-BE49-F238E27FC236}">
                  <a16:creationId xmlns:a16="http://schemas.microsoft.com/office/drawing/2014/main" id="{A43C4A15-5636-5E26-D33B-45C80FDCB8DD}"/>
                </a:ext>
              </a:extLst>
            </p:cNvPr>
            <p:cNvSpPr/>
            <p:nvPr/>
          </p:nvSpPr>
          <p:spPr>
            <a:xfrm>
              <a:off x="12361333" y="5843951"/>
              <a:ext cx="192300" cy="198000"/>
            </a:xfrm>
            <a:prstGeom prst="ellipse">
              <a:avLst/>
            </a:prstGeom>
            <a:solidFill>
              <a:schemeClr val="accent3"/>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303" name="Google Shape;192;p1">
              <a:extLst>
                <a:ext uri="{FF2B5EF4-FFF2-40B4-BE49-F238E27FC236}">
                  <a16:creationId xmlns:a16="http://schemas.microsoft.com/office/drawing/2014/main" id="{DC58D1B5-E2B2-235C-DC96-EE4DE0229DB0}"/>
                </a:ext>
              </a:extLst>
            </p:cNvPr>
            <p:cNvCxnSpPr>
              <a:stCxn id="269" idx="7"/>
              <a:endCxn id="270" idx="2"/>
            </p:cNvCxnSpPr>
            <p:nvPr/>
          </p:nvCxnSpPr>
          <p:spPr>
            <a:xfrm rot="10800000" flipH="1">
              <a:off x="13154747" y="5328685"/>
              <a:ext cx="174300" cy="984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sp>
          <p:nvSpPr>
            <p:cNvPr id="304" name="Google Shape;182;p1">
              <a:extLst>
                <a:ext uri="{FF2B5EF4-FFF2-40B4-BE49-F238E27FC236}">
                  <a16:creationId xmlns:a16="http://schemas.microsoft.com/office/drawing/2014/main" id="{3813B3DF-5A9E-9A55-4B38-13EBC7B9D194}"/>
                </a:ext>
              </a:extLst>
            </p:cNvPr>
            <p:cNvSpPr/>
            <p:nvPr/>
          </p:nvSpPr>
          <p:spPr>
            <a:xfrm>
              <a:off x="12128466" y="5798435"/>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305" name="Google Shape;193;p1">
              <a:extLst>
                <a:ext uri="{FF2B5EF4-FFF2-40B4-BE49-F238E27FC236}">
                  <a16:creationId xmlns:a16="http://schemas.microsoft.com/office/drawing/2014/main" id="{6C27B534-63C8-76AE-D37F-900A47C62090}"/>
                </a:ext>
              </a:extLst>
            </p:cNvPr>
            <p:cNvCxnSpPr>
              <a:stCxn id="282" idx="6"/>
              <a:endCxn id="274" idx="2"/>
            </p:cNvCxnSpPr>
            <p:nvPr/>
          </p:nvCxnSpPr>
          <p:spPr>
            <a:xfrm>
              <a:off x="12002606" y="6583990"/>
              <a:ext cx="1258500" cy="148800"/>
            </a:xfrm>
            <a:prstGeom prst="straightConnector1">
              <a:avLst/>
            </a:prstGeom>
            <a:grpFill/>
            <a:ln>
              <a:solidFill>
                <a:schemeClr val="bg2">
                  <a:lumMod val="10000"/>
                </a:schemeClr>
              </a:solidFill>
              <a:headEnd type="stealth" w="med" len="med"/>
              <a:tailEnd type="none" w="sm" len="sm"/>
            </a:ln>
          </p:spPr>
          <p:style>
            <a:lnRef idx="1">
              <a:schemeClr val="dk1"/>
            </a:lnRef>
            <a:fillRef idx="0">
              <a:schemeClr val="dk1"/>
            </a:fillRef>
            <a:effectRef idx="0">
              <a:schemeClr val="dk1"/>
            </a:effectRef>
            <a:fontRef idx="minor">
              <a:schemeClr val="tx1"/>
            </a:fontRef>
          </p:style>
        </p:cxnSp>
        <p:cxnSp>
          <p:nvCxnSpPr>
            <p:cNvPr id="306" name="Google Shape;194;p1">
              <a:extLst>
                <a:ext uri="{FF2B5EF4-FFF2-40B4-BE49-F238E27FC236}">
                  <a16:creationId xmlns:a16="http://schemas.microsoft.com/office/drawing/2014/main" id="{CD731C43-9552-4555-EA4E-D9CD7AEC13B1}"/>
                </a:ext>
              </a:extLst>
            </p:cNvPr>
            <p:cNvCxnSpPr>
              <a:stCxn id="275" idx="1"/>
              <a:endCxn id="277" idx="5"/>
            </p:cNvCxnSpPr>
            <p:nvPr/>
          </p:nvCxnSpPr>
          <p:spPr>
            <a:xfrm rot="10800000">
              <a:off x="11729045" y="5839432"/>
              <a:ext cx="1188600" cy="9627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307" name="Google Shape;195;p1">
              <a:extLst>
                <a:ext uri="{FF2B5EF4-FFF2-40B4-BE49-F238E27FC236}">
                  <a16:creationId xmlns:a16="http://schemas.microsoft.com/office/drawing/2014/main" id="{C4B0F2A0-BA79-17DA-10EB-856ED09EA2EE}"/>
                </a:ext>
              </a:extLst>
            </p:cNvPr>
            <p:cNvCxnSpPr>
              <a:stCxn id="304" idx="3"/>
              <a:endCxn id="282" idx="7"/>
            </p:cNvCxnSpPr>
            <p:nvPr/>
          </p:nvCxnSpPr>
          <p:spPr>
            <a:xfrm flipH="1">
              <a:off x="11921428" y="5967439"/>
              <a:ext cx="235200" cy="4158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308" name="Google Shape;196;p1">
              <a:extLst>
                <a:ext uri="{FF2B5EF4-FFF2-40B4-BE49-F238E27FC236}">
                  <a16:creationId xmlns:a16="http://schemas.microsoft.com/office/drawing/2014/main" id="{AB6F091D-154B-A49E-0E5C-AA290DC94745}"/>
                </a:ext>
              </a:extLst>
            </p:cNvPr>
            <p:cNvCxnSpPr>
              <a:stCxn id="302" idx="5"/>
              <a:endCxn id="275" idx="1"/>
            </p:cNvCxnSpPr>
            <p:nvPr/>
          </p:nvCxnSpPr>
          <p:spPr>
            <a:xfrm>
              <a:off x="12525471" y="6012955"/>
              <a:ext cx="392100" cy="789300"/>
            </a:xfrm>
            <a:prstGeom prst="straightConnector1">
              <a:avLst/>
            </a:prstGeom>
            <a:grpFill/>
            <a:ln w="9525" cap="flat" cmpd="sng">
              <a:solidFill>
                <a:schemeClr val="bg2">
                  <a:lumMod val="10000"/>
                </a:schemeClr>
              </a:solidFill>
              <a:prstDash val="solid"/>
              <a:round/>
              <a:headEnd type="none" w="sm" len="sm"/>
              <a:tailEnd type="stealth" w="med" len="med"/>
            </a:ln>
          </p:spPr>
        </p:cxnSp>
        <p:cxnSp>
          <p:nvCxnSpPr>
            <p:cNvPr id="309" name="Google Shape;197;p1">
              <a:extLst>
                <a:ext uri="{FF2B5EF4-FFF2-40B4-BE49-F238E27FC236}">
                  <a16:creationId xmlns:a16="http://schemas.microsoft.com/office/drawing/2014/main" id="{07DE536D-DF37-150F-3F3A-DB610819840A}"/>
                </a:ext>
              </a:extLst>
            </p:cNvPr>
            <p:cNvCxnSpPr>
              <a:stCxn id="268" idx="6"/>
              <a:endCxn id="273" idx="2"/>
            </p:cNvCxnSpPr>
            <p:nvPr/>
          </p:nvCxnSpPr>
          <p:spPr>
            <a:xfrm>
              <a:off x="12430043" y="5649161"/>
              <a:ext cx="560700" cy="942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310" name="Google Shape;198;p1">
              <a:extLst>
                <a:ext uri="{FF2B5EF4-FFF2-40B4-BE49-F238E27FC236}">
                  <a16:creationId xmlns:a16="http://schemas.microsoft.com/office/drawing/2014/main" id="{98A8D1F6-B107-4E8D-A527-A1ACC911603D}"/>
                </a:ext>
              </a:extLst>
            </p:cNvPr>
            <p:cNvCxnSpPr>
              <a:stCxn id="302" idx="6"/>
              <a:endCxn id="276" idx="2"/>
            </p:cNvCxnSpPr>
            <p:nvPr/>
          </p:nvCxnSpPr>
          <p:spPr>
            <a:xfrm>
              <a:off x="12553633" y="5942951"/>
              <a:ext cx="770400" cy="255300"/>
            </a:xfrm>
            <a:prstGeom prst="straightConnector1">
              <a:avLst/>
            </a:prstGeom>
            <a:grpFill/>
            <a:ln w="9525" cap="flat" cmpd="sng">
              <a:solidFill>
                <a:schemeClr val="bg2">
                  <a:lumMod val="10000"/>
                </a:schemeClr>
              </a:solidFill>
              <a:prstDash val="solid"/>
              <a:round/>
              <a:headEnd type="none" w="sm" len="sm"/>
              <a:tailEnd type="stealth" w="med" len="med"/>
            </a:ln>
          </p:spPr>
        </p:cxnSp>
        <p:cxnSp>
          <p:nvCxnSpPr>
            <p:cNvPr id="311" name="Google Shape;199;p1">
              <a:extLst>
                <a:ext uri="{FF2B5EF4-FFF2-40B4-BE49-F238E27FC236}">
                  <a16:creationId xmlns:a16="http://schemas.microsoft.com/office/drawing/2014/main" id="{667CC837-D5D1-371C-A2BB-2203118628C8}"/>
                </a:ext>
              </a:extLst>
            </p:cNvPr>
            <p:cNvCxnSpPr>
              <a:stCxn id="302" idx="3"/>
              <a:endCxn id="282" idx="7"/>
            </p:cNvCxnSpPr>
            <p:nvPr/>
          </p:nvCxnSpPr>
          <p:spPr>
            <a:xfrm flipH="1">
              <a:off x="11921495" y="6012955"/>
              <a:ext cx="468000" cy="370200"/>
            </a:xfrm>
            <a:prstGeom prst="straightConnector1">
              <a:avLst/>
            </a:prstGeom>
            <a:grpFill/>
            <a:ln w="9525" cap="flat" cmpd="sng">
              <a:solidFill>
                <a:schemeClr val="bg2">
                  <a:lumMod val="10000"/>
                </a:schemeClr>
              </a:solidFill>
              <a:prstDash val="solid"/>
              <a:round/>
              <a:headEnd type="none" w="sm" len="sm"/>
              <a:tailEnd type="stealth" w="med" len="med"/>
            </a:ln>
          </p:spPr>
        </p:cxnSp>
        <p:cxnSp>
          <p:nvCxnSpPr>
            <p:cNvPr id="315" name="Google Shape;200;p1">
              <a:extLst>
                <a:ext uri="{FF2B5EF4-FFF2-40B4-BE49-F238E27FC236}">
                  <a16:creationId xmlns:a16="http://schemas.microsoft.com/office/drawing/2014/main" id="{7E39FB98-BF4C-0C74-4AFD-2EB14F17CC97}"/>
                </a:ext>
              </a:extLst>
            </p:cNvPr>
            <p:cNvCxnSpPr>
              <a:stCxn id="302" idx="6"/>
              <a:endCxn id="274" idx="1"/>
            </p:cNvCxnSpPr>
            <p:nvPr/>
          </p:nvCxnSpPr>
          <p:spPr>
            <a:xfrm>
              <a:off x="12553633" y="5942951"/>
              <a:ext cx="755400" cy="670800"/>
            </a:xfrm>
            <a:prstGeom prst="straightConnector1">
              <a:avLst/>
            </a:prstGeom>
            <a:grpFill/>
            <a:ln w="17925" cap="flat" cmpd="sng">
              <a:solidFill>
                <a:schemeClr val="bg2">
                  <a:lumMod val="10000"/>
                </a:schemeClr>
              </a:solidFill>
              <a:prstDash val="solid"/>
              <a:round/>
              <a:headEnd type="none" w="sm" len="sm"/>
              <a:tailEnd type="stealth" w="med" len="med"/>
            </a:ln>
          </p:spPr>
        </p:cxnSp>
      </p:grpSp>
      <p:graphicFrame>
        <p:nvGraphicFramePr>
          <p:cNvPr id="12" name="Table">
            <a:extLst>
              <a:ext uri="{FF2B5EF4-FFF2-40B4-BE49-F238E27FC236}">
                <a16:creationId xmlns:a16="http://schemas.microsoft.com/office/drawing/2014/main" id="{E457B2D9-7534-30EE-FA44-63DB0290B070}"/>
              </a:ext>
            </a:extLst>
          </p:cNvPr>
          <p:cNvGraphicFramePr/>
          <p:nvPr/>
        </p:nvGraphicFramePr>
        <p:xfrm>
          <a:off x="5367268" y="2834640"/>
          <a:ext cx="627864"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4"/>
                  </a:ext>
                </a:extLst>
              </a:tr>
            </a:tbl>
          </a:graphicData>
        </a:graphic>
      </p:graphicFrame>
      <p:graphicFrame>
        <p:nvGraphicFramePr>
          <p:cNvPr id="13" name="Table">
            <a:extLst>
              <a:ext uri="{FF2B5EF4-FFF2-40B4-BE49-F238E27FC236}">
                <a16:creationId xmlns:a16="http://schemas.microsoft.com/office/drawing/2014/main" id="{733A053B-CCF2-DC00-19D6-3F9E45222FA2}"/>
              </a:ext>
            </a:extLst>
          </p:cNvPr>
          <p:cNvGraphicFramePr/>
          <p:nvPr/>
        </p:nvGraphicFramePr>
        <p:xfrm>
          <a:off x="5217803" y="3657600"/>
          <a:ext cx="418576"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graphicFrame>
        <p:nvGraphicFramePr>
          <p:cNvPr id="15" name="Table">
            <a:extLst>
              <a:ext uri="{FF2B5EF4-FFF2-40B4-BE49-F238E27FC236}">
                <a16:creationId xmlns:a16="http://schemas.microsoft.com/office/drawing/2014/main" id="{F347D23F-4513-55AC-1641-EADDD18B2258}"/>
              </a:ext>
            </a:extLst>
          </p:cNvPr>
          <p:cNvGraphicFramePr/>
          <p:nvPr/>
        </p:nvGraphicFramePr>
        <p:xfrm>
          <a:off x="6614203" y="2834640"/>
          <a:ext cx="627864"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4"/>
                  </a:ext>
                </a:extLst>
              </a:tr>
            </a:tbl>
          </a:graphicData>
        </a:graphic>
      </p:graphicFrame>
      <p:graphicFrame>
        <p:nvGraphicFramePr>
          <p:cNvPr id="18" name="Table">
            <a:extLst>
              <a:ext uri="{FF2B5EF4-FFF2-40B4-BE49-F238E27FC236}">
                <a16:creationId xmlns:a16="http://schemas.microsoft.com/office/drawing/2014/main" id="{A516E13B-D833-DE80-6C31-1B81518B105C}"/>
              </a:ext>
            </a:extLst>
          </p:cNvPr>
          <p:cNvGraphicFramePr/>
          <p:nvPr/>
        </p:nvGraphicFramePr>
        <p:xfrm>
          <a:off x="7890671" y="2834640"/>
          <a:ext cx="627864"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4"/>
                  </a:ext>
                </a:extLst>
              </a:tr>
            </a:tbl>
          </a:graphicData>
        </a:graphic>
      </p:graphicFrame>
      <p:sp>
        <p:nvSpPr>
          <p:cNvPr id="20" name="TextBox 19">
            <a:extLst>
              <a:ext uri="{FF2B5EF4-FFF2-40B4-BE49-F238E27FC236}">
                <a16:creationId xmlns:a16="http://schemas.microsoft.com/office/drawing/2014/main" id="{EC0C1D05-AEA5-A994-9BD6-F0F20D8963E2}"/>
              </a:ext>
            </a:extLst>
          </p:cNvPr>
          <p:cNvSpPr txBox="1"/>
          <p:nvPr/>
        </p:nvSpPr>
        <p:spPr>
          <a:xfrm>
            <a:off x="6659605" y="2309615"/>
            <a:ext cx="512359" cy="23644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.json</a:t>
            </a:r>
            <a:endParaRPr kumimoji="0" lang="en-US" sz="1000" b="0" i="0" u="none" strike="noStrike" cap="none" spc="0" normalizeH="0" baseline="0" dirty="0">
              <a:ln>
                <a:noFill/>
              </a:ln>
              <a:solidFill>
                <a:srgbClr val="4C4C4C"/>
              </a:solidFill>
              <a:effectLst/>
              <a:uFillTx/>
              <a:sym typeface="Source Sans Pro"/>
            </a:endParaRPr>
          </a:p>
        </p:txBody>
      </p:sp>
      <p:pic>
        <p:nvPicPr>
          <p:cNvPr id="21" name="Graphic 20" descr="Paper outline">
            <a:extLst>
              <a:ext uri="{FF2B5EF4-FFF2-40B4-BE49-F238E27FC236}">
                <a16:creationId xmlns:a16="http://schemas.microsoft.com/office/drawing/2014/main" id="{15DF3676-164F-2522-89FF-C58ED22F49B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700650" y="1920240"/>
            <a:ext cx="430268" cy="430268"/>
          </a:xfrm>
          <a:prstGeom prst="rect">
            <a:avLst/>
          </a:prstGeom>
        </p:spPr>
      </p:pic>
      <p:sp>
        <p:nvSpPr>
          <p:cNvPr id="24" name="TextBox 23">
            <a:extLst>
              <a:ext uri="{FF2B5EF4-FFF2-40B4-BE49-F238E27FC236}">
                <a16:creationId xmlns:a16="http://schemas.microsoft.com/office/drawing/2014/main" id="{8F35CBE8-61FA-8227-B2E6-F8A7F7738A5B}"/>
              </a:ext>
            </a:extLst>
          </p:cNvPr>
          <p:cNvSpPr txBox="1"/>
          <p:nvPr/>
        </p:nvSpPr>
        <p:spPr>
          <a:xfrm>
            <a:off x="7942729" y="2295378"/>
            <a:ext cx="512359" cy="23644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.mbox</a:t>
            </a:r>
            <a:endParaRPr kumimoji="0" lang="en-US" sz="1000" b="0" i="0" u="none" strike="noStrike" cap="none" spc="0" normalizeH="0" baseline="0" dirty="0">
              <a:ln>
                <a:noFill/>
              </a:ln>
              <a:solidFill>
                <a:srgbClr val="4C4C4C"/>
              </a:solidFill>
              <a:effectLst/>
              <a:uFillTx/>
              <a:sym typeface="Source Sans Pro"/>
            </a:endParaRPr>
          </a:p>
        </p:txBody>
      </p:sp>
      <p:pic>
        <p:nvPicPr>
          <p:cNvPr id="25" name="Graphic 24" descr="Paper outline">
            <a:extLst>
              <a:ext uri="{FF2B5EF4-FFF2-40B4-BE49-F238E27FC236}">
                <a16:creationId xmlns:a16="http://schemas.microsoft.com/office/drawing/2014/main" id="{F8672001-2831-8A86-EF4E-9E7A222685B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983775" y="1920889"/>
            <a:ext cx="430268" cy="430268"/>
          </a:xfrm>
          <a:prstGeom prst="rect">
            <a:avLst/>
          </a:prstGeom>
        </p:spPr>
      </p:pic>
      <p:pic>
        <p:nvPicPr>
          <p:cNvPr id="27" name="Graphic 26" descr="Folder outline">
            <a:extLst>
              <a:ext uri="{FF2B5EF4-FFF2-40B4-BE49-F238E27FC236}">
                <a16:creationId xmlns:a16="http://schemas.microsoft.com/office/drawing/2014/main" id="{02EA9131-9923-C2DF-DFA7-932956B54BA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407260" y="1920240"/>
            <a:ext cx="550611" cy="550611"/>
          </a:xfrm>
          <a:prstGeom prst="rect">
            <a:avLst/>
          </a:prstGeom>
        </p:spPr>
      </p:pic>
      <p:sp>
        <p:nvSpPr>
          <p:cNvPr id="28" name="TextBox 27">
            <a:extLst>
              <a:ext uri="{FF2B5EF4-FFF2-40B4-BE49-F238E27FC236}">
                <a16:creationId xmlns:a16="http://schemas.microsoft.com/office/drawing/2014/main" id="{5F577BBB-4FF5-CC5E-4593-299504785617}"/>
              </a:ext>
            </a:extLst>
          </p:cNvPr>
          <p:cNvSpPr txBox="1"/>
          <p:nvPr/>
        </p:nvSpPr>
        <p:spPr>
          <a:xfrm>
            <a:off x="5422867" y="2337169"/>
            <a:ext cx="512359" cy="23644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.git</a:t>
            </a:r>
            <a:endParaRPr kumimoji="0" lang="en-US" sz="1000" b="0" i="0" u="none" strike="noStrike" cap="none" spc="0" normalizeH="0" baseline="0" dirty="0">
              <a:ln>
                <a:noFill/>
              </a:ln>
              <a:solidFill>
                <a:srgbClr val="4C4C4C"/>
              </a:solidFill>
              <a:effectLst/>
              <a:uFillTx/>
              <a:sym typeface="Source Sans Pro"/>
            </a:endParaRPr>
          </a:p>
        </p:txBody>
      </p:sp>
      <p:sp>
        <p:nvSpPr>
          <p:cNvPr id="257" name="TextBox 256">
            <a:extLst>
              <a:ext uri="{FF2B5EF4-FFF2-40B4-BE49-F238E27FC236}">
                <a16:creationId xmlns:a16="http://schemas.microsoft.com/office/drawing/2014/main" id="{4B528D97-58E6-5EFB-D98F-CC04FFCD0446}"/>
              </a:ext>
            </a:extLst>
          </p:cNvPr>
          <p:cNvSpPr txBox="1"/>
          <p:nvPr/>
        </p:nvSpPr>
        <p:spPr>
          <a:xfrm>
            <a:off x="6728820" y="8583326"/>
            <a:ext cx="512359"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.dsmj</a:t>
            </a:r>
            <a:endParaRPr kumimoji="0" lang="en-US" sz="1000" b="0" i="0" u="none" strike="noStrike" cap="none" spc="0" normalizeH="0" baseline="0" dirty="0">
              <a:ln>
                <a:noFill/>
              </a:ln>
              <a:solidFill>
                <a:srgbClr val="4C4C4C"/>
              </a:solidFill>
              <a:effectLst/>
              <a:uFillTx/>
              <a:sym typeface="Source Sans Pro"/>
            </a:endParaRPr>
          </a:p>
        </p:txBody>
      </p:sp>
      <p:pic>
        <p:nvPicPr>
          <p:cNvPr id="258" name="Graphic 257" descr="Paper outline">
            <a:extLst>
              <a:ext uri="{FF2B5EF4-FFF2-40B4-BE49-F238E27FC236}">
                <a16:creationId xmlns:a16="http://schemas.microsoft.com/office/drawing/2014/main" id="{DFEA282C-E1A3-C48A-FE37-F6EADBBEF94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769866" y="8235488"/>
            <a:ext cx="430268" cy="430268"/>
          </a:xfrm>
          <a:prstGeom prst="rect">
            <a:avLst/>
          </a:prstGeom>
        </p:spPr>
      </p:pic>
      <p:graphicFrame>
        <p:nvGraphicFramePr>
          <p:cNvPr id="430" name="Table">
            <a:extLst>
              <a:ext uri="{FF2B5EF4-FFF2-40B4-BE49-F238E27FC236}">
                <a16:creationId xmlns:a16="http://schemas.microsoft.com/office/drawing/2014/main" id="{EC370BF0-A70B-7964-848F-72BA0B0C8C00}"/>
              </a:ext>
            </a:extLst>
          </p:cNvPr>
          <p:cNvGraphicFramePr/>
          <p:nvPr/>
        </p:nvGraphicFramePr>
        <p:xfrm>
          <a:off x="5717228" y="3657600"/>
          <a:ext cx="418576"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graphicFrame>
        <p:nvGraphicFramePr>
          <p:cNvPr id="431" name="Table">
            <a:extLst>
              <a:ext uri="{FF2B5EF4-FFF2-40B4-BE49-F238E27FC236}">
                <a16:creationId xmlns:a16="http://schemas.microsoft.com/office/drawing/2014/main" id="{860E2857-50F7-8559-76F5-F23EF3C55DEE}"/>
              </a:ext>
            </a:extLst>
          </p:cNvPr>
          <p:cNvGraphicFramePr/>
          <p:nvPr/>
        </p:nvGraphicFramePr>
        <p:xfrm>
          <a:off x="6459637" y="3657600"/>
          <a:ext cx="418576"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graphicFrame>
        <p:nvGraphicFramePr>
          <p:cNvPr id="432" name="Table">
            <a:extLst>
              <a:ext uri="{FF2B5EF4-FFF2-40B4-BE49-F238E27FC236}">
                <a16:creationId xmlns:a16="http://schemas.microsoft.com/office/drawing/2014/main" id="{32DA5A51-60F3-E64E-FDBD-3DEC51A48286}"/>
              </a:ext>
            </a:extLst>
          </p:cNvPr>
          <p:cNvGraphicFramePr/>
          <p:nvPr/>
        </p:nvGraphicFramePr>
        <p:xfrm>
          <a:off x="6953164" y="3659028"/>
          <a:ext cx="418576"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graphicFrame>
        <p:nvGraphicFramePr>
          <p:cNvPr id="438" name="Table">
            <a:extLst>
              <a:ext uri="{FF2B5EF4-FFF2-40B4-BE49-F238E27FC236}">
                <a16:creationId xmlns:a16="http://schemas.microsoft.com/office/drawing/2014/main" id="{98104823-AE08-AFFE-8E65-94BA40FE17F4}"/>
              </a:ext>
            </a:extLst>
          </p:cNvPr>
          <p:cNvGraphicFramePr/>
          <p:nvPr/>
        </p:nvGraphicFramePr>
        <p:xfrm>
          <a:off x="7737264" y="3657600"/>
          <a:ext cx="418576"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graphicFrame>
        <p:nvGraphicFramePr>
          <p:cNvPr id="439" name="Table">
            <a:extLst>
              <a:ext uri="{FF2B5EF4-FFF2-40B4-BE49-F238E27FC236}">
                <a16:creationId xmlns:a16="http://schemas.microsoft.com/office/drawing/2014/main" id="{9D019A9A-B369-866B-865C-D1D24EC2B0BE}"/>
              </a:ext>
            </a:extLst>
          </p:cNvPr>
          <p:cNvGraphicFramePr/>
          <p:nvPr/>
        </p:nvGraphicFramePr>
        <p:xfrm>
          <a:off x="8230791" y="3657600"/>
          <a:ext cx="418576"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grpSp>
        <p:nvGrpSpPr>
          <p:cNvPr id="317" name="Google Shape;156;p1">
            <a:extLst>
              <a:ext uri="{FF2B5EF4-FFF2-40B4-BE49-F238E27FC236}">
                <a16:creationId xmlns:a16="http://schemas.microsoft.com/office/drawing/2014/main" id="{FA640A4D-A45E-5213-747B-C00531ABAA1D}"/>
              </a:ext>
            </a:extLst>
          </p:cNvPr>
          <p:cNvGrpSpPr/>
          <p:nvPr/>
        </p:nvGrpSpPr>
        <p:grpSpPr>
          <a:xfrm>
            <a:off x="7852504" y="6496126"/>
            <a:ext cx="1357791" cy="804343"/>
            <a:chOff x="10592773" y="5229745"/>
            <a:chExt cx="3298954" cy="1741391"/>
          </a:xfrm>
        </p:grpSpPr>
        <p:sp>
          <p:nvSpPr>
            <p:cNvPr id="318" name="Google Shape;157;p1">
              <a:extLst>
                <a:ext uri="{FF2B5EF4-FFF2-40B4-BE49-F238E27FC236}">
                  <a16:creationId xmlns:a16="http://schemas.microsoft.com/office/drawing/2014/main" id="{B401A26A-F4AB-4B4F-163E-0E823EC83CFE}"/>
                </a:ext>
              </a:extLst>
            </p:cNvPr>
            <p:cNvSpPr/>
            <p:nvPr/>
          </p:nvSpPr>
          <p:spPr>
            <a:xfrm>
              <a:off x="12237743" y="5550161"/>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20" name="Google Shape;158;p1">
              <a:extLst>
                <a:ext uri="{FF2B5EF4-FFF2-40B4-BE49-F238E27FC236}">
                  <a16:creationId xmlns:a16="http://schemas.microsoft.com/office/drawing/2014/main" id="{4D70FC2F-97D2-8FFD-5B59-EACC320D7573}"/>
                </a:ext>
              </a:extLst>
            </p:cNvPr>
            <p:cNvSpPr/>
            <p:nvPr/>
          </p:nvSpPr>
          <p:spPr>
            <a:xfrm>
              <a:off x="12990609" y="5398089"/>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21" name="Google Shape;159;p1">
              <a:extLst>
                <a:ext uri="{FF2B5EF4-FFF2-40B4-BE49-F238E27FC236}">
                  <a16:creationId xmlns:a16="http://schemas.microsoft.com/office/drawing/2014/main" id="{8AF56861-2EEA-DAB8-1F53-6B64419F61A0}"/>
                </a:ext>
              </a:extLst>
            </p:cNvPr>
            <p:cNvSpPr/>
            <p:nvPr/>
          </p:nvSpPr>
          <p:spPr>
            <a:xfrm>
              <a:off x="13329043" y="522974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22" name="Google Shape;160;p1">
              <a:extLst>
                <a:ext uri="{FF2B5EF4-FFF2-40B4-BE49-F238E27FC236}">
                  <a16:creationId xmlns:a16="http://schemas.microsoft.com/office/drawing/2014/main" id="{173FFCCF-C578-1F07-EADC-35CDA7E64EE5}"/>
                </a:ext>
              </a:extLst>
            </p:cNvPr>
            <p:cNvSpPr/>
            <p:nvPr/>
          </p:nvSpPr>
          <p:spPr>
            <a:xfrm>
              <a:off x="13317282" y="5522084"/>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25" name="Google Shape;161;p1">
              <a:extLst>
                <a:ext uri="{FF2B5EF4-FFF2-40B4-BE49-F238E27FC236}">
                  <a16:creationId xmlns:a16="http://schemas.microsoft.com/office/drawing/2014/main" id="{58B932A7-9A6A-F8A8-31DE-D5CD4E33B7C0}"/>
                </a:ext>
              </a:extLst>
            </p:cNvPr>
            <p:cNvSpPr/>
            <p:nvPr/>
          </p:nvSpPr>
          <p:spPr>
            <a:xfrm>
              <a:off x="13699427" y="5306906"/>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27" name="Google Shape;162;p1">
              <a:extLst>
                <a:ext uri="{FF2B5EF4-FFF2-40B4-BE49-F238E27FC236}">
                  <a16:creationId xmlns:a16="http://schemas.microsoft.com/office/drawing/2014/main" id="{0EFA0D7C-17FA-B749-BD71-FB9980814AD4}"/>
                </a:ext>
              </a:extLst>
            </p:cNvPr>
            <p:cNvSpPr/>
            <p:nvPr/>
          </p:nvSpPr>
          <p:spPr>
            <a:xfrm>
              <a:off x="12990598" y="5644267"/>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28" name="Google Shape;163;p1">
              <a:extLst>
                <a:ext uri="{FF2B5EF4-FFF2-40B4-BE49-F238E27FC236}">
                  <a16:creationId xmlns:a16="http://schemas.microsoft.com/office/drawing/2014/main" id="{6C98E341-BF5E-F586-F686-A4F90895D9D2}"/>
                </a:ext>
              </a:extLst>
            </p:cNvPr>
            <p:cNvSpPr/>
            <p:nvPr/>
          </p:nvSpPr>
          <p:spPr>
            <a:xfrm>
              <a:off x="13261106" y="6564434"/>
              <a:ext cx="328200" cy="3369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29" name="Google Shape;164;p1">
              <a:extLst>
                <a:ext uri="{FF2B5EF4-FFF2-40B4-BE49-F238E27FC236}">
                  <a16:creationId xmlns:a16="http://schemas.microsoft.com/office/drawing/2014/main" id="{F96235AA-10AF-1ABC-1223-F5763B0A9E4F}"/>
                </a:ext>
              </a:extLst>
            </p:cNvPr>
            <p:cNvSpPr/>
            <p:nvPr/>
          </p:nvSpPr>
          <p:spPr>
            <a:xfrm>
              <a:off x="12889483" y="6773136"/>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31" name="Google Shape;165;p1">
              <a:extLst>
                <a:ext uri="{FF2B5EF4-FFF2-40B4-BE49-F238E27FC236}">
                  <a16:creationId xmlns:a16="http://schemas.microsoft.com/office/drawing/2014/main" id="{76459A58-22E8-23AC-548B-4B6920C59B11}"/>
                </a:ext>
              </a:extLst>
            </p:cNvPr>
            <p:cNvSpPr/>
            <p:nvPr/>
          </p:nvSpPr>
          <p:spPr>
            <a:xfrm>
              <a:off x="13324166" y="6099152"/>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32" name="Google Shape;166;p1">
              <a:extLst>
                <a:ext uri="{FF2B5EF4-FFF2-40B4-BE49-F238E27FC236}">
                  <a16:creationId xmlns:a16="http://schemas.microsoft.com/office/drawing/2014/main" id="{B24F3B65-570E-3D6A-6724-B6F68D5B914F}"/>
                </a:ext>
              </a:extLst>
            </p:cNvPr>
            <p:cNvSpPr/>
            <p:nvPr/>
          </p:nvSpPr>
          <p:spPr>
            <a:xfrm>
              <a:off x="11468140" y="5576165"/>
              <a:ext cx="305700" cy="308400"/>
            </a:xfrm>
            <a:prstGeom prst="ellipse">
              <a:avLst/>
            </a:prstGeom>
            <a:solidFill>
              <a:srgbClr val="E4E4E3"/>
            </a:solidFill>
            <a:ln w="179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33" name="Google Shape;167;p1">
              <a:extLst>
                <a:ext uri="{FF2B5EF4-FFF2-40B4-BE49-F238E27FC236}">
                  <a16:creationId xmlns:a16="http://schemas.microsoft.com/office/drawing/2014/main" id="{F5B42C2A-256F-C543-EB2D-F1224BC487AD}"/>
                </a:ext>
              </a:extLst>
            </p:cNvPr>
            <p:cNvSpPr/>
            <p:nvPr/>
          </p:nvSpPr>
          <p:spPr>
            <a:xfrm>
              <a:off x="10719482" y="592538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35" name="Google Shape;168;p1">
              <a:extLst>
                <a:ext uri="{FF2B5EF4-FFF2-40B4-BE49-F238E27FC236}">
                  <a16:creationId xmlns:a16="http://schemas.microsoft.com/office/drawing/2014/main" id="{AF443232-5E64-163F-DA3E-AA9885F7AC57}"/>
                </a:ext>
              </a:extLst>
            </p:cNvPr>
            <p:cNvSpPr/>
            <p:nvPr/>
          </p:nvSpPr>
          <p:spPr>
            <a:xfrm>
              <a:off x="11061232" y="5405652"/>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36" name="Google Shape;169;p1">
              <a:extLst>
                <a:ext uri="{FF2B5EF4-FFF2-40B4-BE49-F238E27FC236}">
                  <a16:creationId xmlns:a16="http://schemas.microsoft.com/office/drawing/2014/main" id="{D65DC050-4669-277D-1D44-2511DD9E5839}"/>
                </a:ext>
              </a:extLst>
            </p:cNvPr>
            <p:cNvSpPr/>
            <p:nvPr/>
          </p:nvSpPr>
          <p:spPr>
            <a:xfrm>
              <a:off x="10592773" y="6139937"/>
              <a:ext cx="274500" cy="2763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37" name="Google Shape;170;p1">
              <a:extLst>
                <a:ext uri="{FF2B5EF4-FFF2-40B4-BE49-F238E27FC236}">
                  <a16:creationId xmlns:a16="http://schemas.microsoft.com/office/drawing/2014/main" id="{5D92D06A-B5EF-D5C2-8E0A-E89EB47A6676}"/>
                </a:ext>
              </a:extLst>
            </p:cNvPr>
            <p:cNvSpPr/>
            <p:nvPr/>
          </p:nvSpPr>
          <p:spPr>
            <a:xfrm>
              <a:off x="11037864" y="6333062"/>
              <a:ext cx="192300" cy="198000"/>
            </a:xfrm>
            <a:prstGeom prst="ellipse">
              <a:avLst/>
            </a:prstGeom>
            <a:solidFill>
              <a:srgbClr val="D9D9D9"/>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38" name="Google Shape;171;p1">
              <a:extLst>
                <a:ext uri="{FF2B5EF4-FFF2-40B4-BE49-F238E27FC236}">
                  <a16:creationId xmlns:a16="http://schemas.microsoft.com/office/drawing/2014/main" id="{9FF58EC0-4958-D2B0-D605-27301345ABDC}"/>
                </a:ext>
              </a:extLst>
            </p:cNvPr>
            <p:cNvSpPr/>
            <p:nvPr/>
          </p:nvSpPr>
          <p:spPr>
            <a:xfrm>
              <a:off x="11449106" y="6300040"/>
              <a:ext cx="553500" cy="567900"/>
            </a:xfrm>
            <a:prstGeom prst="ellipse">
              <a:avLst/>
            </a:prstGeom>
            <a:solidFill>
              <a:schemeClr val="bg2">
                <a:lumMod val="10000"/>
              </a:schemeClr>
            </a:solidFill>
            <a:ln w="26900"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339" name="Google Shape;172;p1">
              <a:extLst>
                <a:ext uri="{FF2B5EF4-FFF2-40B4-BE49-F238E27FC236}">
                  <a16:creationId xmlns:a16="http://schemas.microsoft.com/office/drawing/2014/main" id="{DD792EDF-44E9-F45E-25A9-B31A7FED4E6C}"/>
                </a:ext>
              </a:extLst>
            </p:cNvPr>
            <p:cNvCxnSpPr>
              <a:stCxn id="318" idx="2"/>
              <a:endCxn id="332" idx="6"/>
            </p:cNvCxnSpPr>
            <p:nvPr/>
          </p:nvCxnSpPr>
          <p:spPr>
            <a:xfrm flipH="1">
              <a:off x="11773943" y="5649161"/>
              <a:ext cx="463800" cy="81300"/>
            </a:xfrm>
            <a:prstGeom prst="straightConnector1">
              <a:avLst/>
            </a:prstGeom>
            <a:noFill/>
            <a:ln w="9525" cap="flat" cmpd="sng">
              <a:solidFill>
                <a:srgbClr val="CCCCCC"/>
              </a:solidFill>
              <a:prstDash val="solid"/>
              <a:round/>
              <a:headEnd type="none" w="sm" len="sm"/>
              <a:tailEnd type="stealth" w="med" len="med"/>
            </a:ln>
          </p:spPr>
        </p:cxnSp>
        <p:cxnSp>
          <p:nvCxnSpPr>
            <p:cNvPr id="340" name="Google Shape;173;p1">
              <a:extLst>
                <a:ext uri="{FF2B5EF4-FFF2-40B4-BE49-F238E27FC236}">
                  <a16:creationId xmlns:a16="http://schemas.microsoft.com/office/drawing/2014/main" id="{9489DEA1-23FA-6AA2-919F-E8935B9F1D1E}"/>
                </a:ext>
              </a:extLst>
            </p:cNvPr>
            <p:cNvCxnSpPr>
              <a:stCxn id="332" idx="2"/>
              <a:endCxn id="353" idx="6"/>
            </p:cNvCxnSpPr>
            <p:nvPr/>
          </p:nvCxnSpPr>
          <p:spPr>
            <a:xfrm flipH="1">
              <a:off x="11113540" y="5730365"/>
              <a:ext cx="354600" cy="30600"/>
            </a:xfrm>
            <a:prstGeom prst="straightConnector1">
              <a:avLst/>
            </a:prstGeom>
            <a:noFill/>
            <a:ln w="9525" cap="flat" cmpd="sng">
              <a:solidFill>
                <a:srgbClr val="CCCCCC"/>
              </a:solidFill>
              <a:prstDash val="solid"/>
              <a:round/>
              <a:headEnd type="none" w="sm" len="sm"/>
              <a:tailEnd type="stealth" w="med" len="med"/>
            </a:ln>
          </p:spPr>
        </p:cxnSp>
        <p:cxnSp>
          <p:nvCxnSpPr>
            <p:cNvPr id="343" name="Google Shape;175;p1">
              <a:extLst>
                <a:ext uri="{FF2B5EF4-FFF2-40B4-BE49-F238E27FC236}">
                  <a16:creationId xmlns:a16="http://schemas.microsoft.com/office/drawing/2014/main" id="{1512F063-FE2E-7A4E-016F-32CE5BA491F3}"/>
                </a:ext>
              </a:extLst>
            </p:cNvPr>
            <p:cNvCxnSpPr>
              <a:stCxn id="338" idx="1"/>
              <a:endCxn id="350" idx="5"/>
            </p:cNvCxnSpPr>
            <p:nvPr/>
          </p:nvCxnSpPr>
          <p:spPr>
            <a:xfrm rot="10800000">
              <a:off x="11390064" y="6170507"/>
              <a:ext cx="140100" cy="212700"/>
            </a:xfrm>
            <a:prstGeom prst="straightConnector1">
              <a:avLst/>
            </a:prstGeom>
            <a:noFill/>
            <a:ln w="9525" cap="flat" cmpd="sng">
              <a:solidFill>
                <a:srgbClr val="CCCCCC"/>
              </a:solidFill>
              <a:prstDash val="solid"/>
              <a:round/>
              <a:headEnd type="none" w="sm" len="sm"/>
              <a:tailEnd type="stealth" w="med" len="med"/>
            </a:ln>
          </p:spPr>
        </p:cxnSp>
        <p:cxnSp>
          <p:nvCxnSpPr>
            <p:cNvPr id="344" name="Google Shape;177;p1">
              <a:extLst>
                <a:ext uri="{FF2B5EF4-FFF2-40B4-BE49-F238E27FC236}">
                  <a16:creationId xmlns:a16="http://schemas.microsoft.com/office/drawing/2014/main" id="{7B834C04-A9F7-6F3F-DD5A-D6D19E408819}"/>
                </a:ext>
              </a:extLst>
            </p:cNvPr>
            <p:cNvCxnSpPr>
              <a:stCxn id="338" idx="2"/>
              <a:endCxn id="337" idx="5"/>
            </p:cNvCxnSpPr>
            <p:nvPr/>
          </p:nvCxnSpPr>
          <p:spPr>
            <a:xfrm rot="10800000">
              <a:off x="11201906" y="6502090"/>
              <a:ext cx="247200" cy="81900"/>
            </a:xfrm>
            <a:prstGeom prst="straightConnector1">
              <a:avLst/>
            </a:prstGeom>
            <a:noFill/>
            <a:ln w="9525" cap="flat" cmpd="sng">
              <a:solidFill>
                <a:srgbClr val="CCCCCC"/>
              </a:solidFill>
              <a:prstDash val="solid"/>
              <a:round/>
              <a:headEnd type="none" w="sm" len="sm"/>
              <a:tailEnd type="stealth" w="med" len="med"/>
            </a:ln>
          </p:spPr>
        </p:cxnSp>
        <p:cxnSp>
          <p:nvCxnSpPr>
            <p:cNvPr id="345" name="Google Shape;178;p1">
              <a:extLst>
                <a:ext uri="{FF2B5EF4-FFF2-40B4-BE49-F238E27FC236}">
                  <a16:creationId xmlns:a16="http://schemas.microsoft.com/office/drawing/2014/main" id="{FD6FB428-5446-9C23-2257-309FCDF35964}"/>
                </a:ext>
              </a:extLst>
            </p:cNvPr>
            <p:cNvCxnSpPr>
              <a:stCxn id="337" idx="2"/>
              <a:endCxn id="336" idx="6"/>
            </p:cNvCxnSpPr>
            <p:nvPr/>
          </p:nvCxnSpPr>
          <p:spPr>
            <a:xfrm rot="10800000">
              <a:off x="10867164" y="6278162"/>
              <a:ext cx="170700" cy="153900"/>
            </a:xfrm>
            <a:prstGeom prst="straightConnector1">
              <a:avLst/>
            </a:prstGeom>
            <a:noFill/>
            <a:ln w="9525" cap="flat" cmpd="sng">
              <a:solidFill>
                <a:srgbClr val="B7B7B7"/>
              </a:solidFill>
              <a:prstDash val="solid"/>
              <a:round/>
              <a:headEnd type="none" w="sm" len="sm"/>
              <a:tailEnd type="stealth" w="med" len="med"/>
            </a:ln>
          </p:spPr>
        </p:cxnSp>
        <p:cxnSp>
          <p:nvCxnSpPr>
            <p:cNvPr id="346" name="Google Shape;179;p1">
              <a:extLst>
                <a:ext uri="{FF2B5EF4-FFF2-40B4-BE49-F238E27FC236}">
                  <a16:creationId xmlns:a16="http://schemas.microsoft.com/office/drawing/2014/main" id="{1A719FEC-3922-22B0-8531-A4559F75CB96}"/>
                </a:ext>
              </a:extLst>
            </p:cNvPr>
            <p:cNvCxnSpPr>
              <a:stCxn id="350" idx="2"/>
              <a:endCxn id="333" idx="5"/>
            </p:cNvCxnSpPr>
            <p:nvPr/>
          </p:nvCxnSpPr>
          <p:spPr>
            <a:xfrm rot="10800000">
              <a:off x="10883737" y="6094319"/>
              <a:ext cx="342300" cy="6300"/>
            </a:xfrm>
            <a:prstGeom prst="straightConnector1">
              <a:avLst/>
            </a:prstGeom>
            <a:noFill/>
            <a:ln w="9525" cap="flat" cmpd="sng">
              <a:solidFill>
                <a:srgbClr val="CCCCCC"/>
              </a:solidFill>
              <a:prstDash val="solid"/>
              <a:round/>
              <a:headEnd type="none" w="sm" len="sm"/>
              <a:tailEnd type="stealth" w="med" len="med"/>
            </a:ln>
          </p:spPr>
        </p:cxnSp>
        <p:cxnSp>
          <p:nvCxnSpPr>
            <p:cNvPr id="347" name="Google Shape;180;p1">
              <a:extLst>
                <a:ext uri="{FF2B5EF4-FFF2-40B4-BE49-F238E27FC236}">
                  <a16:creationId xmlns:a16="http://schemas.microsoft.com/office/drawing/2014/main" id="{DD294C07-789F-CCB5-6AA0-9B745D6C3A49}"/>
                </a:ext>
              </a:extLst>
            </p:cNvPr>
            <p:cNvCxnSpPr>
              <a:stCxn id="332" idx="1"/>
              <a:endCxn id="335" idx="5"/>
            </p:cNvCxnSpPr>
            <p:nvPr/>
          </p:nvCxnSpPr>
          <p:spPr>
            <a:xfrm rot="10800000">
              <a:off x="11225509" y="5574529"/>
              <a:ext cx="287400" cy="46800"/>
            </a:xfrm>
            <a:prstGeom prst="straightConnector1">
              <a:avLst/>
            </a:prstGeom>
            <a:noFill/>
            <a:ln w="9525" cap="flat" cmpd="sng">
              <a:solidFill>
                <a:srgbClr val="CCCCCC"/>
              </a:solidFill>
              <a:prstDash val="solid"/>
              <a:round/>
              <a:headEnd type="none" w="sm" len="sm"/>
              <a:tailEnd type="stealth" w="med" len="med"/>
            </a:ln>
          </p:spPr>
        </p:cxnSp>
        <p:cxnSp>
          <p:nvCxnSpPr>
            <p:cNvPr id="348" name="Google Shape;181;p1">
              <a:extLst>
                <a:ext uri="{FF2B5EF4-FFF2-40B4-BE49-F238E27FC236}">
                  <a16:creationId xmlns:a16="http://schemas.microsoft.com/office/drawing/2014/main" id="{5ABD2D1B-F499-877E-ECF6-5E2F230C5883}"/>
                </a:ext>
              </a:extLst>
            </p:cNvPr>
            <p:cNvCxnSpPr>
              <a:stCxn id="361" idx="2"/>
              <a:endCxn id="350" idx="6"/>
            </p:cNvCxnSpPr>
            <p:nvPr/>
          </p:nvCxnSpPr>
          <p:spPr>
            <a:xfrm flipH="1">
              <a:off x="11418366" y="5897435"/>
              <a:ext cx="710100" cy="203100"/>
            </a:xfrm>
            <a:prstGeom prst="straightConnector1">
              <a:avLst/>
            </a:prstGeom>
            <a:noFill/>
            <a:ln w="9525" cap="flat" cmpd="sng">
              <a:solidFill>
                <a:srgbClr val="CCCCCC"/>
              </a:solidFill>
              <a:prstDash val="solid"/>
              <a:round/>
              <a:headEnd type="none" w="sm" len="sm"/>
              <a:tailEnd type="stealth" w="med" len="med"/>
            </a:ln>
          </p:spPr>
        </p:cxnSp>
        <p:cxnSp>
          <p:nvCxnSpPr>
            <p:cNvPr id="349" name="Google Shape;183;p1">
              <a:extLst>
                <a:ext uri="{FF2B5EF4-FFF2-40B4-BE49-F238E27FC236}">
                  <a16:creationId xmlns:a16="http://schemas.microsoft.com/office/drawing/2014/main" id="{9829AD2F-3478-4234-FEA1-A6DA03D2228F}"/>
                </a:ext>
              </a:extLst>
            </p:cNvPr>
            <p:cNvCxnSpPr>
              <a:stCxn id="361" idx="2"/>
              <a:endCxn id="333" idx="6"/>
            </p:cNvCxnSpPr>
            <p:nvPr/>
          </p:nvCxnSpPr>
          <p:spPr>
            <a:xfrm flipH="1">
              <a:off x="10911666" y="5897435"/>
              <a:ext cx="1216800" cy="126900"/>
            </a:xfrm>
            <a:prstGeom prst="straightConnector1">
              <a:avLst/>
            </a:prstGeom>
            <a:noFill/>
            <a:ln w="9525" cap="flat" cmpd="sng">
              <a:solidFill>
                <a:srgbClr val="CCCCCC"/>
              </a:solidFill>
              <a:prstDash val="solid"/>
              <a:round/>
              <a:headEnd type="none" w="sm" len="sm"/>
              <a:tailEnd type="stealth" w="med" len="med"/>
            </a:ln>
          </p:spPr>
        </p:cxnSp>
        <p:sp>
          <p:nvSpPr>
            <p:cNvPr id="350" name="Google Shape;176;p1">
              <a:extLst>
                <a:ext uri="{FF2B5EF4-FFF2-40B4-BE49-F238E27FC236}">
                  <a16:creationId xmlns:a16="http://schemas.microsoft.com/office/drawing/2014/main" id="{6F438BEC-4ACA-0830-BA9F-F484C8253118}"/>
                </a:ext>
              </a:extLst>
            </p:cNvPr>
            <p:cNvSpPr/>
            <p:nvPr/>
          </p:nvSpPr>
          <p:spPr>
            <a:xfrm>
              <a:off x="11226037" y="6001619"/>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351" name="Google Shape;184;p1">
              <a:extLst>
                <a:ext uri="{FF2B5EF4-FFF2-40B4-BE49-F238E27FC236}">
                  <a16:creationId xmlns:a16="http://schemas.microsoft.com/office/drawing/2014/main" id="{8DE09DB5-7FB7-7A75-DCDC-44B31DB23BD5}"/>
                </a:ext>
              </a:extLst>
            </p:cNvPr>
            <p:cNvCxnSpPr>
              <a:stCxn id="318" idx="2"/>
              <a:endCxn id="337" idx="7"/>
            </p:cNvCxnSpPr>
            <p:nvPr/>
          </p:nvCxnSpPr>
          <p:spPr>
            <a:xfrm flipH="1">
              <a:off x="11202143" y="5649161"/>
              <a:ext cx="1035600" cy="712800"/>
            </a:xfrm>
            <a:prstGeom prst="straightConnector1">
              <a:avLst/>
            </a:prstGeom>
            <a:noFill/>
            <a:ln w="9525" cap="flat" cmpd="sng">
              <a:solidFill>
                <a:srgbClr val="CCCCCC"/>
              </a:solidFill>
              <a:prstDash val="solid"/>
              <a:round/>
              <a:headEnd type="none" w="sm" len="sm"/>
              <a:tailEnd type="stealth" w="med" len="med"/>
            </a:ln>
          </p:spPr>
        </p:cxnSp>
        <p:cxnSp>
          <p:nvCxnSpPr>
            <p:cNvPr id="352" name="Google Shape;185;p1">
              <a:extLst>
                <a:ext uri="{FF2B5EF4-FFF2-40B4-BE49-F238E27FC236}">
                  <a16:creationId xmlns:a16="http://schemas.microsoft.com/office/drawing/2014/main" id="{FE8F7D73-7ED4-20DB-F1E1-814B32BC31FA}"/>
                </a:ext>
              </a:extLst>
            </p:cNvPr>
            <p:cNvCxnSpPr>
              <a:stCxn id="318" idx="5"/>
              <a:endCxn id="328" idx="1"/>
            </p:cNvCxnSpPr>
            <p:nvPr/>
          </p:nvCxnSpPr>
          <p:spPr>
            <a:xfrm>
              <a:off x="12401881" y="5719165"/>
              <a:ext cx="907200" cy="894600"/>
            </a:xfrm>
            <a:prstGeom prst="straightConnector1">
              <a:avLst/>
            </a:prstGeom>
            <a:noFill/>
            <a:ln w="17925" cap="flat" cmpd="sng">
              <a:solidFill>
                <a:srgbClr val="D9D9D9"/>
              </a:solidFill>
              <a:prstDash val="solid"/>
              <a:round/>
              <a:headEnd type="none" w="sm" len="sm"/>
              <a:tailEnd type="stealth" w="med" len="med"/>
            </a:ln>
          </p:spPr>
        </p:cxnSp>
        <p:sp>
          <p:nvSpPr>
            <p:cNvPr id="353" name="Google Shape;174;p1">
              <a:extLst>
                <a:ext uri="{FF2B5EF4-FFF2-40B4-BE49-F238E27FC236}">
                  <a16:creationId xmlns:a16="http://schemas.microsoft.com/office/drawing/2014/main" id="{313022B1-3CB3-94BA-D245-2BD289A616BA}"/>
                </a:ext>
              </a:extLst>
            </p:cNvPr>
            <p:cNvSpPr/>
            <p:nvPr/>
          </p:nvSpPr>
          <p:spPr>
            <a:xfrm>
              <a:off x="10921235" y="566202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354" name="Google Shape;186;p1">
              <a:extLst>
                <a:ext uri="{FF2B5EF4-FFF2-40B4-BE49-F238E27FC236}">
                  <a16:creationId xmlns:a16="http://schemas.microsoft.com/office/drawing/2014/main" id="{78D24E65-1882-B0CC-CCC7-80B511041CC2}"/>
                </a:ext>
              </a:extLst>
            </p:cNvPr>
            <p:cNvCxnSpPr>
              <a:stCxn id="361" idx="2"/>
              <a:endCxn id="337" idx="6"/>
            </p:cNvCxnSpPr>
            <p:nvPr/>
          </p:nvCxnSpPr>
          <p:spPr>
            <a:xfrm flipH="1">
              <a:off x="11230266" y="5897435"/>
              <a:ext cx="898200" cy="534600"/>
            </a:xfrm>
            <a:prstGeom prst="straightConnector1">
              <a:avLst/>
            </a:prstGeom>
            <a:noFill/>
            <a:ln w="9525" cap="flat" cmpd="sng">
              <a:solidFill>
                <a:srgbClr val="CCCCCC"/>
              </a:solidFill>
              <a:prstDash val="solid"/>
              <a:round/>
              <a:headEnd type="none" w="sm" len="sm"/>
              <a:tailEnd type="stealth" w="med" len="med"/>
            </a:ln>
          </p:spPr>
        </p:cxnSp>
        <p:cxnSp>
          <p:nvCxnSpPr>
            <p:cNvPr id="356" name="Google Shape;189;p1">
              <a:extLst>
                <a:ext uri="{FF2B5EF4-FFF2-40B4-BE49-F238E27FC236}">
                  <a16:creationId xmlns:a16="http://schemas.microsoft.com/office/drawing/2014/main" id="{7DAF0051-EAC7-C8FF-4E80-F008A0C3ADAA}"/>
                </a:ext>
              </a:extLst>
            </p:cNvPr>
            <p:cNvCxnSpPr>
              <a:stCxn id="327" idx="7"/>
              <a:endCxn id="322" idx="2"/>
            </p:cNvCxnSpPr>
            <p:nvPr/>
          </p:nvCxnSpPr>
          <p:spPr>
            <a:xfrm rot="10800000" flipH="1">
              <a:off x="13154736" y="5621063"/>
              <a:ext cx="162600" cy="52200"/>
            </a:xfrm>
            <a:prstGeom prst="straightConnector1">
              <a:avLst/>
            </a:prstGeom>
            <a:noFill/>
            <a:ln w="9525" cap="flat" cmpd="sng">
              <a:solidFill>
                <a:srgbClr val="E4E4E3"/>
              </a:solidFill>
              <a:prstDash val="solid"/>
              <a:round/>
              <a:headEnd type="none" w="sm" len="sm"/>
              <a:tailEnd type="stealth" w="med" len="med"/>
            </a:ln>
          </p:spPr>
        </p:cxnSp>
        <p:cxnSp>
          <p:nvCxnSpPr>
            <p:cNvPr id="357" name="Google Shape;190;p1">
              <a:extLst>
                <a:ext uri="{FF2B5EF4-FFF2-40B4-BE49-F238E27FC236}">
                  <a16:creationId xmlns:a16="http://schemas.microsoft.com/office/drawing/2014/main" id="{A6E17224-1EA5-84E1-A466-E58644DD2166}"/>
                </a:ext>
              </a:extLst>
            </p:cNvPr>
            <p:cNvCxnSpPr>
              <a:stCxn id="322" idx="6"/>
              <a:endCxn id="325" idx="2"/>
            </p:cNvCxnSpPr>
            <p:nvPr/>
          </p:nvCxnSpPr>
          <p:spPr>
            <a:xfrm rot="10800000" flipH="1">
              <a:off x="13509582" y="5405984"/>
              <a:ext cx="189900" cy="215100"/>
            </a:xfrm>
            <a:prstGeom prst="straightConnector1">
              <a:avLst/>
            </a:prstGeom>
            <a:noFill/>
            <a:ln w="9525" cap="flat" cmpd="sng">
              <a:solidFill>
                <a:srgbClr val="E4E4E3"/>
              </a:solidFill>
              <a:prstDash val="solid"/>
              <a:round/>
              <a:headEnd type="none" w="sm" len="sm"/>
              <a:tailEnd type="stealth" w="med" len="med"/>
            </a:ln>
          </p:spPr>
        </p:cxnSp>
        <p:cxnSp>
          <p:nvCxnSpPr>
            <p:cNvPr id="358" name="Google Shape;191;p1">
              <a:extLst>
                <a:ext uri="{FF2B5EF4-FFF2-40B4-BE49-F238E27FC236}">
                  <a16:creationId xmlns:a16="http://schemas.microsoft.com/office/drawing/2014/main" id="{8641E711-498C-4B02-5EDD-6501935A3342}"/>
                </a:ext>
              </a:extLst>
            </p:cNvPr>
            <p:cNvCxnSpPr>
              <a:stCxn id="318" idx="6"/>
              <a:endCxn id="320" idx="2"/>
            </p:cNvCxnSpPr>
            <p:nvPr/>
          </p:nvCxnSpPr>
          <p:spPr>
            <a:xfrm rot="10800000" flipH="1">
              <a:off x="12430043" y="5497061"/>
              <a:ext cx="560700" cy="152100"/>
            </a:xfrm>
            <a:prstGeom prst="straightConnector1">
              <a:avLst/>
            </a:prstGeom>
            <a:noFill/>
            <a:ln w="9525" cap="flat" cmpd="sng">
              <a:solidFill>
                <a:srgbClr val="E4E4E3"/>
              </a:solidFill>
              <a:prstDash val="solid"/>
              <a:round/>
              <a:headEnd type="none" w="sm" len="sm"/>
              <a:tailEnd type="stealth" w="med" len="med"/>
            </a:ln>
          </p:spPr>
        </p:cxnSp>
        <p:sp>
          <p:nvSpPr>
            <p:cNvPr id="359" name="Google Shape;188;p1">
              <a:extLst>
                <a:ext uri="{FF2B5EF4-FFF2-40B4-BE49-F238E27FC236}">
                  <a16:creationId xmlns:a16="http://schemas.microsoft.com/office/drawing/2014/main" id="{3269EBC2-2640-5729-5893-5FE701DBFF1C}"/>
                </a:ext>
              </a:extLst>
            </p:cNvPr>
            <p:cNvSpPr/>
            <p:nvPr/>
          </p:nvSpPr>
          <p:spPr>
            <a:xfrm>
              <a:off x="12361333" y="5843951"/>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360" name="Google Shape;192;p1">
              <a:extLst>
                <a:ext uri="{FF2B5EF4-FFF2-40B4-BE49-F238E27FC236}">
                  <a16:creationId xmlns:a16="http://schemas.microsoft.com/office/drawing/2014/main" id="{A361530A-D0BE-D4F7-634E-B610DDF0E6E7}"/>
                </a:ext>
              </a:extLst>
            </p:cNvPr>
            <p:cNvCxnSpPr>
              <a:stCxn id="320" idx="7"/>
              <a:endCxn id="321" idx="2"/>
            </p:cNvCxnSpPr>
            <p:nvPr/>
          </p:nvCxnSpPr>
          <p:spPr>
            <a:xfrm rot="10800000" flipH="1">
              <a:off x="13154747" y="5328685"/>
              <a:ext cx="174300" cy="98400"/>
            </a:xfrm>
            <a:prstGeom prst="straightConnector1">
              <a:avLst/>
            </a:prstGeom>
            <a:noFill/>
            <a:ln w="9525" cap="flat" cmpd="sng">
              <a:solidFill>
                <a:srgbClr val="E4E4E3"/>
              </a:solidFill>
              <a:prstDash val="solid"/>
              <a:round/>
              <a:headEnd type="none" w="sm" len="sm"/>
              <a:tailEnd type="stealth" w="med" len="med"/>
            </a:ln>
          </p:spPr>
        </p:cxnSp>
        <p:sp>
          <p:nvSpPr>
            <p:cNvPr id="361" name="Google Shape;182;p1">
              <a:extLst>
                <a:ext uri="{FF2B5EF4-FFF2-40B4-BE49-F238E27FC236}">
                  <a16:creationId xmlns:a16="http://schemas.microsoft.com/office/drawing/2014/main" id="{9D8A8D3C-1B9A-075B-332F-36DA1BA7B34B}"/>
                </a:ext>
              </a:extLst>
            </p:cNvPr>
            <p:cNvSpPr/>
            <p:nvPr/>
          </p:nvSpPr>
          <p:spPr>
            <a:xfrm>
              <a:off x="12128466" y="579843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362" name="Google Shape;193;p1">
              <a:extLst>
                <a:ext uri="{FF2B5EF4-FFF2-40B4-BE49-F238E27FC236}">
                  <a16:creationId xmlns:a16="http://schemas.microsoft.com/office/drawing/2014/main" id="{72B03CDD-5ECE-D5ED-B926-D8B075E504F2}"/>
                </a:ext>
              </a:extLst>
            </p:cNvPr>
            <p:cNvCxnSpPr>
              <a:stCxn id="338" idx="6"/>
              <a:endCxn id="328" idx="2"/>
            </p:cNvCxnSpPr>
            <p:nvPr/>
          </p:nvCxnSpPr>
          <p:spPr>
            <a:xfrm>
              <a:off x="12002606" y="6583990"/>
              <a:ext cx="1258500" cy="148800"/>
            </a:xfrm>
            <a:prstGeom prst="straightConnector1">
              <a:avLst/>
            </a:prstGeom>
            <a:noFill/>
            <a:ln w="35850" cap="flat" cmpd="sng">
              <a:solidFill>
                <a:srgbClr val="E4E4E3"/>
              </a:solidFill>
              <a:prstDash val="solid"/>
              <a:round/>
              <a:headEnd type="stealth" w="med" len="med"/>
              <a:tailEnd type="none" w="sm" len="sm"/>
            </a:ln>
          </p:spPr>
        </p:cxnSp>
        <p:cxnSp>
          <p:nvCxnSpPr>
            <p:cNvPr id="363" name="Google Shape;194;p1">
              <a:extLst>
                <a:ext uri="{FF2B5EF4-FFF2-40B4-BE49-F238E27FC236}">
                  <a16:creationId xmlns:a16="http://schemas.microsoft.com/office/drawing/2014/main" id="{99B832EB-9C98-3BEF-36C9-86EC01588D5F}"/>
                </a:ext>
              </a:extLst>
            </p:cNvPr>
            <p:cNvCxnSpPr>
              <a:stCxn id="329" idx="1"/>
              <a:endCxn id="332" idx="5"/>
            </p:cNvCxnSpPr>
            <p:nvPr/>
          </p:nvCxnSpPr>
          <p:spPr>
            <a:xfrm rot="10800000">
              <a:off x="11729045" y="5839432"/>
              <a:ext cx="1188600" cy="962700"/>
            </a:xfrm>
            <a:prstGeom prst="straightConnector1">
              <a:avLst/>
            </a:prstGeom>
            <a:noFill/>
            <a:ln w="9525" cap="flat" cmpd="sng">
              <a:solidFill>
                <a:srgbClr val="CCCCCC"/>
              </a:solidFill>
              <a:prstDash val="solid"/>
              <a:round/>
              <a:headEnd type="none" w="sm" len="sm"/>
              <a:tailEnd type="stealth" w="med" len="med"/>
            </a:ln>
          </p:spPr>
        </p:cxnSp>
        <p:cxnSp>
          <p:nvCxnSpPr>
            <p:cNvPr id="364" name="Google Shape;195;p1">
              <a:extLst>
                <a:ext uri="{FF2B5EF4-FFF2-40B4-BE49-F238E27FC236}">
                  <a16:creationId xmlns:a16="http://schemas.microsoft.com/office/drawing/2014/main" id="{BCEBB8EB-E4CC-DBC6-3A50-F616C58D5466}"/>
                </a:ext>
              </a:extLst>
            </p:cNvPr>
            <p:cNvCxnSpPr>
              <a:stCxn id="361" idx="3"/>
              <a:endCxn id="338" idx="7"/>
            </p:cNvCxnSpPr>
            <p:nvPr/>
          </p:nvCxnSpPr>
          <p:spPr>
            <a:xfrm flipH="1">
              <a:off x="11921428" y="5967439"/>
              <a:ext cx="235200" cy="415800"/>
            </a:xfrm>
            <a:prstGeom prst="straightConnector1">
              <a:avLst/>
            </a:prstGeom>
            <a:noFill/>
            <a:ln w="35850" cap="flat" cmpd="sng">
              <a:solidFill>
                <a:srgbClr val="E4E4E3"/>
              </a:solidFill>
              <a:prstDash val="solid"/>
              <a:round/>
              <a:headEnd type="none" w="sm" len="sm"/>
              <a:tailEnd type="stealth" w="med" len="med"/>
            </a:ln>
          </p:spPr>
        </p:cxnSp>
        <p:cxnSp>
          <p:nvCxnSpPr>
            <p:cNvPr id="366" name="Google Shape;197;p1">
              <a:extLst>
                <a:ext uri="{FF2B5EF4-FFF2-40B4-BE49-F238E27FC236}">
                  <a16:creationId xmlns:a16="http://schemas.microsoft.com/office/drawing/2014/main" id="{4AE01AFB-0076-EF64-8B4B-9DEB756723FB}"/>
                </a:ext>
              </a:extLst>
            </p:cNvPr>
            <p:cNvCxnSpPr>
              <a:stCxn id="318" idx="6"/>
              <a:endCxn id="327" idx="2"/>
            </p:cNvCxnSpPr>
            <p:nvPr/>
          </p:nvCxnSpPr>
          <p:spPr>
            <a:xfrm>
              <a:off x="12430043" y="5649161"/>
              <a:ext cx="560700" cy="94200"/>
            </a:xfrm>
            <a:prstGeom prst="straightConnector1">
              <a:avLst/>
            </a:prstGeom>
            <a:noFill/>
            <a:ln w="9525" cap="flat" cmpd="sng">
              <a:solidFill>
                <a:srgbClr val="E4E4E3"/>
              </a:solidFill>
              <a:prstDash val="solid"/>
              <a:round/>
              <a:headEnd type="none" w="sm" len="sm"/>
              <a:tailEnd type="stealth" w="med" len="med"/>
            </a:ln>
          </p:spPr>
        </p:cxnSp>
      </p:grpSp>
      <p:grpSp>
        <p:nvGrpSpPr>
          <p:cNvPr id="32" name="Google Shape;156;p1">
            <a:extLst>
              <a:ext uri="{FF2B5EF4-FFF2-40B4-BE49-F238E27FC236}">
                <a16:creationId xmlns:a16="http://schemas.microsoft.com/office/drawing/2014/main" id="{8DC98EB5-FB1E-02F1-CE22-4E9DC085A457}"/>
              </a:ext>
            </a:extLst>
          </p:cNvPr>
          <p:cNvGrpSpPr/>
          <p:nvPr/>
        </p:nvGrpSpPr>
        <p:grpSpPr>
          <a:xfrm>
            <a:off x="6353314" y="6492240"/>
            <a:ext cx="1361060" cy="803822"/>
            <a:chOff x="10592773" y="5229745"/>
            <a:chExt cx="3298954" cy="1741391"/>
          </a:xfrm>
        </p:grpSpPr>
        <p:sp>
          <p:nvSpPr>
            <p:cNvPr id="33" name="Google Shape;157;p1">
              <a:extLst>
                <a:ext uri="{FF2B5EF4-FFF2-40B4-BE49-F238E27FC236}">
                  <a16:creationId xmlns:a16="http://schemas.microsoft.com/office/drawing/2014/main" id="{DD0884D1-7AEF-44BA-0446-2B795FBFCFB0}"/>
                </a:ext>
              </a:extLst>
            </p:cNvPr>
            <p:cNvSpPr/>
            <p:nvPr/>
          </p:nvSpPr>
          <p:spPr>
            <a:xfrm>
              <a:off x="12237743" y="5550161"/>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5" name="Google Shape;158;p1">
              <a:extLst>
                <a:ext uri="{FF2B5EF4-FFF2-40B4-BE49-F238E27FC236}">
                  <a16:creationId xmlns:a16="http://schemas.microsoft.com/office/drawing/2014/main" id="{23025CA5-C763-AD9C-61E5-FCB77A12EB6F}"/>
                </a:ext>
              </a:extLst>
            </p:cNvPr>
            <p:cNvSpPr/>
            <p:nvPr/>
          </p:nvSpPr>
          <p:spPr>
            <a:xfrm>
              <a:off x="12990609" y="5398089"/>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6" name="Google Shape;159;p1">
              <a:extLst>
                <a:ext uri="{FF2B5EF4-FFF2-40B4-BE49-F238E27FC236}">
                  <a16:creationId xmlns:a16="http://schemas.microsoft.com/office/drawing/2014/main" id="{E95D26B8-1617-0375-F8A3-793CD1CFE5D7}"/>
                </a:ext>
              </a:extLst>
            </p:cNvPr>
            <p:cNvSpPr/>
            <p:nvPr/>
          </p:nvSpPr>
          <p:spPr>
            <a:xfrm>
              <a:off x="13329043" y="522974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7" name="Google Shape;160;p1">
              <a:extLst>
                <a:ext uri="{FF2B5EF4-FFF2-40B4-BE49-F238E27FC236}">
                  <a16:creationId xmlns:a16="http://schemas.microsoft.com/office/drawing/2014/main" id="{85D7F6EE-EDE0-9254-BF07-5368B4707694}"/>
                </a:ext>
              </a:extLst>
            </p:cNvPr>
            <p:cNvSpPr/>
            <p:nvPr/>
          </p:nvSpPr>
          <p:spPr>
            <a:xfrm>
              <a:off x="13317282" y="5522084"/>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8" name="Google Shape;161;p1">
              <a:extLst>
                <a:ext uri="{FF2B5EF4-FFF2-40B4-BE49-F238E27FC236}">
                  <a16:creationId xmlns:a16="http://schemas.microsoft.com/office/drawing/2014/main" id="{7A8E75B0-900A-C0F0-1869-A6A5F1E8F005}"/>
                </a:ext>
              </a:extLst>
            </p:cNvPr>
            <p:cNvSpPr/>
            <p:nvPr/>
          </p:nvSpPr>
          <p:spPr>
            <a:xfrm>
              <a:off x="13699427" y="5306906"/>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9" name="Google Shape;162;p1">
              <a:extLst>
                <a:ext uri="{FF2B5EF4-FFF2-40B4-BE49-F238E27FC236}">
                  <a16:creationId xmlns:a16="http://schemas.microsoft.com/office/drawing/2014/main" id="{9BE1311F-3A89-BC78-A776-4C7088BFCA4A}"/>
                </a:ext>
              </a:extLst>
            </p:cNvPr>
            <p:cNvSpPr/>
            <p:nvPr/>
          </p:nvSpPr>
          <p:spPr>
            <a:xfrm>
              <a:off x="12990598" y="5644267"/>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40" name="Google Shape;163;p1">
              <a:extLst>
                <a:ext uri="{FF2B5EF4-FFF2-40B4-BE49-F238E27FC236}">
                  <a16:creationId xmlns:a16="http://schemas.microsoft.com/office/drawing/2014/main" id="{F0FA2D53-EE50-9087-948F-CAF8C54CD3A6}"/>
                </a:ext>
              </a:extLst>
            </p:cNvPr>
            <p:cNvSpPr/>
            <p:nvPr/>
          </p:nvSpPr>
          <p:spPr>
            <a:xfrm>
              <a:off x="13261106" y="6564434"/>
              <a:ext cx="328200" cy="336900"/>
            </a:xfrm>
            <a:prstGeom prst="ellipse">
              <a:avLst/>
            </a:prstGeom>
            <a:solidFill>
              <a:schemeClr val="tx1">
                <a:lumMod val="20000"/>
                <a:lumOff val="80000"/>
              </a:schemeClr>
            </a:solidFill>
            <a:ln w="9525" cap="flat" cmpd="sng">
              <a:solidFill>
                <a:schemeClr val="tx1">
                  <a:lumMod val="20000"/>
                  <a:lumOff val="8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44" name="Google Shape;164;p1">
              <a:extLst>
                <a:ext uri="{FF2B5EF4-FFF2-40B4-BE49-F238E27FC236}">
                  <a16:creationId xmlns:a16="http://schemas.microsoft.com/office/drawing/2014/main" id="{BEEB4F9B-47BE-9EB5-B980-B8FC493B1F25}"/>
                </a:ext>
              </a:extLst>
            </p:cNvPr>
            <p:cNvSpPr/>
            <p:nvPr/>
          </p:nvSpPr>
          <p:spPr>
            <a:xfrm>
              <a:off x="12889483" y="6773136"/>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45" name="Google Shape;165;p1">
              <a:extLst>
                <a:ext uri="{FF2B5EF4-FFF2-40B4-BE49-F238E27FC236}">
                  <a16:creationId xmlns:a16="http://schemas.microsoft.com/office/drawing/2014/main" id="{428F2B2B-5597-455E-D22D-2850032B4F86}"/>
                </a:ext>
              </a:extLst>
            </p:cNvPr>
            <p:cNvSpPr/>
            <p:nvPr/>
          </p:nvSpPr>
          <p:spPr>
            <a:xfrm>
              <a:off x="13324166" y="6099152"/>
              <a:ext cx="192300" cy="198000"/>
            </a:xfrm>
            <a:prstGeom prst="ellipse">
              <a:avLst/>
            </a:prstGeom>
            <a:solidFill>
              <a:schemeClr val="tx1">
                <a:lumMod val="20000"/>
                <a:lumOff val="80000"/>
              </a:schemeClr>
            </a:solidFill>
            <a:ln w="9525" cap="flat" cmpd="sng">
              <a:solidFill>
                <a:schemeClr val="tx1">
                  <a:lumMod val="20000"/>
                  <a:lumOff val="8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46" name="Google Shape;166;p1">
              <a:extLst>
                <a:ext uri="{FF2B5EF4-FFF2-40B4-BE49-F238E27FC236}">
                  <a16:creationId xmlns:a16="http://schemas.microsoft.com/office/drawing/2014/main" id="{8E858411-870B-42E6-4B99-DF11CE0EE160}"/>
                </a:ext>
              </a:extLst>
            </p:cNvPr>
            <p:cNvSpPr/>
            <p:nvPr/>
          </p:nvSpPr>
          <p:spPr>
            <a:xfrm>
              <a:off x="11468140" y="5576165"/>
              <a:ext cx="305700" cy="308400"/>
            </a:xfrm>
            <a:prstGeom prst="ellipse">
              <a:avLst/>
            </a:prstGeom>
            <a:solidFill>
              <a:schemeClr val="bg2">
                <a:lumMod val="10000"/>
              </a:schemeClr>
            </a:solidFill>
            <a:ln w="179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47" name="Google Shape;167;p1">
              <a:extLst>
                <a:ext uri="{FF2B5EF4-FFF2-40B4-BE49-F238E27FC236}">
                  <a16:creationId xmlns:a16="http://schemas.microsoft.com/office/drawing/2014/main" id="{A22A4808-2BD4-5DE7-8468-E304EA182CB5}"/>
                </a:ext>
              </a:extLst>
            </p:cNvPr>
            <p:cNvSpPr/>
            <p:nvPr/>
          </p:nvSpPr>
          <p:spPr>
            <a:xfrm>
              <a:off x="10719482" y="592538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49" name="Google Shape;168;p1">
              <a:extLst>
                <a:ext uri="{FF2B5EF4-FFF2-40B4-BE49-F238E27FC236}">
                  <a16:creationId xmlns:a16="http://schemas.microsoft.com/office/drawing/2014/main" id="{C7254689-02A5-7E95-DC7C-053729B9258A}"/>
                </a:ext>
              </a:extLst>
            </p:cNvPr>
            <p:cNvSpPr/>
            <p:nvPr/>
          </p:nvSpPr>
          <p:spPr>
            <a:xfrm>
              <a:off x="11061232" y="5405652"/>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50" name="Google Shape;169;p1">
              <a:extLst>
                <a:ext uri="{FF2B5EF4-FFF2-40B4-BE49-F238E27FC236}">
                  <a16:creationId xmlns:a16="http://schemas.microsoft.com/office/drawing/2014/main" id="{E0E3E7CD-A336-D4BC-AD86-D1776FD14834}"/>
                </a:ext>
              </a:extLst>
            </p:cNvPr>
            <p:cNvSpPr/>
            <p:nvPr/>
          </p:nvSpPr>
          <p:spPr>
            <a:xfrm>
              <a:off x="10592773" y="6139937"/>
              <a:ext cx="274500" cy="276300"/>
            </a:xfrm>
            <a:prstGeom prst="ellipse">
              <a:avLst/>
            </a:prstGeom>
            <a:solidFill>
              <a:schemeClr val="tx1">
                <a:lumMod val="20000"/>
                <a:lumOff val="80000"/>
              </a:schemeClr>
            </a:solidFill>
            <a:ln w="9525" cap="flat" cmpd="sng">
              <a:solidFill>
                <a:schemeClr val="tx1">
                  <a:lumMod val="20000"/>
                  <a:lumOff val="8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51" name="Google Shape;170;p1">
              <a:extLst>
                <a:ext uri="{FF2B5EF4-FFF2-40B4-BE49-F238E27FC236}">
                  <a16:creationId xmlns:a16="http://schemas.microsoft.com/office/drawing/2014/main" id="{D9E49476-8ABB-BACE-C3DE-6660484951B6}"/>
                </a:ext>
              </a:extLst>
            </p:cNvPr>
            <p:cNvSpPr/>
            <p:nvPr/>
          </p:nvSpPr>
          <p:spPr>
            <a:xfrm>
              <a:off x="11037864" y="6333062"/>
              <a:ext cx="192300" cy="198000"/>
            </a:xfrm>
            <a:prstGeom prst="ellipse">
              <a:avLst/>
            </a:prstGeom>
            <a:solidFill>
              <a:srgbClr val="D9D9D9"/>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52" name="Google Shape;171;p1">
              <a:extLst>
                <a:ext uri="{FF2B5EF4-FFF2-40B4-BE49-F238E27FC236}">
                  <a16:creationId xmlns:a16="http://schemas.microsoft.com/office/drawing/2014/main" id="{616E1DF8-43AD-10DB-A1F0-1E1909F18D28}"/>
                </a:ext>
              </a:extLst>
            </p:cNvPr>
            <p:cNvSpPr/>
            <p:nvPr/>
          </p:nvSpPr>
          <p:spPr>
            <a:xfrm>
              <a:off x="11449106" y="6300040"/>
              <a:ext cx="553500" cy="567900"/>
            </a:xfrm>
            <a:prstGeom prst="ellipse">
              <a:avLst/>
            </a:prstGeom>
            <a:solidFill>
              <a:schemeClr val="tx1">
                <a:lumMod val="20000"/>
                <a:lumOff val="80000"/>
              </a:schemeClr>
            </a:solidFill>
            <a:ln w="26900" cap="flat" cmpd="sng">
              <a:solidFill>
                <a:schemeClr val="tx1">
                  <a:lumMod val="20000"/>
                  <a:lumOff val="8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54" name="Google Shape;172;p1">
              <a:extLst>
                <a:ext uri="{FF2B5EF4-FFF2-40B4-BE49-F238E27FC236}">
                  <a16:creationId xmlns:a16="http://schemas.microsoft.com/office/drawing/2014/main" id="{1E5E8107-588D-4103-2B5F-BE28FE5188B5}"/>
                </a:ext>
              </a:extLst>
            </p:cNvPr>
            <p:cNvCxnSpPr>
              <a:cxnSpLocks/>
              <a:stCxn id="33" idx="2"/>
              <a:endCxn id="46" idx="6"/>
            </p:cNvCxnSpPr>
            <p:nvPr/>
          </p:nvCxnSpPr>
          <p:spPr>
            <a:xfrm flipH="1">
              <a:off x="11773943" y="5649161"/>
              <a:ext cx="463800" cy="81300"/>
            </a:xfrm>
            <a:prstGeom prst="straightConnector1">
              <a:avLst/>
            </a:prstGeom>
            <a:noFill/>
            <a:ln w="9525" cap="flat" cmpd="sng">
              <a:solidFill>
                <a:schemeClr val="bg2">
                  <a:lumMod val="10000"/>
                </a:schemeClr>
              </a:solidFill>
              <a:prstDash val="solid"/>
              <a:round/>
              <a:headEnd type="none" w="sm" len="sm"/>
              <a:tailEnd type="stealth" w="med" len="med"/>
            </a:ln>
          </p:spPr>
        </p:cxnSp>
        <p:cxnSp>
          <p:nvCxnSpPr>
            <p:cNvPr id="55" name="Google Shape;173;p1">
              <a:extLst>
                <a:ext uri="{FF2B5EF4-FFF2-40B4-BE49-F238E27FC236}">
                  <a16:creationId xmlns:a16="http://schemas.microsoft.com/office/drawing/2014/main" id="{3009FA16-6072-C0C4-DC30-F438C9A09BDB}"/>
                </a:ext>
              </a:extLst>
            </p:cNvPr>
            <p:cNvCxnSpPr>
              <a:stCxn id="46" idx="2"/>
              <a:endCxn id="452" idx="6"/>
            </p:cNvCxnSpPr>
            <p:nvPr/>
          </p:nvCxnSpPr>
          <p:spPr>
            <a:xfrm flipH="1">
              <a:off x="11113540" y="5730365"/>
              <a:ext cx="354600" cy="30600"/>
            </a:xfrm>
            <a:prstGeom prst="straightConnector1">
              <a:avLst/>
            </a:prstGeom>
            <a:noFill/>
            <a:ln w="9525" cap="flat" cmpd="sng">
              <a:solidFill>
                <a:schemeClr val="bg2">
                  <a:lumMod val="10000"/>
                </a:schemeClr>
              </a:solidFill>
              <a:prstDash val="solid"/>
              <a:round/>
              <a:headEnd type="none" w="sm" len="sm"/>
              <a:tailEnd type="stealth" w="med" len="med"/>
            </a:ln>
          </p:spPr>
        </p:cxnSp>
        <p:cxnSp>
          <p:nvCxnSpPr>
            <p:cNvPr id="57" name="Google Shape;175;p1">
              <a:extLst>
                <a:ext uri="{FF2B5EF4-FFF2-40B4-BE49-F238E27FC236}">
                  <a16:creationId xmlns:a16="http://schemas.microsoft.com/office/drawing/2014/main" id="{B473D4CF-E5DF-CE13-5599-F910012DEE04}"/>
                </a:ext>
              </a:extLst>
            </p:cNvPr>
            <p:cNvCxnSpPr>
              <a:stCxn id="52" idx="1"/>
              <a:endCxn id="448" idx="5"/>
            </p:cNvCxnSpPr>
            <p:nvPr/>
          </p:nvCxnSpPr>
          <p:spPr>
            <a:xfrm rot="10800000">
              <a:off x="11390064" y="6170507"/>
              <a:ext cx="140100" cy="212700"/>
            </a:xfrm>
            <a:prstGeom prst="straightConnector1">
              <a:avLst/>
            </a:prstGeom>
            <a:noFill/>
            <a:ln w="9525" cap="flat" cmpd="sng">
              <a:solidFill>
                <a:srgbClr val="CCCCCC"/>
              </a:solidFill>
              <a:prstDash val="solid"/>
              <a:round/>
              <a:headEnd type="none" w="sm" len="sm"/>
              <a:tailEnd type="stealth" w="med" len="med"/>
            </a:ln>
          </p:spPr>
        </p:cxnSp>
        <p:cxnSp>
          <p:nvCxnSpPr>
            <p:cNvPr id="58" name="Google Shape;177;p1">
              <a:extLst>
                <a:ext uri="{FF2B5EF4-FFF2-40B4-BE49-F238E27FC236}">
                  <a16:creationId xmlns:a16="http://schemas.microsoft.com/office/drawing/2014/main" id="{B720CF62-C4EF-8B1A-4512-073291D958C9}"/>
                </a:ext>
              </a:extLst>
            </p:cNvPr>
            <p:cNvCxnSpPr>
              <a:stCxn id="52" idx="2"/>
              <a:endCxn id="51" idx="5"/>
            </p:cNvCxnSpPr>
            <p:nvPr/>
          </p:nvCxnSpPr>
          <p:spPr>
            <a:xfrm rot="10800000">
              <a:off x="11201906" y="6502090"/>
              <a:ext cx="247200" cy="81900"/>
            </a:xfrm>
            <a:prstGeom prst="straightConnector1">
              <a:avLst/>
            </a:prstGeom>
            <a:noFill/>
            <a:ln w="9525" cap="flat" cmpd="sng">
              <a:solidFill>
                <a:srgbClr val="CCCCCC"/>
              </a:solidFill>
              <a:prstDash val="solid"/>
              <a:round/>
              <a:headEnd type="none" w="sm" len="sm"/>
              <a:tailEnd type="stealth" w="med" len="med"/>
            </a:ln>
          </p:spPr>
        </p:cxnSp>
        <p:cxnSp>
          <p:nvCxnSpPr>
            <p:cNvPr id="59" name="Google Shape;178;p1">
              <a:extLst>
                <a:ext uri="{FF2B5EF4-FFF2-40B4-BE49-F238E27FC236}">
                  <a16:creationId xmlns:a16="http://schemas.microsoft.com/office/drawing/2014/main" id="{E8BD0E36-CBD2-AC46-BA32-0C1A672E7957}"/>
                </a:ext>
              </a:extLst>
            </p:cNvPr>
            <p:cNvCxnSpPr>
              <a:stCxn id="51" idx="2"/>
              <a:endCxn id="50" idx="6"/>
            </p:cNvCxnSpPr>
            <p:nvPr/>
          </p:nvCxnSpPr>
          <p:spPr>
            <a:xfrm rot="10800000">
              <a:off x="10867164" y="6278162"/>
              <a:ext cx="170700" cy="153900"/>
            </a:xfrm>
            <a:prstGeom prst="straightConnector1">
              <a:avLst/>
            </a:prstGeom>
            <a:noFill/>
            <a:ln w="9525" cap="flat" cmpd="sng">
              <a:solidFill>
                <a:schemeClr val="tx1">
                  <a:lumMod val="20000"/>
                  <a:lumOff val="80000"/>
                </a:schemeClr>
              </a:solidFill>
              <a:prstDash val="solid"/>
              <a:round/>
              <a:headEnd type="none" w="sm" len="sm"/>
              <a:tailEnd type="stealth" w="med" len="med"/>
            </a:ln>
          </p:spPr>
        </p:cxnSp>
        <p:cxnSp>
          <p:nvCxnSpPr>
            <p:cNvPr id="60" name="Google Shape;179;p1">
              <a:extLst>
                <a:ext uri="{FF2B5EF4-FFF2-40B4-BE49-F238E27FC236}">
                  <a16:creationId xmlns:a16="http://schemas.microsoft.com/office/drawing/2014/main" id="{C005A0F0-35B1-EC87-EBED-65B3EE22FE71}"/>
                </a:ext>
              </a:extLst>
            </p:cNvPr>
            <p:cNvCxnSpPr>
              <a:stCxn id="448" idx="2"/>
              <a:endCxn id="47" idx="5"/>
            </p:cNvCxnSpPr>
            <p:nvPr/>
          </p:nvCxnSpPr>
          <p:spPr>
            <a:xfrm rot="10800000">
              <a:off x="10883737" y="6094319"/>
              <a:ext cx="342300" cy="6300"/>
            </a:xfrm>
            <a:prstGeom prst="straightConnector1">
              <a:avLst/>
            </a:prstGeom>
            <a:noFill/>
            <a:ln w="9525" cap="flat" cmpd="sng">
              <a:solidFill>
                <a:srgbClr val="CCCCCC"/>
              </a:solidFill>
              <a:prstDash val="solid"/>
              <a:round/>
              <a:headEnd type="none" w="sm" len="sm"/>
              <a:tailEnd type="stealth" w="med" len="med"/>
            </a:ln>
          </p:spPr>
        </p:cxnSp>
        <p:cxnSp>
          <p:nvCxnSpPr>
            <p:cNvPr id="61" name="Google Shape;180;p1">
              <a:extLst>
                <a:ext uri="{FF2B5EF4-FFF2-40B4-BE49-F238E27FC236}">
                  <a16:creationId xmlns:a16="http://schemas.microsoft.com/office/drawing/2014/main" id="{2019C680-8B48-1B4F-B55A-643ECFEBDD24}"/>
                </a:ext>
              </a:extLst>
            </p:cNvPr>
            <p:cNvCxnSpPr>
              <a:stCxn id="46" idx="1"/>
              <a:endCxn id="49" idx="5"/>
            </p:cNvCxnSpPr>
            <p:nvPr/>
          </p:nvCxnSpPr>
          <p:spPr>
            <a:xfrm rot="10800000">
              <a:off x="11225509" y="5574529"/>
              <a:ext cx="287400" cy="46800"/>
            </a:xfrm>
            <a:prstGeom prst="straightConnector1">
              <a:avLst/>
            </a:prstGeom>
            <a:noFill/>
            <a:ln w="9525" cap="flat" cmpd="sng">
              <a:solidFill>
                <a:srgbClr val="CCCCCC"/>
              </a:solidFill>
              <a:prstDash val="solid"/>
              <a:round/>
              <a:headEnd type="none" w="sm" len="sm"/>
              <a:tailEnd type="stealth" w="med" len="med"/>
            </a:ln>
          </p:spPr>
        </p:cxnSp>
        <p:cxnSp>
          <p:nvCxnSpPr>
            <p:cNvPr id="62" name="Google Shape;181;p1">
              <a:extLst>
                <a:ext uri="{FF2B5EF4-FFF2-40B4-BE49-F238E27FC236}">
                  <a16:creationId xmlns:a16="http://schemas.microsoft.com/office/drawing/2014/main" id="{07594979-F367-02EA-B018-69EACAFC8C57}"/>
                </a:ext>
              </a:extLst>
            </p:cNvPr>
            <p:cNvCxnSpPr>
              <a:stCxn id="466" idx="2"/>
              <a:endCxn id="448" idx="6"/>
            </p:cNvCxnSpPr>
            <p:nvPr/>
          </p:nvCxnSpPr>
          <p:spPr>
            <a:xfrm flipH="1">
              <a:off x="11418366" y="5897435"/>
              <a:ext cx="710100" cy="203100"/>
            </a:xfrm>
            <a:prstGeom prst="straightConnector1">
              <a:avLst/>
            </a:prstGeom>
            <a:noFill/>
            <a:ln w="9525" cap="flat" cmpd="sng">
              <a:solidFill>
                <a:srgbClr val="CCCCCC"/>
              </a:solidFill>
              <a:prstDash val="solid"/>
              <a:round/>
              <a:headEnd type="none" w="sm" len="sm"/>
              <a:tailEnd type="stealth" w="med" len="med"/>
            </a:ln>
          </p:spPr>
        </p:cxnSp>
        <p:cxnSp>
          <p:nvCxnSpPr>
            <p:cNvPr id="63" name="Google Shape;183;p1">
              <a:extLst>
                <a:ext uri="{FF2B5EF4-FFF2-40B4-BE49-F238E27FC236}">
                  <a16:creationId xmlns:a16="http://schemas.microsoft.com/office/drawing/2014/main" id="{24F7CE81-C763-E68E-0EA3-EB9569D9BBBC}"/>
                </a:ext>
              </a:extLst>
            </p:cNvPr>
            <p:cNvCxnSpPr>
              <a:stCxn id="466" idx="2"/>
              <a:endCxn id="47" idx="6"/>
            </p:cNvCxnSpPr>
            <p:nvPr/>
          </p:nvCxnSpPr>
          <p:spPr>
            <a:xfrm flipH="1">
              <a:off x="10911666" y="5897435"/>
              <a:ext cx="1216800" cy="126900"/>
            </a:xfrm>
            <a:prstGeom prst="straightConnector1">
              <a:avLst/>
            </a:prstGeom>
            <a:noFill/>
            <a:ln w="9525" cap="flat" cmpd="sng">
              <a:solidFill>
                <a:srgbClr val="CCCCCC"/>
              </a:solidFill>
              <a:prstDash val="solid"/>
              <a:round/>
              <a:headEnd type="none" w="sm" len="sm"/>
              <a:tailEnd type="stealth" w="med" len="med"/>
            </a:ln>
          </p:spPr>
        </p:cxnSp>
        <p:sp>
          <p:nvSpPr>
            <p:cNvPr id="448" name="Google Shape;176;p1">
              <a:extLst>
                <a:ext uri="{FF2B5EF4-FFF2-40B4-BE49-F238E27FC236}">
                  <a16:creationId xmlns:a16="http://schemas.microsoft.com/office/drawing/2014/main" id="{81C194A8-4D75-13A4-A407-9E2AEE7A02CC}"/>
                </a:ext>
              </a:extLst>
            </p:cNvPr>
            <p:cNvSpPr/>
            <p:nvPr/>
          </p:nvSpPr>
          <p:spPr>
            <a:xfrm>
              <a:off x="11226037" y="6001619"/>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449" name="Google Shape;184;p1">
              <a:extLst>
                <a:ext uri="{FF2B5EF4-FFF2-40B4-BE49-F238E27FC236}">
                  <a16:creationId xmlns:a16="http://schemas.microsoft.com/office/drawing/2014/main" id="{B3C1D15A-40D6-8861-2463-80804E82E9DA}"/>
                </a:ext>
              </a:extLst>
            </p:cNvPr>
            <p:cNvCxnSpPr>
              <a:stCxn id="33" idx="2"/>
              <a:endCxn id="51" idx="7"/>
            </p:cNvCxnSpPr>
            <p:nvPr/>
          </p:nvCxnSpPr>
          <p:spPr>
            <a:xfrm flipH="1">
              <a:off x="11202143" y="5649161"/>
              <a:ext cx="1035600" cy="712800"/>
            </a:xfrm>
            <a:prstGeom prst="straightConnector1">
              <a:avLst/>
            </a:prstGeom>
            <a:noFill/>
            <a:ln w="9525" cap="flat" cmpd="sng">
              <a:solidFill>
                <a:srgbClr val="CCCCCC"/>
              </a:solidFill>
              <a:prstDash val="solid"/>
              <a:round/>
              <a:headEnd type="none" w="sm" len="sm"/>
              <a:tailEnd type="stealth" w="med" len="med"/>
            </a:ln>
          </p:spPr>
        </p:cxnSp>
        <p:cxnSp>
          <p:nvCxnSpPr>
            <p:cNvPr id="450" name="Google Shape;185;p1">
              <a:extLst>
                <a:ext uri="{FF2B5EF4-FFF2-40B4-BE49-F238E27FC236}">
                  <a16:creationId xmlns:a16="http://schemas.microsoft.com/office/drawing/2014/main" id="{CE1D35C8-334E-AA76-C808-CFBFB7A553B9}"/>
                </a:ext>
              </a:extLst>
            </p:cNvPr>
            <p:cNvCxnSpPr>
              <a:stCxn id="33" idx="5"/>
              <a:endCxn id="40" idx="1"/>
            </p:cNvCxnSpPr>
            <p:nvPr/>
          </p:nvCxnSpPr>
          <p:spPr>
            <a:xfrm>
              <a:off x="12401881" y="5719165"/>
              <a:ext cx="907200" cy="894600"/>
            </a:xfrm>
            <a:prstGeom prst="straightConnector1">
              <a:avLst/>
            </a:prstGeom>
            <a:noFill/>
            <a:ln w="17925" cap="flat" cmpd="sng">
              <a:solidFill>
                <a:srgbClr val="D9D9D9"/>
              </a:solidFill>
              <a:prstDash val="solid"/>
              <a:round/>
              <a:headEnd type="none" w="sm" len="sm"/>
              <a:tailEnd type="stealth" w="med" len="med"/>
            </a:ln>
          </p:spPr>
        </p:cxnSp>
        <p:sp>
          <p:nvSpPr>
            <p:cNvPr id="452" name="Google Shape;174;p1">
              <a:extLst>
                <a:ext uri="{FF2B5EF4-FFF2-40B4-BE49-F238E27FC236}">
                  <a16:creationId xmlns:a16="http://schemas.microsoft.com/office/drawing/2014/main" id="{075C691C-8675-2CA0-9D8B-8D5DDE8AE4B9}"/>
                </a:ext>
              </a:extLst>
            </p:cNvPr>
            <p:cNvSpPr/>
            <p:nvPr/>
          </p:nvSpPr>
          <p:spPr>
            <a:xfrm>
              <a:off x="10921235" y="5662025"/>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453" name="Google Shape;186;p1">
              <a:extLst>
                <a:ext uri="{FF2B5EF4-FFF2-40B4-BE49-F238E27FC236}">
                  <a16:creationId xmlns:a16="http://schemas.microsoft.com/office/drawing/2014/main" id="{7F340BE6-E03C-8728-7E4E-D7BFABF395C5}"/>
                </a:ext>
              </a:extLst>
            </p:cNvPr>
            <p:cNvCxnSpPr>
              <a:stCxn id="466" idx="2"/>
              <a:endCxn id="51" idx="6"/>
            </p:cNvCxnSpPr>
            <p:nvPr/>
          </p:nvCxnSpPr>
          <p:spPr>
            <a:xfrm flipH="1">
              <a:off x="11230266" y="5897435"/>
              <a:ext cx="898200" cy="534600"/>
            </a:xfrm>
            <a:prstGeom prst="straightConnector1">
              <a:avLst/>
            </a:prstGeom>
            <a:noFill/>
            <a:ln w="9525" cap="flat" cmpd="sng">
              <a:solidFill>
                <a:srgbClr val="CCCCCC"/>
              </a:solidFill>
              <a:prstDash val="solid"/>
              <a:round/>
              <a:headEnd type="none" w="sm" len="sm"/>
              <a:tailEnd type="stealth" w="med" len="med"/>
            </a:ln>
          </p:spPr>
        </p:cxnSp>
        <p:cxnSp>
          <p:nvCxnSpPr>
            <p:cNvPr id="456" name="Google Shape;187;p1">
              <a:extLst>
                <a:ext uri="{FF2B5EF4-FFF2-40B4-BE49-F238E27FC236}">
                  <a16:creationId xmlns:a16="http://schemas.microsoft.com/office/drawing/2014/main" id="{7988625F-54A3-2FBE-F469-81E2796AFDBE}"/>
                </a:ext>
              </a:extLst>
            </p:cNvPr>
            <p:cNvCxnSpPr>
              <a:stCxn id="461" idx="6"/>
              <a:endCxn id="39" idx="2"/>
            </p:cNvCxnSpPr>
            <p:nvPr/>
          </p:nvCxnSpPr>
          <p:spPr>
            <a:xfrm rot="10800000" flipH="1">
              <a:off x="12553633" y="5743151"/>
              <a:ext cx="437100" cy="199800"/>
            </a:xfrm>
            <a:prstGeom prst="straightConnector1">
              <a:avLst/>
            </a:prstGeom>
            <a:noFill/>
            <a:ln w="9525" cap="flat" cmpd="sng">
              <a:solidFill>
                <a:schemeClr val="bg2">
                  <a:lumMod val="10000"/>
                </a:schemeClr>
              </a:solidFill>
              <a:prstDash val="solid"/>
              <a:round/>
              <a:headEnd type="none" w="sm" len="sm"/>
              <a:tailEnd type="stealth" w="med" len="med"/>
            </a:ln>
          </p:spPr>
        </p:cxnSp>
        <p:cxnSp>
          <p:nvCxnSpPr>
            <p:cNvPr id="457" name="Google Shape;189;p1">
              <a:extLst>
                <a:ext uri="{FF2B5EF4-FFF2-40B4-BE49-F238E27FC236}">
                  <a16:creationId xmlns:a16="http://schemas.microsoft.com/office/drawing/2014/main" id="{976A9970-42A2-2327-0C3A-009FC897F3FF}"/>
                </a:ext>
              </a:extLst>
            </p:cNvPr>
            <p:cNvCxnSpPr>
              <a:stCxn id="39" idx="7"/>
              <a:endCxn id="37" idx="2"/>
            </p:cNvCxnSpPr>
            <p:nvPr/>
          </p:nvCxnSpPr>
          <p:spPr>
            <a:xfrm rot="10800000" flipH="1">
              <a:off x="13154736" y="5621063"/>
              <a:ext cx="162600" cy="52200"/>
            </a:xfrm>
            <a:prstGeom prst="straightConnector1">
              <a:avLst/>
            </a:prstGeom>
            <a:noFill/>
            <a:ln w="9525" cap="flat" cmpd="sng">
              <a:solidFill>
                <a:srgbClr val="E4E4E3"/>
              </a:solidFill>
              <a:prstDash val="solid"/>
              <a:round/>
              <a:headEnd type="none" w="sm" len="sm"/>
              <a:tailEnd type="stealth" w="med" len="med"/>
            </a:ln>
          </p:spPr>
        </p:cxnSp>
        <p:cxnSp>
          <p:nvCxnSpPr>
            <p:cNvPr id="458" name="Google Shape;190;p1">
              <a:extLst>
                <a:ext uri="{FF2B5EF4-FFF2-40B4-BE49-F238E27FC236}">
                  <a16:creationId xmlns:a16="http://schemas.microsoft.com/office/drawing/2014/main" id="{7172A778-92E9-AE58-6A48-04FC3CFAB7B6}"/>
                </a:ext>
              </a:extLst>
            </p:cNvPr>
            <p:cNvCxnSpPr>
              <a:stCxn id="37" idx="6"/>
              <a:endCxn id="38" idx="2"/>
            </p:cNvCxnSpPr>
            <p:nvPr/>
          </p:nvCxnSpPr>
          <p:spPr>
            <a:xfrm rot="10800000" flipH="1">
              <a:off x="13509582" y="5405984"/>
              <a:ext cx="189900" cy="215100"/>
            </a:xfrm>
            <a:prstGeom prst="straightConnector1">
              <a:avLst/>
            </a:prstGeom>
            <a:noFill/>
            <a:ln w="9525" cap="flat" cmpd="sng">
              <a:solidFill>
                <a:srgbClr val="E4E4E3"/>
              </a:solidFill>
              <a:prstDash val="solid"/>
              <a:round/>
              <a:headEnd type="none" w="sm" len="sm"/>
              <a:tailEnd type="stealth" w="med" len="med"/>
            </a:ln>
          </p:spPr>
        </p:cxnSp>
        <p:cxnSp>
          <p:nvCxnSpPr>
            <p:cNvPr id="459" name="Google Shape;191;p1">
              <a:extLst>
                <a:ext uri="{FF2B5EF4-FFF2-40B4-BE49-F238E27FC236}">
                  <a16:creationId xmlns:a16="http://schemas.microsoft.com/office/drawing/2014/main" id="{617CF777-D3AA-FD9A-1D93-A99017CA1938}"/>
                </a:ext>
              </a:extLst>
            </p:cNvPr>
            <p:cNvCxnSpPr>
              <a:stCxn id="33" idx="6"/>
              <a:endCxn id="35" idx="2"/>
            </p:cNvCxnSpPr>
            <p:nvPr/>
          </p:nvCxnSpPr>
          <p:spPr>
            <a:xfrm rot="10800000" flipH="1">
              <a:off x="12430043" y="5497061"/>
              <a:ext cx="560700" cy="152100"/>
            </a:xfrm>
            <a:prstGeom prst="straightConnector1">
              <a:avLst/>
            </a:prstGeom>
            <a:noFill/>
            <a:ln w="9525" cap="flat" cmpd="sng">
              <a:solidFill>
                <a:srgbClr val="E4E4E3"/>
              </a:solidFill>
              <a:prstDash val="solid"/>
              <a:round/>
              <a:headEnd type="none" w="sm" len="sm"/>
              <a:tailEnd type="stealth" w="med" len="med"/>
            </a:ln>
          </p:spPr>
        </p:cxnSp>
        <p:sp>
          <p:nvSpPr>
            <p:cNvPr id="461" name="Google Shape;188;p1">
              <a:extLst>
                <a:ext uri="{FF2B5EF4-FFF2-40B4-BE49-F238E27FC236}">
                  <a16:creationId xmlns:a16="http://schemas.microsoft.com/office/drawing/2014/main" id="{6A5DB938-9F19-AA2E-AD46-87A7110CB332}"/>
                </a:ext>
              </a:extLst>
            </p:cNvPr>
            <p:cNvSpPr/>
            <p:nvPr/>
          </p:nvSpPr>
          <p:spPr>
            <a:xfrm>
              <a:off x="12361333" y="5843951"/>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465" name="Google Shape;192;p1">
              <a:extLst>
                <a:ext uri="{FF2B5EF4-FFF2-40B4-BE49-F238E27FC236}">
                  <a16:creationId xmlns:a16="http://schemas.microsoft.com/office/drawing/2014/main" id="{5F340E1B-147E-AFD5-5E99-ECB708FCA74D}"/>
                </a:ext>
              </a:extLst>
            </p:cNvPr>
            <p:cNvCxnSpPr>
              <a:stCxn id="35" idx="7"/>
              <a:endCxn id="36" idx="2"/>
            </p:cNvCxnSpPr>
            <p:nvPr/>
          </p:nvCxnSpPr>
          <p:spPr>
            <a:xfrm rot="10800000" flipH="1">
              <a:off x="13154747" y="5328685"/>
              <a:ext cx="174300" cy="98400"/>
            </a:xfrm>
            <a:prstGeom prst="straightConnector1">
              <a:avLst/>
            </a:prstGeom>
            <a:noFill/>
            <a:ln w="9525" cap="flat" cmpd="sng">
              <a:solidFill>
                <a:srgbClr val="E4E4E3"/>
              </a:solidFill>
              <a:prstDash val="solid"/>
              <a:round/>
              <a:headEnd type="none" w="sm" len="sm"/>
              <a:tailEnd type="stealth" w="med" len="med"/>
            </a:ln>
          </p:spPr>
        </p:cxnSp>
        <p:sp>
          <p:nvSpPr>
            <p:cNvPr id="466" name="Google Shape;182;p1">
              <a:extLst>
                <a:ext uri="{FF2B5EF4-FFF2-40B4-BE49-F238E27FC236}">
                  <a16:creationId xmlns:a16="http://schemas.microsoft.com/office/drawing/2014/main" id="{7C456956-3923-817F-FA38-1B9B9F8F7B7B}"/>
                </a:ext>
              </a:extLst>
            </p:cNvPr>
            <p:cNvSpPr/>
            <p:nvPr/>
          </p:nvSpPr>
          <p:spPr>
            <a:xfrm>
              <a:off x="12128466" y="579843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468" name="Google Shape;193;p1">
              <a:extLst>
                <a:ext uri="{FF2B5EF4-FFF2-40B4-BE49-F238E27FC236}">
                  <a16:creationId xmlns:a16="http://schemas.microsoft.com/office/drawing/2014/main" id="{2E5ADFD2-D2FF-0C56-09CA-B97DF86B21E8}"/>
                </a:ext>
              </a:extLst>
            </p:cNvPr>
            <p:cNvCxnSpPr>
              <a:stCxn id="52" idx="6"/>
              <a:endCxn id="40" idx="2"/>
            </p:cNvCxnSpPr>
            <p:nvPr/>
          </p:nvCxnSpPr>
          <p:spPr>
            <a:xfrm>
              <a:off x="12002606" y="6583990"/>
              <a:ext cx="1258500" cy="148800"/>
            </a:xfrm>
            <a:prstGeom prst="straightConnector1">
              <a:avLst/>
            </a:prstGeom>
            <a:noFill/>
            <a:ln w="35850" cap="flat" cmpd="sng">
              <a:solidFill>
                <a:srgbClr val="E4E4E3"/>
              </a:solidFill>
              <a:prstDash val="solid"/>
              <a:round/>
              <a:headEnd type="stealth" w="med" len="med"/>
              <a:tailEnd type="none" w="sm" len="sm"/>
            </a:ln>
          </p:spPr>
        </p:cxnSp>
        <p:cxnSp>
          <p:nvCxnSpPr>
            <p:cNvPr id="470" name="Google Shape;194;p1">
              <a:extLst>
                <a:ext uri="{FF2B5EF4-FFF2-40B4-BE49-F238E27FC236}">
                  <a16:creationId xmlns:a16="http://schemas.microsoft.com/office/drawing/2014/main" id="{6D0DF193-7C29-F62E-5B92-EDD272FEB170}"/>
                </a:ext>
              </a:extLst>
            </p:cNvPr>
            <p:cNvCxnSpPr>
              <a:stCxn id="44" idx="1"/>
              <a:endCxn id="46" idx="5"/>
            </p:cNvCxnSpPr>
            <p:nvPr/>
          </p:nvCxnSpPr>
          <p:spPr>
            <a:xfrm rot="10800000">
              <a:off x="11729045" y="5839432"/>
              <a:ext cx="1188600" cy="962700"/>
            </a:xfrm>
            <a:prstGeom prst="straightConnector1">
              <a:avLst/>
            </a:prstGeom>
            <a:noFill/>
            <a:ln w="9525" cap="flat" cmpd="sng">
              <a:solidFill>
                <a:schemeClr val="bg2">
                  <a:lumMod val="10000"/>
                </a:schemeClr>
              </a:solidFill>
              <a:prstDash val="solid"/>
              <a:round/>
              <a:headEnd type="none" w="sm" len="sm"/>
              <a:tailEnd type="stealth" w="med" len="med"/>
            </a:ln>
          </p:spPr>
        </p:cxnSp>
        <p:cxnSp>
          <p:nvCxnSpPr>
            <p:cNvPr id="471" name="Google Shape;195;p1">
              <a:extLst>
                <a:ext uri="{FF2B5EF4-FFF2-40B4-BE49-F238E27FC236}">
                  <a16:creationId xmlns:a16="http://schemas.microsoft.com/office/drawing/2014/main" id="{BB7FBE0A-1D72-756E-8B72-71E4F6AB30E7}"/>
                </a:ext>
              </a:extLst>
            </p:cNvPr>
            <p:cNvCxnSpPr>
              <a:stCxn id="466" idx="3"/>
              <a:endCxn id="52" idx="7"/>
            </p:cNvCxnSpPr>
            <p:nvPr/>
          </p:nvCxnSpPr>
          <p:spPr>
            <a:xfrm flipH="1">
              <a:off x="11921428" y="5967439"/>
              <a:ext cx="235200" cy="415800"/>
            </a:xfrm>
            <a:prstGeom prst="straightConnector1">
              <a:avLst/>
            </a:prstGeom>
            <a:noFill/>
            <a:ln w="35850" cap="flat" cmpd="sng">
              <a:solidFill>
                <a:srgbClr val="E4E4E3"/>
              </a:solidFill>
              <a:prstDash val="solid"/>
              <a:round/>
              <a:headEnd type="none" w="sm" len="sm"/>
              <a:tailEnd type="stealth" w="med" len="med"/>
            </a:ln>
          </p:spPr>
        </p:cxnSp>
        <p:cxnSp>
          <p:nvCxnSpPr>
            <p:cNvPr id="472" name="Google Shape;196;p1">
              <a:extLst>
                <a:ext uri="{FF2B5EF4-FFF2-40B4-BE49-F238E27FC236}">
                  <a16:creationId xmlns:a16="http://schemas.microsoft.com/office/drawing/2014/main" id="{A1F27503-8F26-FF60-50EC-620E0D341563}"/>
                </a:ext>
              </a:extLst>
            </p:cNvPr>
            <p:cNvCxnSpPr>
              <a:stCxn id="461" idx="5"/>
              <a:endCxn id="44" idx="1"/>
            </p:cNvCxnSpPr>
            <p:nvPr/>
          </p:nvCxnSpPr>
          <p:spPr>
            <a:xfrm>
              <a:off x="12525471" y="6012955"/>
              <a:ext cx="392100" cy="789300"/>
            </a:xfrm>
            <a:prstGeom prst="straightConnector1">
              <a:avLst/>
            </a:prstGeom>
            <a:noFill/>
            <a:ln w="9525" cap="flat" cmpd="sng">
              <a:solidFill>
                <a:schemeClr val="bg2">
                  <a:lumMod val="10000"/>
                </a:schemeClr>
              </a:solidFill>
              <a:prstDash val="solid"/>
              <a:round/>
              <a:headEnd type="none" w="sm" len="sm"/>
              <a:tailEnd type="stealth" w="med" len="med"/>
            </a:ln>
          </p:spPr>
        </p:cxnSp>
        <p:cxnSp>
          <p:nvCxnSpPr>
            <p:cNvPr id="473" name="Google Shape;197;p1">
              <a:extLst>
                <a:ext uri="{FF2B5EF4-FFF2-40B4-BE49-F238E27FC236}">
                  <a16:creationId xmlns:a16="http://schemas.microsoft.com/office/drawing/2014/main" id="{B95FF028-6397-B764-57C5-D9761F5D08CD}"/>
                </a:ext>
              </a:extLst>
            </p:cNvPr>
            <p:cNvCxnSpPr>
              <a:stCxn id="33" idx="6"/>
              <a:endCxn id="39" idx="2"/>
            </p:cNvCxnSpPr>
            <p:nvPr/>
          </p:nvCxnSpPr>
          <p:spPr>
            <a:xfrm>
              <a:off x="12430043" y="5649161"/>
              <a:ext cx="560700" cy="94200"/>
            </a:xfrm>
            <a:prstGeom prst="straightConnector1">
              <a:avLst/>
            </a:prstGeom>
            <a:noFill/>
            <a:ln w="9525" cap="flat" cmpd="sng">
              <a:solidFill>
                <a:schemeClr val="bg2">
                  <a:lumMod val="10000"/>
                </a:schemeClr>
              </a:solidFill>
              <a:prstDash val="solid"/>
              <a:round/>
              <a:headEnd type="none" w="sm" len="sm"/>
              <a:tailEnd type="stealth" w="med" len="med"/>
            </a:ln>
          </p:spPr>
        </p:cxnSp>
        <p:cxnSp>
          <p:nvCxnSpPr>
            <p:cNvPr id="478" name="Google Shape;198;p1">
              <a:extLst>
                <a:ext uri="{FF2B5EF4-FFF2-40B4-BE49-F238E27FC236}">
                  <a16:creationId xmlns:a16="http://schemas.microsoft.com/office/drawing/2014/main" id="{B369F479-86BC-C6D3-888B-FC3DDCBC719F}"/>
                </a:ext>
              </a:extLst>
            </p:cNvPr>
            <p:cNvCxnSpPr>
              <a:stCxn id="461" idx="6"/>
              <a:endCxn id="45" idx="2"/>
            </p:cNvCxnSpPr>
            <p:nvPr/>
          </p:nvCxnSpPr>
          <p:spPr>
            <a:xfrm>
              <a:off x="12553633" y="5942951"/>
              <a:ext cx="770400" cy="255300"/>
            </a:xfrm>
            <a:prstGeom prst="straightConnector1">
              <a:avLst/>
            </a:prstGeom>
            <a:noFill/>
            <a:ln w="9525" cap="flat" cmpd="sng">
              <a:solidFill>
                <a:schemeClr val="tx1">
                  <a:lumMod val="20000"/>
                  <a:lumOff val="80000"/>
                </a:schemeClr>
              </a:solidFill>
              <a:prstDash val="solid"/>
              <a:round/>
              <a:headEnd type="none" w="sm" len="sm"/>
              <a:tailEnd type="stealth" w="med" len="med"/>
            </a:ln>
          </p:spPr>
        </p:cxnSp>
        <p:cxnSp>
          <p:nvCxnSpPr>
            <p:cNvPr id="479" name="Google Shape;199;p1">
              <a:extLst>
                <a:ext uri="{FF2B5EF4-FFF2-40B4-BE49-F238E27FC236}">
                  <a16:creationId xmlns:a16="http://schemas.microsoft.com/office/drawing/2014/main" id="{4404984A-05A3-7A62-BDA8-506A60239237}"/>
                </a:ext>
              </a:extLst>
            </p:cNvPr>
            <p:cNvCxnSpPr>
              <a:stCxn id="461" idx="3"/>
              <a:endCxn id="52" idx="7"/>
            </p:cNvCxnSpPr>
            <p:nvPr/>
          </p:nvCxnSpPr>
          <p:spPr>
            <a:xfrm flipH="1">
              <a:off x="11921495" y="6012955"/>
              <a:ext cx="468000" cy="370200"/>
            </a:xfrm>
            <a:prstGeom prst="straightConnector1">
              <a:avLst/>
            </a:prstGeom>
            <a:noFill/>
            <a:ln w="9525" cap="flat" cmpd="sng">
              <a:solidFill>
                <a:schemeClr val="tx1">
                  <a:lumMod val="20000"/>
                  <a:lumOff val="80000"/>
                </a:schemeClr>
              </a:solidFill>
              <a:prstDash val="solid"/>
              <a:round/>
              <a:headEnd type="none" w="sm" len="sm"/>
              <a:tailEnd type="stealth" w="med" len="med"/>
            </a:ln>
          </p:spPr>
        </p:cxnSp>
        <p:cxnSp>
          <p:nvCxnSpPr>
            <p:cNvPr id="481" name="Google Shape;200;p1">
              <a:extLst>
                <a:ext uri="{FF2B5EF4-FFF2-40B4-BE49-F238E27FC236}">
                  <a16:creationId xmlns:a16="http://schemas.microsoft.com/office/drawing/2014/main" id="{DECF83B2-0052-EB16-2136-7E9491F46000}"/>
                </a:ext>
              </a:extLst>
            </p:cNvPr>
            <p:cNvCxnSpPr>
              <a:stCxn id="461" idx="6"/>
              <a:endCxn id="40" idx="1"/>
            </p:cNvCxnSpPr>
            <p:nvPr/>
          </p:nvCxnSpPr>
          <p:spPr>
            <a:xfrm>
              <a:off x="12553633" y="5942951"/>
              <a:ext cx="755400" cy="670800"/>
            </a:xfrm>
            <a:prstGeom prst="straightConnector1">
              <a:avLst/>
            </a:prstGeom>
            <a:noFill/>
            <a:ln w="17925" cap="flat" cmpd="sng">
              <a:solidFill>
                <a:schemeClr val="tx1">
                  <a:lumMod val="20000"/>
                  <a:lumOff val="80000"/>
                </a:schemeClr>
              </a:solidFill>
              <a:prstDash val="solid"/>
              <a:round/>
              <a:headEnd type="none" w="sm" len="sm"/>
              <a:tailEnd type="stealth" w="med" len="med"/>
            </a:ln>
          </p:spPr>
        </p:cxnSp>
      </p:grpSp>
      <p:cxnSp>
        <p:nvCxnSpPr>
          <p:cNvPr id="9" name="Straight Connector 8">
            <a:extLst>
              <a:ext uri="{FF2B5EF4-FFF2-40B4-BE49-F238E27FC236}">
                <a16:creationId xmlns:a16="http://schemas.microsoft.com/office/drawing/2014/main" id="{3DB61701-2408-BDB7-13D9-68F31526161E}"/>
              </a:ext>
            </a:extLst>
          </p:cNvPr>
          <p:cNvCxnSpPr>
            <a:stCxn id="359" idx="3"/>
            <a:endCxn id="338" idx="7"/>
          </p:cNvCxnSpPr>
          <p:nvPr/>
        </p:nvCxnSpPr>
        <p:spPr>
          <a:xfrm flipH="1">
            <a:off x="8399404" y="6857889"/>
            <a:ext cx="192599" cy="171018"/>
          </a:xfrm>
          <a:prstGeom prst="line">
            <a:avLst/>
          </a:prstGeom>
          <a:noFill/>
          <a:ln w="95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19" name="Straight Connector 18">
            <a:extLst>
              <a:ext uri="{FF2B5EF4-FFF2-40B4-BE49-F238E27FC236}">
                <a16:creationId xmlns:a16="http://schemas.microsoft.com/office/drawing/2014/main" id="{6CA29E77-5C4A-585A-C7B5-B5DAF083D19B}"/>
              </a:ext>
            </a:extLst>
          </p:cNvPr>
          <p:cNvCxnSpPr>
            <a:cxnSpLocks/>
            <a:stCxn id="359" idx="5"/>
            <a:endCxn id="329" idx="1"/>
          </p:cNvCxnSpPr>
          <p:nvPr/>
        </p:nvCxnSpPr>
        <p:spPr>
          <a:xfrm>
            <a:off x="8647968" y="6857889"/>
            <a:ext cx="161412" cy="364517"/>
          </a:xfrm>
          <a:prstGeom prst="line">
            <a:avLst/>
          </a:prstGeom>
          <a:noFill/>
          <a:ln w="95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26" name="Straight Connector 25">
            <a:extLst>
              <a:ext uri="{FF2B5EF4-FFF2-40B4-BE49-F238E27FC236}">
                <a16:creationId xmlns:a16="http://schemas.microsoft.com/office/drawing/2014/main" id="{5EC15FDA-FA07-C569-0480-8BBECBC1C660}"/>
              </a:ext>
            </a:extLst>
          </p:cNvPr>
          <p:cNvCxnSpPr>
            <a:stCxn id="359" idx="6"/>
            <a:endCxn id="328" idx="1"/>
          </p:cNvCxnSpPr>
          <p:nvPr/>
        </p:nvCxnSpPr>
        <p:spPr>
          <a:xfrm>
            <a:off x="8659559" y="6825554"/>
            <a:ext cx="310966" cy="309850"/>
          </a:xfrm>
          <a:prstGeom prst="line">
            <a:avLst/>
          </a:prstGeom>
          <a:noFill/>
          <a:ln w="127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2" name="Straight Connector 41">
            <a:extLst>
              <a:ext uri="{FF2B5EF4-FFF2-40B4-BE49-F238E27FC236}">
                <a16:creationId xmlns:a16="http://schemas.microsoft.com/office/drawing/2014/main" id="{EE4175F7-470E-035E-A727-C5E84FBD6BA4}"/>
              </a:ext>
            </a:extLst>
          </p:cNvPr>
          <p:cNvCxnSpPr>
            <a:stCxn id="359" idx="6"/>
            <a:endCxn id="331" idx="2"/>
          </p:cNvCxnSpPr>
          <p:nvPr/>
        </p:nvCxnSpPr>
        <p:spPr>
          <a:xfrm>
            <a:off x="8659559" y="6825554"/>
            <a:ext cx="317138" cy="117876"/>
          </a:xfrm>
          <a:prstGeom prst="line">
            <a:avLst/>
          </a:prstGeom>
          <a:noFill/>
          <a:ln w="95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8" name="Straight Connector 47">
            <a:extLst>
              <a:ext uri="{FF2B5EF4-FFF2-40B4-BE49-F238E27FC236}">
                <a16:creationId xmlns:a16="http://schemas.microsoft.com/office/drawing/2014/main" id="{63E692E7-650C-2389-5BD2-E1FE899C2A3F}"/>
              </a:ext>
            </a:extLst>
          </p:cNvPr>
          <p:cNvCxnSpPr>
            <a:cxnSpLocks/>
            <a:stCxn id="359" idx="7"/>
            <a:endCxn id="327" idx="2"/>
          </p:cNvCxnSpPr>
          <p:nvPr/>
        </p:nvCxnSpPr>
        <p:spPr>
          <a:xfrm flipV="1">
            <a:off x="8647968" y="6733320"/>
            <a:ext cx="191438" cy="59899"/>
          </a:xfrm>
          <a:prstGeom prst="line">
            <a:avLst/>
          </a:prstGeom>
          <a:noFill/>
          <a:ln w="127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368" name="Line">
            <a:extLst>
              <a:ext uri="{FF2B5EF4-FFF2-40B4-BE49-F238E27FC236}">
                <a16:creationId xmlns:a16="http://schemas.microsoft.com/office/drawing/2014/main" id="{E3E8D5FB-4A29-7F0C-3076-373D3DCC9AA6}"/>
              </a:ext>
            </a:extLst>
          </p:cNvPr>
          <p:cNvSpPr/>
          <p:nvPr/>
        </p:nvSpPr>
        <p:spPr>
          <a:xfrm flipV="1">
            <a:off x="4522135" y="1950770"/>
            <a:ext cx="0" cy="426545"/>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441" name="Line">
            <a:extLst>
              <a:ext uri="{FF2B5EF4-FFF2-40B4-BE49-F238E27FC236}">
                <a16:creationId xmlns:a16="http://schemas.microsoft.com/office/drawing/2014/main" id="{5D0F40D7-F210-A2B8-2B12-0040961C5376}"/>
              </a:ext>
            </a:extLst>
          </p:cNvPr>
          <p:cNvSpPr/>
          <p:nvPr/>
        </p:nvSpPr>
        <p:spPr>
          <a:xfrm flipV="1">
            <a:off x="4528417" y="2925125"/>
            <a:ext cx="0" cy="426545"/>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442" name="Line">
            <a:extLst>
              <a:ext uri="{FF2B5EF4-FFF2-40B4-BE49-F238E27FC236}">
                <a16:creationId xmlns:a16="http://schemas.microsoft.com/office/drawing/2014/main" id="{DC7F0C2B-196A-993C-482A-9B35D18E1625}"/>
              </a:ext>
            </a:extLst>
          </p:cNvPr>
          <p:cNvSpPr/>
          <p:nvPr/>
        </p:nvSpPr>
        <p:spPr>
          <a:xfrm flipV="1">
            <a:off x="4522135" y="3712979"/>
            <a:ext cx="0" cy="616883"/>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443" name="Line">
            <a:extLst>
              <a:ext uri="{FF2B5EF4-FFF2-40B4-BE49-F238E27FC236}">
                <a16:creationId xmlns:a16="http://schemas.microsoft.com/office/drawing/2014/main" id="{099C68E7-18FD-9E3D-666F-DE0167FD619F}"/>
              </a:ext>
            </a:extLst>
          </p:cNvPr>
          <p:cNvSpPr/>
          <p:nvPr/>
        </p:nvSpPr>
        <p:spPr>
          <a:xfrm flipV="1">
            <a:off x="4522135" y="4885657"/>
            <a:ext cx="0" cy="859416"/>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444" name="Line">
            <a:extLst>
              <a:ext uri="{FF2B5EF4-FFF2-40B4-BE49-F238E27FC236}">
                <a16:creationId xmlns:a16="http://schemas.microsoft.com/office/drawing/2014/main" id="{930A6259-9E8E-5307-0E0C-70C67BF52BDE}"/>
              </a:ext>
            </a:extLst>
          </p:cNvPr>
          <p:cNvSpPr/>
          <p:nvPr/>
        </p:nvSpPr>
        <p:spPr>
          <a:xfrm flipV="1">
            <a:off x="4522135" y="6345871"/>
            <a:ext cx="0" cy="1081129"/>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445" name="Line">
            <a:extLst>
              <a:ext uri="{FF2B5EF4-FFF2-40B4-BE49-F238E27FC236}">
                <a16:creationId xmlns:a16="http://schemas.microsoft.com/office/drawing/2014/main" id="{97DF535B-15BA-7E75-3C6B-A7E3586400F5}"/>
              </a:ext>
            </a:extLst>
          </p:cNvPr>
          <p:cNvSpPr/>
          <p:nvPr/>
        </p:nvSpPr>
        <p:spPr>
          <a:xfrm flipV="1">
            <a:off x="4526280" y="8228494"/>
            <a:ext cx="0" cy="426545"/>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513" name="TextBox 512">
            <a:extLst>
              <a:ext uri="{FF2B5EF4-FFF2-40B4-BE49-F238E27FC236}">
                <a16:creationId xmlns:a16="http://schemas.microsoft.com/office/drawing/2014/main" id="{2314953E-F5DD-B744-B576-7C44A3F1DCA8}"/>
              </a:ext>
            </a:extLst>
          </p:cNvPr>
          <p:cNvSpPr txBox="1"/>
          <p:nvPr/>
        </p:nvSpPr>
        <p:spPr>
          <a:xfrm>
            <a:off x="3840480" y="3761082"/>
            <a:ext cx="582846" cy="46927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Node/</a:t>
            </a:r>
          </a:p>
          <a:p>
            <a:pPr marL="0" marR="0" indent="0" algn="ctr" defTabSz="584200" rtl="0" fontAlgn="auto" latinLnBrk="0" hangingPunct="0">
              <a:lnSpc>
                <a:spcPct val="100000"/>
              </a:lnSpc>
              <a:spcBef>
                <a:spcPts val="200"/>
              </a:spcBef>
              <a:spcAft>
                <a:spcPts val="0"/>
              </a:spcAft>
              <a:buClrTx/>
              <a:buSzTx/>
              <a:buFontTx/>
              <a:buNone/>
              <a:tabLst/>
            </a:pPr>
            <a:r>
              <a:rPr lang="en-US" sz="1000" b="0" dirty="0"/>
              <a:t>Edgelist</a:t>
            </a:r>
            <a:endParaRPr kumimoji="0" lang="en-US" sz="1000" b="0" i="0" u="none" strike="noStrike" cap="none" spc="0" normalizeH="0" baseline="0" dirty="0">
              <a:ln>
                <a:noFill/>
              </a:ln>
              <a:solidFill>
                <a:srgbClr val="4C4C4C"/>
              </a:solidFill>
              <a:effectLst/>
              <a:uFillTx/>
              <a:sym typeface="Source Sans Pro"/>
            </a:endParaRPr>
          </a:p>
        </p:txBody>
      </p:sp>
      <p:sp>
        <p:nvSpPr>
          <p:cNvPr id="529" name="Manipulate Variables">
            <a:extLst>
              <a:ext uri="{FF2B5EF4-FFF2-40B4-BE49-F238E27FC236}">
                <a16:creationId xmlns:a16="http://schemas.microsoft.com/office/drawing/2014/main" id="{75880A9E-8863-52D6-F57D-4175CB561113}"/>
              </a:ext>
            </a:extLst>
          </p:cNvPr>
          <p:cNvSpPr txBox="1"/>
          <p:nvPr/>
        </p:nvSpPr>
        <p:spPr>
          <a:xfrm>
            <a:off x="274320" y="3474720"/>
            <a:ext cx="1800173"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Downloaders</a:t>
            </a:r>
            <a:endParaRPr dirty="0"/>
          </a:p>
        </p:txBody>
      </p:sp>
      <p:sp>
        <p:nvSpPr>
          <p:cNvPr id="5" name="TextBox 4">
            <a:extLst>
              <a:ext uri="{FF2B5EF4-FFF2-40B4-BE49-F238E27FC236}">
                <a16:creationId xmlns:a16="http://schemas.microsoft.com/office/drawing/2014/main" id="{E66962D8-88C2-CFC6-DB2B-3B2BA54352DA}"/>
              </a:ext>
            </a:extLst>
          </p:cNvPr>
          <p:cNvSpPr txBox="1"/>
          <p:nvPr/>
        </p:nvSpPr>
        <p:spPr>
          <a:xfrm>
            <a:off x="6080760" y="10327008"/>
            <a:ext cx="7747698" cy="5000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000" b="0" dirty="0">
                <a:solidFill>
                  <a:schemeClr val="tx1"/>
                </a:solidFill>
                <a:hlinkClick r:id="rId7">
                  <a:extLst>
                    <a:ext uri="{A12FA001-AC4F-418D-AE19-62706E023703}">
                      <ahyp:hlinkClr xmlns:ahyp="http://schemas.microsoft.com/office/drawing/2018/hyperlinkcolor" val="tx"/>
                    </a:ext>
                  </a:extLst>
                </a:hlinkClick>
              </a:rPr>
              <a:t>CC BY SA</a:t>
            </a:r>
            <a:r>
              <a:rPr lang="en-US" sz="1000" b="0" dirty="0">
                <a:solidFill>
                  <a:schemeClr val="tx1"/>
                </a:solidFill>
              </a:rPr>
              <a:t> Jared Seto</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 Carlos Paradis • Kai</a:t>
            </a:r>
            <a:r>
              <a:rPr kumimoji="0" lang="haw-US" sz="1000" b="0" i="0" u="none" strike="noStrike" cap="none" spc="0" normalizeH="0" baseline="0">
                <a:ln>
                  <a:noFill/>
                </a:ln>
                <a:solidFill>
                  <a:schemeClr val="tx1"/>
                </a:solidFill>
                <a:effectLst/>
                <a:uFillTx/>
                <a:latin typeface="Source Sans Pro"/>
                <a:ea typeface="Source Sans Pro"/>
                <a:cs typeface="Source Sans Pro"/>
                <a:sym typeface="Source Sans Pro"/>
              </a:rPr>
              <a:t>ā</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ulu package version 0.0.0.9700 (in development) •  Updated: 2026-04</a:t>
            </a: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cxnSp>
        <p:nvCxnSpPr>
          <p:cNvPr id="519" name="Connector: Elbow 518">
            <a:extLst>
              <a:ext uri="{FF2B5EF4-FFF2-40B4-BE49-F238E27FC236}">
                <a16:creationId xmlns:a16="http://schemas.microsoft.com/office/drawing/2014/main" id="{B6215238-AB91-8A2E-C113-394DD79DB273}"/>
              </a:ext>
            </a:extLst>
          </p:cNvPr>
          <p:cNvCxnSpPr>
            <a:cxnSpLocks/>
            <a:endCxn id="421" idx="1"/>
          </p:cNvCxnSpPr>
          <p:nvPr/>
        </p:nvCxnSpPr>
        <p:spPr>
          <a:xfrm flipV="1">
            <a:off x="5249371" y="8491055"/>
            <a:ext cx="4626149" cy="557801"/>
          </a:xfrm>
          <a:prstGeom prst="bentConnector3">
            <a:avLst>
              <a:gd name="adj1" fmla="val 95719"/>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547" name="Connector: Elbow 546">
            <a:extLst>
              <a:ext uri="{FF2B5EF4-FFF2-40B4-BE49-F238E27FC236}">
                <a16:creationId xmlns:a16="http://schemas.microsoft.com/office/drawing/2014/main" id="{9CD81567-0450-35C4-EBD0-309381404458}"/>
              </a:ext>
            </a:extLst>
          </p:cNvPr>
          <p:cNvCxnSpPr>
            <a:stCxn id="529" idx="3"/>
            <a:endCxn id="447" idx="1"/>
          </p:cNvCxnSpPr>
          <p:nvPr/>
        </p:nvCxnSpPr>
        <p:spPr>
          <a:xfrm flipV="1">
            <a:off x="2074493" y="2148962"/>
            <a:ext cx="1765987" cy="1495773"/>
          </a:xfrm>
          <a:prstGeom prst="bentConnector3">
            <a:avLst>
              <a:gd name="adj1" fmla="val 82702"/>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550" name="Straight Connector 549">
            <a:extLst>
              <a:ext uri="{FF2B5EF4-FFF2-40B4-BE49-F238E27FC236}">
                <a16:creationId xmlns:a16="http://schemas.microsoft.com/office/drawing/2014/main" id="{36AB474D-5D49-C9EE-F2D6-8B086EFCB692}"/>
              </a:ext>
            </a:extLst>
          </p:cNvPr>
          <p:cNvCxnSpPr>
            <a:cxnSpLocks/>
            <a:stCxn id="488" idx="3"/>
            <a:endCxn id="512" idx="1"/>
          </p:cNvCxnSpPr>
          <p:nvPr/>
        </p:nvCxnSpPr>
        <p:spPr>
          <a:xfrm flipV="1">
            <a:off x="1292227" y="3099580"/>
            <a:ext cx="2548253" cy="2373955"/>
          </a:xfrm>
          <a:prstGeom prst="bentConnector3">
            <a:avLst>
              <a:gd name="adj1" fmla="val 91549"/>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556" name="Connector: Elbow 555">
            <a:extLst>
              <a:ext uri="{FF2B5EF4-FFF2-40B4-BE49-F238E27FC236}">
                <a16:creationId xmlns:a16="http://schemas.microsoft.com/office/drawing/2014/main" id="{7166FBA0-C8AB-A991-777C-F05D8E4308B2}"/>
              </a:ext>
            </a:extLst>
          </p:cNvPr>
          <p:cNvCxnSpPr>
            <a:cxnSpLocks/>
            <a:stCxn id="326" idx="3"/>
            <a:endCxn id="513" idx="1"/>
          </p:cNvCxnSpPr>
          <p:nvPr/>
        </p:nvCxnSpPr>
        <p:spPr>
          <a:xfrm flipV="1">
            <a:off x="2100141" y="3995721"/>
            <a:ext cx="1740339" cy="3672374"/>
          </a:xfrm>
          <a:prstGeom prst="bentConnector3">
            <a:avLst>
              <a:gd name="adj1" fmla="val 92171"/>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565" name="Connector: Elbow 564">
            <a:extLst>
              <a:ext uri="{FF2B5EF4-FFF2-40B4-BE49-F238E27FC236}">
                <a16:creationId xmlns:a16="http://schemas.microsoft.com/office/drawing/2014/main" id="{342093FB-FDC5-35F8-39AF-609C5FA3D4D1}"/>
              </a:ext>
            </a:extLst>
          </p:cNvPr>
          <p:cNvCxnSpPr>
            <a:stCxn id="28" idx="2"/>
            <a:endCxn id="12" idx="0"/>
          </p:cNvCxnSpPr>
          <p:nvPr/>
        </p:nvCxnSpPr>
        <p:spPr>
          <a:xfrm rot="16200000" flipH="1">
            <a:off x="5549608" y="2703047"/>
            <a:ext cx="261031" cy="2153"/>
          </a:xfrm>
          <a:prstGeom prst="bentConnector3">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566" name="Connector: Elbow 565">
            <a:extLst>
              <a:ext uri="{FF2B5EF4-FFF2-40B4-BE49-F238E27FC236}">
                <a16:creationId xmlns:a16="http://schemas.microsoft.com/office/drawing/2014/main" id="{1CC31C33-2E83-1532-E9AF-F3ADD59EB1B5}"/>
              </a:ext>
            </a:extLst>
          </p:cNvPr>
          <p:cNvCxnSpPr>
            <a:cxnSpLocks/>
            <a:stCxn id="20" idx="2"/>
            <a:endCxn id="15" idx="0"/>
          </p:cNvCxnSpPr>
          <p:nvPr/>
        </p:nvCxnSpPr>
        <p:spPr>
          <a:xfrm rot="16200000" flipH="1">
            <a:off x="6777668" y="2684172"/>
            <a:ext cx="288585" cy="12350"/>
          </a:xfrm>
          <a:prstGeom prst="bentConnector3">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569" name="Connector: Elbow 568">
            <a:extLst>
              <a:ext uri="{FF2B5EF4-FFF2-40B4-BE49-F238E27FC236}">
                <a16:creationId xmlns:a16="http://schemas.microsoft.com/office/drawing/2014/main" id="{8CA455C3-5EB0-2FED-7987-EEC6E01335C6}"/>
              </a:ext>
            </a:extLst>
          </p:cNvPr>
          <p:cNvCxnSpPr>
            <a:cxnSpLocks/>
            <a:stCxn id="24" idx="2"/>
            <a:endCxn id="18" idx="0"/>
          </p:cNvCxnSpPr>
          <p:nvPr/>
        </p:nvCxnSpPr>
        <p:spPr>
          <a:xfrm rot="16200000" flipH="1">
            <a:off x="8050345" y="2680382"/>
            <a:ext cx="302822" cy="5694"/>
          </a:xfrm>
          <a:prstGeom prst="bentConnector3">
            <a:avLst>
              <a:gd name="adj1" fmla="val 50000"/>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572" name="Connector: Elbow 571">
            <a:extLst>
              <a:ext uri="{FF2B5EF4-FFF2-40B4-BE49-F238E27FC236}">
                <a16:creationId xmlns:a16="http://schemas.microsoft.com/office/drawing/2014/main" id="{AF2E714B-9B16-8F21-9032-56ABC033CB2A}"/>
              </a:ext>
            </a:extLst>
          </p:cNvPr>
          <p:cNvCxnSpPr>
            <a:cxnSpLocks/>
            <a:stCxn id="12" idx="2"/>
          </p:cNvCxnSpPr>
          <p:nvPr/>
        </p:nvCxnSpPr>
        <p:spPr>
          <a:xfrm rot="16200000" flipH="1">
            <a:off x="5570266" y="3539329"/>
            <a:ext cx="223234" cy="1366"/>
          </a:xfrm>
          <a:prstGeom prst="bentConnector3">
            <a:avLst>
              <a:gd name="adj1" fmla="val 50000"/>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575" name="Connector: Elbow 574">
            <a:extLst>
              <a:ext uri="{FF2B5EF4-FFF2-40B4-BE49-F238E27FC236}">
                <a16:creationId xmlns:a16="http://schemas.microsoft.com/office/drawing/2014/main" id="{6F830F82-E8E5-E584-A9B4-71DD6660EE0B}"/>
              </a:ext>
            </a:extLst>
          </p:cNvPr>
          <p:cNvCxnSpPr>
            <a:cxnSpLocks/>
            <a:stCxn id="15" idx="2"/>
          </p:cNvCxnSpPr>
          <p:nvPr/>
        </p:nvCxnSpPr>
        <p:spPr>
          <a:xfrm rot="5400000">
            <a:off x="6822937" y="3533593"/>
            <a:ext cx="210396" cy="0"/>
          </a:xfrm>
          <a:prstGeom prst="bentConnector3">
            <a:avLst>
              <a:gd name="adj1" fmla="val 50000"/>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261" name="Connector: Elbow 260">
            <a:extLst>
              <a:ext uri="{FF2B5EF4-FFF2-40B4-BE49-F238E27FC236}">
                <a16:creationId xmlns:a16="http://schemas.microsoft.com/office/drawing/2014/main" id="{032D1561-1806-6A99-859F-BE0A89C94828}"/>
              </a:ext>
            </a:extLst>
          </p:cNvPr>
          <p:cNvCxnSpPr>
            <a:cxnSpLocks/>
            <a:stCxn id="18" idx="2"/>
          </p:cNvCxnSpPr>
          <p:nvPr/>
        </p:nvCxnSpPr>
        <p:spPr>
          <a:xfrm rot="5400000">
            <a:off x="8099447" y="3533551"/>
            <a:ext cx="210312" cy="0"/>
          </a:xfrm>
          <a:prstGeom prst="bentConnector3">
            <a:avLst>
              <a:gd name="adj1" fmla="val 50000"/>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355" name="Connector: Elbow 354">
            <a:extLst>
              <a:ext uri="{FF2B5EF4-FFF2-40B4-BE49-F238E27FC236}">
                <a16:creationId xmlns:a16="http://schemas.microsoft.com/office/drawing/2014/main" id="{4F796300-1CF8-C6E5-78C4-5B63F97DC303}"/>
              </a:ext>
            </a:extLst>
          </p:cNvPr>
          <p:cNvCxnSpPr>
            <a:cxnSpLocks/>
            <a:endCxn id="369" idx="1"/>
          </p:cNvCxnSpPr>
          <p:nvPr/>
        </p:nvCxnSpPr>
        <p:spPr>
          <a:xfrm rot="16200000" flipH="1">
            <a:off x="5457123" y="4535855"/>
            <a:ext cx="664634" cy="213754"/>
          </a:xfrm>
          <a:prstGeom prst="bentConnector2">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sp>
        <p:nvSpPr>
          <p:cNvPr id="369" name="TextBox 368">
            <a:extLst>
              <a:ext uri="{FF2B5EF4-FFF2-40B4-BE49-F238E27FC236}">
                <a16:creationId xmlns:a16="http://schemas.microsoft.com/office/drawing/2014/main" id="{432D9B35-D567-39A7-2CA0-EF394F455FE4}"/>
              </a:ext>
            </a:extLst>
          </p:cNvPr>
          <p:cNvSpPr txBox="1"/>
          <p:nvPr/>
        </p:nvSpPr>
        <p:spPr>
          <a:xfrm>
            <a:off x="5896317" y="4604475"/>
            <a:ext cx="2124618" cy="74114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a:p>
            <a:pPr marL="0" marR="0" indent="0" algn="l" defTabSz="584200" rtl="0" fontAlgn="auto" latinLnBrk="0" hangingPunct="0">
              <a:lnSpc>
                <a:spcPct val="100000"/>
              </a:lnSpc>
              <a:spcBef>
                <a:spcPts val="200"/>
              </a:spcBef>
              <a:spcAft>
                <a:spcPts val="0"/>
              </a:spcAft>
              <a:buClrTx/>
              <a:buSzTx/>
              <a:buFontTx/>
              <a:buNone/>
              <a:tabLst/>
            </a:pPr>
            <a:endParaRPr lang="en-US" dirty="0"/>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cxnSp>
        <p:nvCxnSpPr>
          <p:cNvPr id="382" name="Connector: Elbow 381">
            <a:extLst>
              <a:ext uri="{FF2B5EF4-FFF2-40B4-BE49-F238E27FC236}">
                <a16:creationId xmlns:a16="http://schemas.microsoft.com/office/drawing/2014/main" id="{8A14FBFD-9B66-C3FA-CFFB-57ABEF224508}"/>
              </a:ext>
            </a:extLst>
          </p:cNvPr>
          <p:cNvCxnSpPr>
            <a:cxnSpLocks/>
            <a:endCxn id="369" idx="0"/>
          </p:cNvCxnSpPr>
          <p:nvPr/>
        </p:nvCxnSpPr>
        <p:spPr>
          <a:xfrm rot="16200000" flipH="1">
            <a:off x="6776146" y="4452487"/>
            <a:ext cx="303976" cy="0"/>
          </a:xfrm>
          <a:prstGeom prst="bentConnector3">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425" name="Connector: Elbow 424">
            <a:extLst>
              <a:ext uri="{FF2B5EF4-FFF2-40B4-BE49-F238E27FC236}">
                <a16:creationId xmlns:a16="http://schemas.microsoft.com/office/drawing/2014/main" id="{B2FFC30C-415D-348B-07B3-1CBEEC794F4B}"/>
              </a:ext>
            </a:extLst>
          </p:cNvPr>
          <p:cNvCxnSpPr>
            <a:cxnSpLocks/>
            <a:endCxn id="369" idx="3"/>
          </p:cNvCxnSpPr>
          <p:nvPr/>
        </p:nvCxnSpPr>
        <p:spPr>
          <a:xfrm rot="5400000">
            <a:off x="7747432" y="4530189"/>
            <a:ext cx="718364" cy="171357"/>
          </a:xfrm>
          <a:prstGeom prst="bentConnector2">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433" name="Connector: Elbow 432">
            <a:extLst>
              <a:ext uri="{FF2B5EF4-FFF2-40B4-BE49-F238E27FC236}">
                <a16:creationId xmlns:a16="http://schemas.microsoft.com/office/drawing/2014/main" id="{802122B9-96C2-FC89-BBA2-98A687654A4C}"/>
              </a:ext>
            </a:extLst>
          </p:cNvPr>
          <p:cNvCxnSpPr>
            <a:cxnSpLocks/>
          </p:cNvCxnSpPr>
          <p:nvPr/>
        </p:nvCxnSpPr>
        <p:spPr>
          <a:xfrm rot="5400000">
            <a:off x="6675120" y="6223177"/>
            <a:ext cx="580803" cy="0"/>
          </a:xfrm>
          <a:prstGeom prst="bentConnector3">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436" name="Connector: Elbow 435">
            <a:extLst>
              <a:ext uri="{FF2B5EF4-FFF2-40B4-BE49-F238E27FC236}">
                <a16:creationId xmlns:a16="http://schemas.microsoft.com/office/drawing/2014/main" id="{D7EC9750-C59B-7AD5-3612-C79C5EEF344E}"/>
              </a:ext>
            </a:extLst>
          </p:cNvPr>
          <p:cNvCxnSpPr>
            <a:cxnSpLocks/>
            <a:stCxn id="440" idx="1"/>
          </p:cNvCxnSpPr>
          <p:nvPr/>
        </p:nvCxnSpPr>
        <p:spPr>
          <a:xfrm rot="10800000" flipV="1">
            <a:off x="5466126" y="5555851"/>
            <a:ext cx="439624" cy="591063"/>
          </a:xfrm>
          <a:prstGeom prst="bentConnector2">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sp>
        <p:nvSpPr>
          <p:cNvPr id="440" name="TextBox 439">
            <a:extLst>
              <a:ext uri="{FF2B5EF4-FFF2-40B4-BE49-F238E27FC236}">
                <a16:creationId xmlns:a16="http://schemas.microsoft.com/office/drawing/2014/main" id="{EC209A30-B523-EB85-5227-59BF1259B074}"/>
              </a:ext>
            </a:extLst>
          </p:cNvPr>
          <p:cNvSpPr txBox="1"/>
          <p:nvPr/>
        </p:nvSpPr>
        <p:spPr>
          <a:xfrm>
            <a:off x="5905750" y="5185278"/>
            <a:ext cx="2124618" cy="74114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a:p>
            <a:pPr marL="0" marR="0" indent="0" algn="l" defTabSz="584200" rtl="0" fontAlgn="auto" latinLnBrk="0" hangingPunct="0">
              <a:lnSpc>
                <a:spcPct val="100000"/>
              </a:lnSpc>
              <a:spcBef>
                <a:spcPts val="200"/>
              </a:spcBef>
              <a:spcAft>
                <a:spcPts val="0"/>
              </a:spcAft>
              <a:buClrTx/>
              <a:buSzTx/>
              <a:buFontTx/>
              <a:buNone/>
              <a:tabLst/>
            </a:pPr>
            <a:endParaRPr lang="en-US" dirty="0"/>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cxnSp>
        <p:nvCxnSpPr>
          <p:cNvPr id="576" name="Connector: Elbow 575">
            <a:extLst>
              <a:ext uri="{FF2B5EF4-FFF2-40B4-BE49-F238E27FC236}">
                <a16:creationId xmlns:a16="http://schemas.microsoft.com/office/drawing/2014/main" id="{76269B29-E2BF-74CB-1951-7B3BE3618E45}"/>
              </a:ext>
            </a:extLst>
          </p:cNvPr>
          <p:cNvCxnSpPr>
            <a:cxnSpLocks/>
            <a:stCxn id="440" idx="3"/>
          </p:cNvCxnSpPr>
          <p:nvPr/>
        </p:nvCxnSpPr>
        <p:spPr>
          <a:xfrm>
            <a:off x="8030368" y="5555852"/>
            <a:ext cx="542787" cy="893070"/>
          </a:xfrm>
          <a:prstGeom prst="bentConnector2">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580" name="Connector: Elbow 579">
            <a:extLst>
              <a:ext uri="{FF2B5EF4-FFF2-40B4-BE49-F238E27FC236}">
                <a16:creationId xmlns:a16="http://schemas.microsoft.com/office/drawing/2014/main" id="{93DDFAAA-4DBF-2B7E-ADEB-9088240914D2}"/>
              </a:ext>
            </a:extLst>
          </p:cNvPr>
          <p:cNvCxnSpPr>
            <a:cxnSpLocks/>
            <a:endCxn id="258" idx="1"/>
          </p:cNvCxnSpPr>
          <p:nvPr/>
        </p:nvCxnSpPr>
        <p:spPr>
          <a:xfrm>
            <a:off x="5705594" y="7554120"/>
            <a:ext cx="1064272" cy="896502"/>
          </a:xfrm>
          <a:prstGeom prst="bentConnector3">
            <a:avLst>
              <a:gd name="adj1" fmla="val -119"/>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583" name="Connector: Elbow 582">
            <a:extLst>
              <a:ext uri="{FF2B5EF4-FFF2-40B4-BE49-F238E27FC236}">
                <a16:creationId xmlns:a16="http://schemas.microsoft.com/office/drawing/2014/main" id="{77FF5F97-EDDE-B83C-2683-2B3F1DE96B2F}"/>
              </a:ext>
            </a:extLst>
          </p:cNvPr>
          <p:cNvCxnSpPr>
            <a:cxnSpLocks/>
          </p:cNvCxnSpPr>
          <p:nvPr/>
        </p:nvCxnSpPr>
        <p:spPr>
          <a:xfrm rot="5400000">
            <a:off x="6583680" y="7835471"/>
            <a:ext cx="800034" cy="0"/>
          </a:xfrm>
          <a:prstGeom prst="bentConnector3">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588" name="Connector: Elbow 587">
            <a:extLst>
              <a:ext uri="{FF2B5EF4-FFF2-40B4-BE49-F238E27FC236}">
                <a16:creationId xmlns:a16="http://schemas.microsoft.com/office/drawing/2014/main" id="{DB0317A3-4A19-3881-F0FB-1DB1EC62D74B}"/>
              </a:ext>
            </a:extLst>
          </p:cNvPr>
          <p:cNvCxnSpPr>
            <a:cxnSpLocks/>
            <a:endCxn id="258" idx="3"/>
          </p:cNvCxnSpPr>
          <p:nvPr/>
        </p:nvCxnSpPr>
        <p:spPr>
          <a:xfrm rot="10800000" flipV="1">
            <a:off x="7276368" y="7477246"/>
            <a:ext cx="1371600" cy="973376"/>
          </a:xfrm>
          <a:prstGeom prst="bentConnector3">
            <a:avLst>
              <a:gd name="adj1" fmla="val 1055"/>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grpSp>
        <p:nvGrpSpPr>
          <p:cNvPr id="31" name="Group 30">
            <a:extLst>
              <a:ext uri="{FF2B5EF4-FFF2-40B4-BE49-F238E27FC236}">
                <a16:creationId xmlns:a16="http://schemas.microsoft.com/office/drawing/2014/main" id="{4F3DBF55-840F-093F-B36E-7C518E5CF1B5}"/>
              </a:ext>
            </a:extLst>
          </p:cNvPr>
          <p:cNvGrpSpPr/>
          <p:nvPr/>
        </p:nvGrpSpPr>
        <p:grpSpPr>
          <a:xfrm>
            <a:off x="4743746" y="6200121"/>
            <a:ext cx="1467990" cy="1268806"/>
            <a:chOff x="4743746" y="6200121"/>
            <a:chExt cx="1467990" cy="1268806"/>
          </a:xfrm>
        </p:grpSpPr>
        <p:grpSp>
          <p:nvGrpSpPr>
            <p:cNvPr id="373" name="Google Shape;156;p1">
              <a:extLst>
                <a:ext uri="{FF2B5EF4-FFF2-40B4-BE49-F238E27FC236}">
                  <a16:creationId xmlns:a16="http://schemas.microsoft.com/office/drawing/2014/main" id="{C08953D7-CB97-BFB6-52E8-CAA4400F993B}"/>
                </a:ext>
              </a:extLst>
            </p:cNvPr>
            <p:cNvGrpSpPr/>
            <p:nvPr/>
          </p:nvGrpSpPr>
          <p:grpSpPr>
            <a:xfrm>
              <a:off x="4743746" y="6633828"/>
              <a:ext cx="1467990" cy="835099"/>
              <a:chOff x="10592773" y="5229745"/>
              <a:chExt cx="3298954" cy="1741391"/>
            </a:xfrm>
          </p:grpSpPr>
          <p:sp>
            <p:nvSpPr>
              <p:cNvPr id="374" name="Google Shape;157;p1">
                <a:extLst>
                  <a:ext uri="{FF2B5EF4-FFF2-40B4-BE49-F238E27FC236}">
                    <a16:creationId xmlns:a16="http://schemas.microsoft.com/office/drawing/2014/main" id="{D8D6655A-CBE0-9234-15C1-9D2A7D83AFE5}"/>
                  </a:ext>
                </a:extLst>
              </p:cNvPr>
              <p:cNvSpPr/>
              <p:nvPr/>
            </p:nvSpPr>
            <p:spPr>
              <a:xfrm>
                <a:off x="12237743" y="5550161"/>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75" name="Google Shape;158;p1">
                <a:extLst>
                  <a:ext uri="{FF2B5EF4-FFF2-40B4-BE49-F238E27FC236}">
                    <a16:creationId xmlns:a16="http://schemas.microsoft.com/office/drawing/2014/main" id="{6CEA48E1-C9F0-EB22-37CA-D2919299BEB7}"/>
                  </a:ext>
                </a:extLst>
              </p:cNvPr>
              <p:cNvSpPr/>
              <p:nvPr/>
            </p:nvSpPr>
            <p:spPr>
              <a:xfrm>
                <a:off x="12990609" y="5398089"/>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76" name="Google Shape;159;p1">
                <a:extLst>
                  <a:ext uri="{FF2B5EF4-FFF2-40B4-BE49-F238E27FC236}">
                    <a16:creationId xmlns:a16="http://schemas.microsoft.com/office/drawing/2014/main" id="{1CFC529F-0390-01E0-FF40-62FD649FAA76}"/>
                  </a:ext>
                </a:extLst>
              </p:cNvPr>
              <p:cNvSpPr/>
              <p:nvPr/>
            </p:nvSpPr>
            <p:spPr>
              <a:xfrm>
                <a:off x="13329043" y="522974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77" name="Google Shape;160;p1">
                <a:extLst>
                  <a:ext uri="{FF2B5EF4-FFF2-40B4-BE49-F238E27FC236}">
                    <a16:creationId xmlns:a16="http://schemas.microsoft.com/office/drawing/2014/main" id="{AE697022-9384-1677-8A0B-198043E7C4FD}"/>
                  </a:ext>
                </a:extLst>
              </p:cNvPr>
              <p:cNvSpPr/>
              <p:nvPr/>
            </p:nvSpPr>
            <p:spPr>
              <a:xfrm>
                <a:off x="13317282" y="5522084"/>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78" name="Google Shape;161;p1">
                <a:extLst>
                  <a:ext uri="{FF2B5EF4-FFF2-40B4-BE49-F238E27FC236}">
                    <a16:creationId xmlns:a16="http://schemas.microsoft.com/office/drawing/2014/main" id="{E1FE7640-BCB9-0C90-B969-ABD0B050FAD9}"/>
                  </a:ext>
                </a:extLst>
              </p:cNvPr>
              <p:cNvSpPr/>
              <p:nvPr/>
            </p:nvSpPr>
            <p:spPr>
              <a:xfrm>
                <a:off x="13699427" y="5306906"/>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79" name="Google Shape;162;p1">
                <a:extLst>
                  <a:ext uri="{FF2B5EF4-FFF2-40B4-BE49-F238E27FC236}">
                    <a16:creationId xmlns:a16="http://schemas.microsoft.com/office/drawing/2014/main" id="{FF1947CB-A8C3-1B91-9443-CEBEC0B9A8A6}"/>
                  </a:ext>
                </a:extLst>
              </p:cNvPr>
              <p:cNvSpPr/>
              <p:nvPr/>
            </p:nvSpPr>
            <p:spPr>
              <a:xfrm>
                <a:off x="12990598" y="5644267"/>
                <a:ext cx="192300" cy="198000"/>
              </a:xfrm>
              <a:prstGeom prst="ellipse">
                <a:avLst/>
              </a:prstGeom>
              <a:solidFill>
                <a:schemeClr val="accent3"/>
              </a:solidFill>
              <a:ln w="9525" cap="flat" cmpd="sng">
                <a:solidFill>
                  <a:srgbClr val="262626"/>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80" name="Google Shape;163;p1">
                <a:extLst>
                  <a:ext uri="{FF2B5EF4-FFF2-40B4-BE49-F238E27FC236}">
                    <a16:creationId xmlns:a16="http://schemas.microsoft.com/office/drawing/2014/main" id="{7631932D-E46E-D8AA-2B01-13DA96E8D9BD}"/>
                  </a:ext>
                </a:extLst>
              </p:cNvPr>
              <p:cNvSpPr/>
              <p:nvPr/>
            </p:nvSpPr>
            <p:spPr>
              <a:xfrm>
                <a:off x="13261106" y="6564434"/>
                <a:ext cx="328200" cy="336900"/>
              </a:xfrm>
              <a:prstGeom prst="ellipse">
                <a:avLst/>
              </a:prstGeom>
              <a:solidFill>
                <a:schemeClr val="tx1"/>
              </a:solidFill>
              <a:ln w="9525" cap="flat" cmpd="sng">
                <a:solidFill>
                  <a:srgbClr val="000000"/>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81" name="Google Shape;164;p1">
                <a:extLst>
                  <a:ext uri="{FF2B5EF4-FFF2-40B4-BE49-F238E27FC236}">
                    <a16:creationId xmlns:a16="http://schemas.microsoft.com/office/drawing/2014/main" id="{151B5E9D-793D-B030-CC47-81F0E6D880A9}"/>
                  </a:ext>
                </a:extLst>
              </p:cNvPr>
              <p:cNvSpPr/>
              <p:nvPr/>
            </p:nvSpPr>
            <p:spPr>
              <a:xfrm>
                <a:off x="12889483" y="6773136"/>
                <a:ext cx="192300" cy="198000"/>
              </a:xfrm>
              <a:prstGeom prst="ellipse">
                <a:avLst/>
              </a:prstGeom>
              <a:solidFill>
                <a:schemeClr val="tx1"/>
              </a:solidFill>
              <a:ln w="9525" cap="flat" cmpd="sng">
                <a:solidFill>
                  <a:srgbClr val="000000"/>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83" name="Google Shape;165;p1">
                <a:extLst>
                  <a:ext uri="{FF2B5EF4-FFF2-40B4-BE49-F238E27FC236}">
                    <a16:creationId xmlns:a16="http://schemas.microsoft.com/office/drawing/2014/main" id="{B2BAA1FB-C8A6-482E-9C87-BBD9B87EB3B0}"/>
                  </a:ext>
                </a:extLst>
              </p:cNvPr>
              <p:cNvSpPr/>
              <p:nvPr/>
            </p:nvSpPr>
            <p:spPr>
              <a:xfrm>
                <a:off x="13324166" y="6099152"/>
                <a:ext cx="192300" cy="198000"/>
              </a:xfrm>
              <a:prstGeom prst="ellipse">
                <a:avLst/>
              </a:prstGeom>
              <a:solidFill>
                <a:schemeClr val="accent3"/>
              </a:solidFill>
              <a:ln w="9525" cap="flat" cmpd="sng">
                <a:solidFill>
                  <a:srgbClr val="000000"/>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85" name="Google Shape;166;p1">
                <a:extLst>
                  <a:ext uri="{FF2B5EF4-FFF2-40B4-BE49-F238E27FC236}">
                    <a16:creationId xmlns:a16="http://schemas.microsoft.com/office/drawing/2014/main" id="{DF6FAEA6-5007-6DEF-7E11-56E60C62977F}"/>
                  </a:ext>
                </a:extLst>
              </p:cNvPr>
              <p:cNvSpPr/>
              <p:nvPr/>
            </p:nvSpPr>
            <p:spPr>
              <a:xfrm>
                <a:off x="11468140" y="5576165"/>
                <a:ext cx="305700" cy="308400"/>
              </a:xfrm>
              <a:prstGeom prst="ellipse">
                <a:avLst/>
              </a:prstGeom>
              <a:solidFill>
                <a:srgbClr val="E4E4E3"/>
              </a:solidFill>
              <a:ln w="179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86" name="Google Shape;167;p1">
                <a:extLst>
                  <a:ext uri="{FF2B5EF4-FFF2-40B4-BE49-F238E27FC236}">
                    <a16:creationId xmlns:a16="http://schemas.microsoft.com/office/drawing/2014/main" id="{FA494BE0-D8C8-21B9-2A0E-7E7BD8A5B4D7}"/>
                  </a:ext>
                </a:extLst>
              </p:cNvPr>
              <p:cNvSpPr/>
              <p:nvPr/>
            </p:nvSpPr>
            <p:spPr>
              <a:xfrm>
                <a:off x="10719482" y="592538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87" name="Google Shape;168;p1">
                <a:extLst>
                  <a:ext uri="{FF2B5EF4-FFF2-40B4-BE49-F238E27FC236}">
                    <a16:creationId xmlns:a16="http://schemas.microsoft.com/office/drawing/2014/main" id="{B2F85676-96F1-6C9F-4CD4-002406AB799C}"/>
                  </a:ext>
                </a:extLst>
              </p:cNvPr>
              <p:cNvSpPr/>
              <p:nvPr/>
            </p:nvSpPr>
            <p:spPr>
              <a:xfrm>
                <a:off x="11061232" y="5405652"/>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88" name="Google Shape;169;p1">
                <a:extLst>
                  <a:ext uri="{FF2B5EF4-FFF2-40B4-BE49-F238E27FC236}">
                    <a16:creationId xmlns:a16="http://schemas.microsoft.com/office/drawing/2014/main" id="{B64412B2-933A-BF3D-0462-0B0C94A17F42}"/>
                  </a:ext>
                </a:extLst>
              </p:cNvPr>
              <p:cNvSpPr/>
              <p:nvPr/>
            </p:nvSpPr>
            <p:spPr>
              <a:xfrm>
                <a:off x="10592773" y="6139937"/>
                <a:ext cx="274500" cy="2763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89" name="Google Shape;170;p1">
                <a:extLst>
                  <a:ext uri="{FF2B5EF4-FFF2-40B4-BE49-F238E27FC236}">
                    <a16:creationId xmlns:a16="http://schemas.microsoft.com/office/drawing/2014/main" id="{32050DC4-5583-8594-538A-9EB7C4F7A8D5}"/>
                  </a:ext>
                </a:extLst>
              </p:cNvPr>
              <p:cNvSpPr/>
              <p:nvPr/>
            </p:nvSpPr>
            <p:spPr>
              <a:xfrm>
                <a:off x="11037864" y="6333062"/>
                <a:ext cx="192300" cy="198000"/>
              </a:xfrm>
              <a:prstGeom prst="ellipse">
                <a:avLst/>
              </a:prstGeom>
              <a:solidFill>
                <a:srgbClr val="D9D9D9"/>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90" name="Google Shape;171;p1">
                <a:extLst>
                  <a:ext uri="{FF2B5EF4-FFF2-40B4-BE49-F238E27FC236}">
                    <a16:creationId xmlns:a16="http://schemas.microsoft.com/office/drawing/2014/main" id="{BE30CD35-9AFA-FF16-0282-3B17CD9B5681}"/>
                  </a:ext>
                </a:extLst>
              </p:cNvPr>
              <p:cNvSpPr/>
              <p:nvPr/>
            </p:nvSpPr>
            <p:spPr>
              <a:xfrm>
                <a:off x="11449106" y="6300040"/>
                <a:ext cx="553500" cy="567900"/>
              </a:xfrm>
              <a:prstGeom prst="ellipse">
                <a:avLst/>
              </a:prstGeom>
              <a:solidFill>
                <a:srgbClr val="FFE599"/>
              </a:solidFill>
              <a:ln w="26900" cap="flat" cmpd="sng">
                <a:solidFill>
                  <a:schemeClr val="dk2"/>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cxnSp>
            <p:nvCxnSpPr>
              <p:cNvPr id="391" name="Google Shape;172;p1">
                <a:extLst>
                  <a:ext uri="{FF2B5EF4-FFF2-40B4-BE49-F238E27FC236}">
                    <a16:creationId xmlns:a16="http://schemas.microsoft.com/office/drawing/2014/main" id="{D5C397DB-A1FD-1BBE-1A00-F873721B4CA3}"/>
                  </a:ext>
                </a:extLst>
              </p:cNvPr>
              <p:cNvCxnSpPr>
                <a:stCxn id="374" idx="2"/>
                <a:endCxn id="385" idx="6"/>
              </p:cNvCxnSpPr>
              <p:nvPr/>
            </p:nvCxnSpPr>
            <p:spPr>
              <a:xfrm flipH="1">
                <a:off x="11773943" y="5649161"/>
                <a:ext cx="463800" cy="81300"/>
              </a:xfrm>
              <a:prstGeom prst="straightConnector1">
                <a:avLst/>
              </a:prstGeom>
              <a:noFill/>
              <a:ln w="9525" cap="flat" cmpd="sng">
                <a:solidFill>
                  <a:srgbClr val="CCCCCC"/>
                </a:solidFill>
                <a:prstDash val="solid"/>
                <a:round/>
                <a:headEnd type="none" w="sm" len="sm"/>
                <a:tailEnd type="stealth" w="med" len="med"/>
              </a:ln>
            </p:spPr>
          </p:cxnSp>
          <p:cxnSp>
            <p:nvCxnSpPr>
              <p:cNvPr id="392" name="Google Shape;173;p1">
                <a:extLst>
                  <a:ext uri="{FF2B5EF4-FFF2-40B4-BE49-F238E27FC236}">
                    <a16:creationId xmlns:a16="http://schemas.microsoft.com/office/drawing/2014/main" id="{9AB220B1-5A2B-C65D-4379-02784990B14A}"/>
                  </a:ext>
                </a:extLst>
              </p:cNvPr>
              <p:cNvCxnSpPr>
                <a:stCxn id="385" idx="2"/>
                <a:endCxn id="403" idx="6"/>
              </p:cNvCxnSpPr>
              <p:nvPr/>
            </p:nvCxnSpPr>
            <p:spPr>
              <a:xfrm flipH="1">
                <a:off x="11113540" y="5730365"/>
                <a:ext cx="354600" cy="30600"/>
              </a:xfrm>
              <a:prstGeom prst="straightConnector1">
                <a:avLst/>
              </a:prstGeom>
              <a:noFill/>
              <a:ln w="9525" cap="flat" cmpd="sng">
                <a:solidFill>
                  <a:srgbClr val="CCCCCC"/>
                </a:solidFill>
                <a:prstDash val="solid"/>
                <a:round/>
                <a:headEnd type="none" w="sm" len="sm"/>
                <a:tailEnd type="stealth" w="med" len="med"/>
              </a:ln>
            </p:spPr>
          </p:cxnSp>
          <p:cxnSp>
            <p:nvCxnSpPr>
              <p:cNvPr id="393" name="Google Shape;175;p1">
                <a:extLst>
                  <a:ext uri="{FF2B5EF4-FFF2-40B4-BE49-F238E27FC236}">
                    <a16:creationId xmlns:a16="http://schemas.microsoft.com/office/drawing/2014/main" id="{504510B5-B398-8B84-DC4E-62D83092F7A7}"/>
                  </a:ext>
                </a:extLst>
              </p:cNvPr>
              <p:cNvCxnSpPr>
                <a:stCxn id="390" idx="1"/>
                <a:endCxn id="400" idx="5"/>
              </p:cNvCxnSpPr>
              <p:nvPr/>
            </p:nvCxnSpPr>
            <p:spPr>
              <a:xfrm rot="10800000">
                <a:off x="11390064" y="6170507"/>
                <a:ext cx="140100" cy="212700"/>
              </a:xfrm>
              <a:prstGeom prst="straightConnector1">
                <a:avLst/>
              </a:prstGeom>
              <a:noFill/>
              <a:ln w="9525" cap="flat" cmpd="sng">
                <a:solidFill>
                  <a:srgbClr val="CCCCCC"/>
                </a:solidFill>
                <a:prstDash val="solid"/>
                <a:round/>
                <a:headEnd type="none" w="sm" len="sm"/>
                <a:tailEnd type="stealth" w="med" len="med"/>
              </a:ln>
            </p:spPr>
          </p:cxnSp>
          <p:cxnSp>
            <p:nvCxnSpPr>
              <p:cNvPr id="394" name="Google Shape;177;p1">
                <a:extLst>
                  <a:ext uri="{FF2B5EF4-FFF2-40B4-BE49-F238E27FC236}">
                    <a16:creationId xmlns:a16="http://schemas.microsoft.com/office/drawing/2014/main" id="{9F96C9A3-D458-8B7A-022D-54E545FDFDCD}"/>
                  </a:ext>
                </a:extLst>
              </p:cNvPr>
              <p:cNvCxnSpPr>
                <a:stCxn id="390" idx="2"/>
                <a:endCxn id="389" idx="5"/>
              </p:cNvCxnSpPr>
              <p:nvPr/>
            </p:nvCxnSpPr>
            <p:spPr>
              <a:xfrm rot="10800000">
                <a:off x="11201906" y="6502090"/>
                <a:ext cx="247200" cy="81900"/>
              </a:xfrm>
              <a:prstGeom prst="straightConnector1">
                <a:avLst/>
              </a:prstGeom>
              <a:noFill/>
              <a:ln w="9525" cap="flat" cmpd="sng">
                <a:solidFill>
                  <a:srgbClr val="CCCCCC"/>
                </a:solidFill>
                <a:prstDash val="solid"/>
                <a:round/>
                <a:headEnd type="none" w="sm" len="sm"/>
                <a:tailEnd type="stealth" w="med" len="med"/>
              </a:ln>
            </p:spPr>
          </p:cxnSp>
          <p:cxnSp>
            <p:nvCxnSpPr>
              <p:cNvPr id="395" name="Google Shape;178;p1">
                <a:extLst>
                  <a:ext uri="{FF2B5EF4-FFF2-40B4-BE49-F238E27FC236}">
                    <a16:creationId xmlns:a16="http://schemas.microsoft.com/office/drawing/2014/main" id="{A3078EE6-0CE1-52D6-2E2B-ECE853A8DF99}"/>
                  </a:ext>
                </a:extLst>
              </p:cNvPr>
              <p:cNvCxnSpPr>
                <a:stCxn id="389" idx="2"/>
                <a:endCxn id="388" idx="6"/>
              </p:cNvCxnSpPr>
              <p:nvPr/>
            </p:nvCxnSpPr>
            <p:spPr>
              <a:xfrm rot="10800000">
                <a:off x="10867164" y="6278162"/>
                <a:ext cx="170700" cy="153900"/>
              </a:xfrm>
              <a:prstGeom prst="straightConnector1">
                <a:avLst/>
              </a:prstGeom>
              <a:noFill/>
              <a:ln w="9525" cap="flat" cmpd="sng">
                <a:solidFill>
                  <a:srgbClr val="B7B7B7"/>
                </a:solidFill>
                <a:prstDash val="solid"/>
                <a:round/>
                <a:headEnd type="none" w="sm" len="sm"/>
                <a:tailEnd type="stealth" w="med" len="med"/>
              </a:ln>
            </p:spPr>
          </p:cxnSp>
          <p:cxnSp>
            <p:nvCxnSpPr>
              <p:cNvPr id="396" name="Google Shape;179;p1">
                <a:extLst>
                  <a:ext uri="{FF2B5EF4-FFF2-40B4-BE49-F238E27FC236}">
                    <a16:creationId xmlns:a16="http://schemas.microsoft.com/office/drawing/2014/main" id="{8FF57338-3F15-5D22-C355-AC45D7F2E0BE}"/>
                  </a:ext>
                </a:extLst>
              </p:cNvPr>
              <p:cNvCxnSpPr>
                <a:stCxn id="400" idx="2"/>
                <a:endCxn id="386" idx="5"/>
              </p:cNvCxnSpPr>
              <p:nvPr/>
            </p:nvCxnSpPr>
            <p:spPr>
              <a:xfrm rot="10800000">
                <a:off x="10883737" y="6094319"/>
                <a:ext cx="342300" cy="6300"/>
              </a:xfrm>
              <a:prstGeom prst="straightConnector1">
                <a:avLst/>
              </a:prstGeom>
              <a:noFill/>
              <a:ln w="9525" cap="flat" cmpd="sng">
                <a:solidFill>
                  <a:srgbClr val="CCCCCC"/>
                </a:solidFill>
                <a:prstDash val="solid"/>
                <a:round/>
                <a:headEnd type="none" w="sm" len="sm"/>
                <a:tailEnd type="stealth" w="med" len="med"/>
              </a:ln>
            </p:spPr>
          </p:cxnSp>
          <p:cxnSp>
            <p:nvCxnSpPr>
              <p:cNvPr id="397" name="Google Shape;180;p1">
                <a:extLst>
                  <a:ext uri="{FF2B5EF4-FFF2-40B4-BE49-F238E27FC236}">
                    <a16:creationId xmlns:a16="http://schemas.microsoft.com/office/drawing/2014/main" id="{F69F4DD3-5024-D2ED-D6BB-A6C1BFF48D74}"/>
                  </a:ext>
                </a:extLst>
              </p:cNvPr>
              <p:cNvCxnSpPr>
                <a:stCxn id="385" idx="1"/>
                <a:endCxn id="387" idx="5"/>
              </p:cNvCxnSpPr>
              <p:nvPr/>
            </p:nvCxnSpPr>
            <p:spPr>
              <a:xfrm rot="10800000">
                <a:off x="11225509" y="5574529"/>
                <a:ext cx="287400" cy="46800"/>
              </a:xfrm>
              <a:prstGeom prst="straightConnector1">
                <a:avLst/>
              </a:prstGeom>
              <a:noFill/>
              <a:ln w="9525" cap="flat" cmpd="sng">
                <a:solidFill>
                  <a:srgbClr val="CCCCCC"/>
                </a:solidFill>
                <a:prstDash val="solid"/>
                <a:round/>
                <a:headEnd type="none" w="sm" len="sm"/>
                <a:tailEnd type="stealth" w="med" len="med"/>
              </a:ln>
            </p:spPr>
          </p:cxnSp>
          <p:cxnSp>
            <p:nvCxnSpPr>
              <p:cNvPr id="398" name="Google Shape;181;p1">
                <a:extLst>
                  <a:ext uri="{FF2B5EF4-FFF2-40B4-BE49-F238E27FC236}">
                    <a16:creationId xmlns:a16="http://schemas.microsoft.com/office/drawing/2014/main" id="{6C0258E6-C53C-A7E5-43D9-D8C96B229C39}"/>
                  </a:ext>
                </a:extLst>
              </p:cNvPr>
              <p:cNvCxnSpPr>
                <a:stCxn id="411" idx="2"/>
                <a:endCxn id="400" idx="6"/>
              </p:cNvCxnSpPr>
              <p:nvPr/>
            </p:nvCxnSpPr>
            <p:spPr>
              <a:xfrm flipH="1">
                <a:off x="11418366" y="5897435"/>
                <a:ext cx="710100" cy="203100"/>
              </a:xfrm>
              <a:prstGeom prst="straightConnector1">
                <a:avLst/>
              </a:prstGeom>
              <a:noFill/>
              <a:ln w="9525" cap="flat" cmpd="sng">
                <a:solidFill>
                  <a:srgbClr val="CCCCCC"/>
                </a:solidFill>
                <a:prstDash val="solid"/>
                <a:round/>
                <a:headEnd type="none" w="sm" len="sm"/>
                <a:tailEnd type="stealth" w="med" len="med"/>
              </a:ln>
            </p:spPr>
          </p:cxnSp>
          <p:cxnSp>
            <p:nvCxnSpPr>
              <p:cNvPr id="399" name="Google Shape;183;p1">
                <a:extLst>
                  <a:ext uri="{FF2B5EF4-FFF2-40B4-BE49-F238E27FC236}">
                    <a16:creationId xmlns:a16="http://schemas.microsoft.com/office/drawing/2014/main" id="{347A1D0F-8B7E-96CB-471E-DB918A101B05}"/>
                  </a:ext>
                </a:extLst>
              </p:cNvPr>
              <p:cNvCxnSpPr>
                <a:stCxn id="411" idx="2"/>
                <a:endCxn id="386" idx="6"/>
              </p:cNvCxnSpPr>
              <p:nvPr/>
            </p:nvCxnSpPr>
            <p:spPr>
              <a:xfrm flipH="1">
                <a:off x="10911666" y="5897435"/>
                <a:ext cx="1216800" cy="126900"/>
              </a:xfrm>
              <a:prstGeom prst="straightConnector1">
                <a:avLst/>
              </a:prstGeom>
              <a:noFill/>
              <a:ln w="9525" cap="flat" cmpd="sng">
                <a:solidFill>
                  <a:srgbClr val="CCCCCC"/>
                </a:solidFill>
                <a:prstDash val="solid"/>
                <a:round/>
                <a:headEnd type="none" w="sm" len="sm"/>
                <a:tailEnd type="stealth" w="med" len="med"/>
              </a:ln>
            </p:spPr>
          </p:cxnSp>
          <p:sp>
            <p:nvSpPr>
              <p:cNvPr id="400" name="Google Shape;176;p1">
                <a:extLst>
                  <a:ext uri="{FF2B5EF4-FFF2-40B4-BE49-F238E27FC236}">
                    <a16:creationId xmlns:a16="http://schemas.microsoft.com/office/drawing/2014/main" id="{74231198-AA44-0CDD-C006-26AD493C03DB}"/>
                  </a:ext>
                </a:extLst>
              </p:cNvPr>
              <p:cNvSpPr/>
              <p:nvPr/>
            </p:nvSpPr>
            <p:spPr>
              <a:xfrm>
                <a:off x="11226037" y="6001619"/>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cxnSp>
            <p:nvCxnSpPr>
              <p:cNvPr id="401" name="Google Shape;184;p1">
                <a:extLst>
                  <a:ext uri="{FF2B5EF4-FFF2-40B4-BE49-F238E27FC236}">
                    <a16:creationId xmlns:a16="http://schemas.microsoft.com/office/drawing/2014/main" id="{82C46BB6-11FE-5971-E399-D5FDEDF12F0C}"/>
                  </a:ext>
                </a:extLst>
              </p:cNvPr>
              <p:cNvCxnSpPr>
                <a:stCxn id="374" idx="2"/>
                <a:endCxn id="389" idx="7"/>
              </p:cNvCxnSpPr>
              <p:nvPr/>
            </p:nvCxnSpPr>
            <p:spPr>
              <a:xfrm flipH="1">
                <a:off x="11202143" y="5649161"/>
                <a:ext cx="1035600" cy="712800"/>
              </a:xfrm>
              <a:prstGeom prst="straightConnector1">
                <a:avLst/>
              </a:prstGeom>
              <a:noFill/>
              <a:ln w="9525" cap="flat" cmpd="sng">
                <a:solidFill>
                  <a:srgbClr val="CCCCCC"/>
                </a:solidFill>
                <a:prstDash val="solid"/>
                <a:round/>
                <a:headEnd type="none" w="sm" len="sm"/>
                <a:tailEnd type="stealth" w="med" len="med"/>
              </a:ln>
            </p:spPr>
          </p:cxnSp>
          <p:cxnSp>
            <p:nvCxnSpPr>
              <p:cNvPr id="402" name="Google Shape;185;p1">
                <a:extLst>
                  <a:ext uri="{FF2B5EF4-FFF2-40B4-BE49-F238E27FC236}">
                    <a16:creationId xmlns:a16="http://schemas.microsoft.com/office/drawing/2014/main" id="{67553104-70CE-CA62-B1E8-0966F88C9A70}"/>
                  </a:ext>
                </a:extLst>
              </p:cNvPr>
              <p:cNvCxnSpPr>
                <a:stCxn id="374" idx="5"/>
                <a:endCxn id="380" idx="1"/>
              </p:cNvCxnSpPr>
              <p:nvPr/>
            </p:nvCxnSpPr>
            <p:spPr>
              <a:xfrm>
                <a:off x="12401881" y="5719165"/>
                <a:ext cx="907200" cy="894600"/>
              </a:xfrm>
              <a:prstGeom prst="straightConnector1">
                <a:avLst/>
              </a:prstGeom>
              <a:noFill/>
              <a:ln w="17925" cap="flat" cmpd="sng">
                <a:solidFill>
                  <a:srgbClr val="D9D9D9"/>
                </a:solidFill>
                <a:prstDash val="solid"/>
                <a:round/>
                <a:headEnd type="none" w="sm" len="sm"/>
                <a:tailEnd type="stealth" w="med" len="med"/>
              </a:ln>
            </p:spPr>
          </p:cxnSp>
          <p:sp>
            <p:nvSpPr>
              <p:cNvPr id="403" name="Google Shape;174;p1">
                <a:extLst>
                  <a:ext uri="{FF2B5EF4-FFF2-40B4-BE49-F238E27FC236}">
                    <a16:creationId xmlns:a16="http://schemas.microsoft.com/office/drawing/2014/main" id="{C8A73838-1607-232E-B770-AAAD22072E85}"/>
                  </a:ext>
                </a:extLst>
              </p:cNvPr>
              <p:cNvSpPr/>
              <p:nvPr/>
            </p:nvSpPr>
            <p:spPr>
              <a:xfrm>
                <a:off x="10921235" y="566202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cxnSp>
            <p:nvCxnSpPr>
              <p:cNvPr id="404" name="Google Shape;186;p1">
                <a:extLst>
                  <a:ext uri="{FF2B5EF4-FFF2-40B4-BE49-F238E27FC236}">
                    <a16:creationId xmlns:a16="http://schemas.microsoft.com/office/drawing/2014/main" id="{FCACF845-1827-BBAE-AB56-76F13806173E}"/>
                  </a:ext>
                </a:extLst>
              </p:cNvPr>
              <p:cNvCxnSpPr>
                <a:stCxn id="411" idx="2"/>
                <a:endCxn id="389" idx="6"/>
              </p:cNvCxnSpPr>
              <p:nvPr/>
            </p:nvCxnSpPr>
            <p:spPr>
              <a:xfrm flipH="1">
                <a:off x="11230266" y="5897435"/>
                <a:ext cx="898200" cy="534600"/>
              </a:xfrm>
              <a:prstGeom prst="straightConnector1">
                <a:avLst/>
              </a:prstGeom>
              <a:noFill/>
              <a:ln w="9525" cap="flat" cmpd="sng">
                <a:solidFill>
                  <a:srgbClr val="CCCCCC"/>
                </a:solidFill>
                <a:prstDash val="solid"/>
                <a:round/>
                <a:headEnd type="none" w="sm" len="sm"/>
                <a:tailEnd type="stealth" w="med" len="med"/>
              </a:ln>
            </p:spPr>
          </p:cxnSp>
          <p:cxnSp>
            <p:nvCxnSpPr>
              <p:cNvPr id="405" name="Google Shape;187;p1">
                <a:extLst>
                  <a:ext uri="{FF2B5EF4-FFF2-40B4-BE49-F238E27FC236}">
                    <a16:creationId xmlns:a16="http://schemas.microsoft.com/office/drawing/2014/main" id="{814AC6FD-D526-0BBD-663C-0A22A96B3577}"/>
                  </a:ext>
                </a:extLst>
              </p:cNvPr>
              <p:cNvCxnSpPr>
                <a:stCxn id="409" idx="6"/>
                <a:endCxn id="379" idx="2"/>
              </p:cNvCxnSpPr>
              <p:nvPr/>
            </p:nvCxnSpPr>
            <p:spPr>
              <a:xfrm rot="10800000" flipH="1">
                <a:off x="12553633" y="5743151"/>
                <a:ext cx="437100" cy="199800"/>
              </a:xfrm>
              <a:prstGeom prst="straightConnector1">
                <a:avLst/>
              </a:prstGeom>
              <a:noFill/>
              <a:ln w="38100" cap="flat" cmpd="sng">
                <a:solidFill>
                  <a:schemeClr val="accent1"/>
                </a:solidFill>
                <a:prstDash val="solid"/>
                <a:round/>
                <a:headEnd type="none" w="sm" len="sm"/>
                <a:tailEnd type="stealth" w="med" len="med"/>
              </a:ln>
            </p:spPr>
          </p:cxnSp>
          <p:cxnSp>
            <p:nvCxnSpPr>
              <p:cNvPr id="406" name="Google Shape;189;p1">
                <a:extLst>
                  <a:ext uri="{FF2B5EF4-FFF2-40B4-BE49-F238E27FC236}">
                    <a16:creationId xmlns:a16="http://schemas.microsoft.com/office/drawing/2014/main" id="{69CB0D2F-62F8-1355-581B-FB68506358C1}"/>
                  </a:ext>
                </a:extLst>
              </p:cNvPr>
              <p:cNvCxnSpPr>
                <a:stCxn id="379" idx="7"/>
                <a:endCxn id="377" idx="2"/>
              </p:cNvCxnSpPr>
              <p:nvPr/>
            </p:nvCxnSpPr>
            <p:spPr>
              <a:xfrm rot="10800000" flipH="1">
                <a:off x="13154736" y="5621063"/>
                <a:ext cx="162600" cy="52200"/>
              </a:xfrm>
              <a:prstGeom prst="straightConnector1">
                <a:avLst/>
              </a:prstGeom>
              <a:noFill/>
              <a:ln w="9525" cap="flat" cmpd="sng">
                <a:solidFill>
                  <a:srgbClr val="E4E4E3"/>
                </a:solidFill>
                <a:prstDash val="solid"/>
                <a:round/>
                <a:headEnd type="none" w="sm" len="sm"/>
                <a:tailEnd type="stealth" w="med" len="med"/>
              </a:ln>
            </p:spPr>
          </p:cxnSp>
          <p:cxnSp>
            <p:nvCxnSpPr>
              <p:cNvPr id="407" name="Google Shape;190;p1">
                <a:extLst>
                  <a:ext uri="{FF2B5EF4-FFF2-40B4-BE49-F238E27FC236}">
                    <a16:creationId xmlns:a16="http://schemas.microsoft.com/office/drawing/2014/main" id="{C0F96CDB-3185-E305-313D-D8CB522D96A1}"/>
                  </a:ext>
                </a:extLst>
              </p:cNvPr>
              <p:cNvCxnSpPr>
                <a:stCxn id="377" idx="6"/>
                <a:endCxn id="378" idx="2"/>
              </p:cNvCxnSpPr>
              <p:nvPr/>
            </p:nvCxnSpPr>
            <p:spPr>
              <a:xfrm rot="10800000" flipH="1">
                <a:off x="13509582" y="5405984"/>
                <a:ext cx="189900" cy="215100"/>
              </a:xfrm>
              <a:prstGeom prst="straightConnector1">
                <a:avLst/>
              </a:prstGeom>
              <a:noFill/>
              <a:ln w="9525" cap="flat" cmpd="sng">
                <a:solidFill>
                  <a:srgbClr val="E4E4E3"/>
                </a:solidFill>
                <a:prstDash val="solid"/>
                <a:round/>
                <a:headEnd type="none" w="sm" len="sm"/>
                <a:tailEnd type="stealth" w="med" len="med"/>
              </a:ln>
            </p:spPr>
          </p:cxnSp>
          <p:cxnSp>
            <p:nvCxnSpPr>
              <p:cNvPr id="408" name="Google Shape;191;p1">
                <a:extLst>
                  <a:ext uri="{FF2B5EF4-FFF2-40B4-BE49-F238E27FC236}">
                    <a16:creationId xmlns:a16="http://schemas.microsoft.com/office/drawing/2014/main" id="{9E1BA2C7-E9E5-46E1-1582-000A050F833F}"/>
                  </a:ext>
                </a:extLst>
              </p:cNvPr>
              <p:cNvCxnSpPr>
                <a:stCxn id="374" idx="6"/>
                <a:endCxn id="375" idx="2"/>
              </p:cNvCxnSpPr>
              <p:nvPr/>
            </p:nvCxnSpPr>
            <p:spPr>
              <a:xfrm rot="10800000" flipH="1">
                <a:off x="12430043" y="5497061"/>
                <a:ext cx="560700" cy="152100"/>
              </a:xfrm>
              <a:prstGeom prst="straightConnector1">
                <a:avLst/>
              </a:prstGeom>
              <a:noFill/>
              <a:ln w="9525" cap="flat" cmpd="sng">
                <a:solidFill>
                  <a:srgbClr val="E4E4E3"/>
                </a:solidFill>
                <a:prstDash val="solid"/>
                <a:round/>
                <a:headEnd type="none" w="sm" len="sm"/>
                <a:tailEnd type="stealth" w="med" len="med"/>
              </a:ln>
            </p:spPr>
          </p:cxnSp>
          <p:sp>
            <p:nvSpPr>
              <p:cNvPr id="409" name="Google Shape;188;p1">
                <a:extLst>
                  <a:ext uri="{FF2B5EF4-FFF2-40B4-BE49-F238E27FC236}">
                    <a16:creationId xmlns:a16="http://schemas.microsoft.com/office/drawing/2014/main" id="{DF5CF161-C06B-3F0B-92FD-A84311CF2525}"/>
                  </a:ext>
                </a:extLst>
              </p:cNvPr>
              <p:cNvSpPr/>
              <p:nvPr/>
            </p:nvSpPr>
            <p:spPr>
              <a:xfrm>
                <a:off x="12361333" y="5843951"/>
                <a:ext cx="192300" cy="198000"/>
              </a:xfrm>
              <a:prstGeom prst="ellipse">
                <a:avLst/>
              </a:prstGeom>
              <a:solidFill>
                <a:schemeClr val="tx1"/>
              </a:solidFill>
              <a:ln w="9525" cap="flat" cmpd="sng">
                <a:solidFill>
                  <a:schemeClr val="dk2"/>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cxnSp>
            <p:nvCxnSpPr>
              <p:cNvPr id="410" name="Google Shape;192;p1">
                <a:extLst>
                  <a:ext uri="{FF2B5EF4-FFF2-40B4-BE49-F238E27FC236}">
                    <a16:creationId xmlns:a16="http://schemas.microsoft.com/office/drawing/2014/main" id="{FB15FB0F-45B6-DDBF-C0E3-D36620AE14E1}"/>
                  </a:ext>
                </a:extLst>
              </p:cNvPr>
              <p:cNvCxnSpPr>
                <a:stCxn id="375" idx="7"/>
                <a:endCxn id="376" idx="2"/>
              </p:cNvCxnSpPr>
              <p:nvPr/>
            </p:nvCxnSpPr>
            <p:spPr>
              <a:xfrm rot="10800000" flipH="1">
                <a:off x="13154747" y="5328685"/>
                <a:ext cx="174300" cy="98400"/>
              </a:xfrm>
              <a:prstGeom prst="straightConnector1">
                <a:avLst/>
              </a:prstGeom>
              <a:noFill/>
              <a:ln w="9525" cap="flat" cmpd="sng">
                <a:solidFill>
                  <a:srgbClr val="E4E4E3"/>
                </a:solidFill>
                <a:prstDash val="solid"/>
                <a:round/>
                <a:headEnd type="none" w="sm" len="sm"/>
                <a:tailEnd type="stealth" w="med" len="med"/>
              </a:ln>
            </p:spPr>
          </p:cxnSp>
          <p:sp>
            <p:nvSpPr>
              <p:cNvPr id="411" name="Google Shape;182;p1">
                <a:extLst>
                  <a:ext uri="{FF2B5EF4-FFF2-40B4-BE49-F238E27FC236}">
                    <a16:creationId xmlns:a16="http://schemas.microsoft.com/office/drawing/2014/main" id="{C22EEFBF-39E6-F0DA-C748-7E532E604DE7}"/>
                  </a:ext>
                </a:extLst>
              </p:cNvPr>
              <p:cNvSpPr/>
              <p:nvPr/>
            </p:nvSpPr>
            <p:spPr>
              <a:xfrm>
                <a:off x="12128466" y="579843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cxnSp>
            <p:nvCxnSpPr>
              <p:cNvPr id="412" name="Google Shape;193;p1">
                <a:extLst>
                  <a:ext uri="{FF2B5EF4-FFF2-40B4-BE49-F238E27FC236}">
                    <a16:creationId xmlns:a16="http://schemas.microsoft.com/office/drawing/2014/main" id="{5619821D-731E-A570-CA79-114317653C92}"/>
                  </a:ext>
                </a:extLst>
              </p:cNvPr>
              <p:cNvCxnSpPr>
                <a:stCxn id="390" idx="6"/>
                <a:endCxn id="380" idx="2"/>
              </p:cNvCxnSpPr>
              <p:nvPr/>
            </p:nvCxnSpPr>
            <p:spPr>
              <a:xfrm>
                <a:off x="12002606" y="6583990"/>
                <a:ext cx="1258500" cy="148800"/>
              </a:xfrm>
              <a:prstGeom prst="straightConnector1">
                <a:avLst/>
              </a:prstGeom>
              <a:noFill/>
              <a:ln w="35850" cap="flat" cmpd="sng">
                <a:solidFill>
                  <a:srgbClr val="E4E4E3"/>
                </a:solidFill>
                <a:prstDash val="solid"/>
                <a:round/>
                <a:headEnd type="stealth" w="med" len="med"/>
                <a:tailEnd type="none" w="sm" len="sm"/>
              </a:ln>
            </p:spPr>
          </p:cxnSp>
          <p:cxnSp>
            <p:nvCxnSpPr>
              <p:cNvPr id="413" name="Google Shape;194;p1">
                <a:extLst>
                  <a:ext uri="{FF2B5EF4-FFF2-40B4-BE49-F238E27FC236}">
                    <a16:creationId xmlns:a16="http://schemas.microsoft.com/office/drawing/2014/main" id="{49401E4C-3BB9-9822-822E-9A9403DC5DFE}"/>
                  </a:ext>
                </a:extLst>
              </p:cNvPr>
              <p:cNvCxnSpPr>
                <a:stCxn id="381" idx="1"/>
                <a:endCxn id="385" idx="5"/>
              </p:cNvCxnSpPr>
              <p:nvPr/>
            </p:nvCxnSpPr>
            <p:spPr>
              <a:xfrm rot="10800000">
                <a:off x="11729045" y="5839432"/>
                <a:ext cx="1188600" cy="962700"/>
              </a:xfrm>
              <a:prstGeom prst="straightConnector1">
                <a:avLst/>
              </a:prstGeom>
              <a:noFill/>
              <a:ln w="9525" cap="flat" cmpd="sng">
                <a:solidFill>
                  <a:srgbClr val="CCCCCC"/>
                </a:solidFill>
                <a:prstDash val="solid"/>
                <a:round/>
                <a:headEnd type="none" w="sm" len="sm"/>
                <a:tailEnd type="stealth" w="med" len="med"/>
              </a:ln>
            </p:spPr>
          </p:cxnSp>
          <p:cxnSp>
            <p:nvCxnSpPr>
              <p:cNvPr id="414" name="Google Shape;195;p1">
                <a:extLst>
                  <a:ext uri="{FF2B5EF4-FFF2-40B4-BE49-F238E27FC236}">
                    <a16:creationId xmlns:a16="http://schemas.microsoft.com/office/drawing/2014/main" id="{01DE7E93-E330-67C1-F247-08C7C044D471}"/>
                  </a:ext>
                </a:extLst>
              </p:cNvPr>
              <p:cNvCxnSpPr>
                <a:stCxn id="411" idx="3"/>
                <a:endCxn id="390" idx="7"/>
              </p:cNvCxnSpPr>
              <p:nvPr/>
            </p:nvCxnSpPr>
            <p:spPr>
              <a:xfrm flipH="1">
                <a:off x="11921428" y="5967439"/>
                <a:ext cx="235200" cy="415800"/>
              </a:xfrm>
              <a:prstGeom prst="straightConnector1">
                <a:avLst/>
              </a:prstGeom>
              <a:noFill/>
              <a:ln w="35850" cap="flat" cmpd="sng">
                <a:solidFill>
                  <a:srgbClr val="E4E4E3"/>
                </a:solidFill>
                <a:prstDash val="solid"/>
                <a:round/>
                <a:headEnd type="none" w="sm" len="sm"/>
                <a:tailEnd type="stealth" w="med" len="med"/>
              </a:ln>
            </p:spPr>
          </p:cxnSp>
          <p:cxnSp>
            <p:nvCxnSpPr>
              <p:cNvPr id="415" name="Google Shape;196;p1">
                <a:extLst>
                  <a:ext uri="{FF2B5EF4-FFF2-40B4-BE49-F238E27FC236}">
                    <a16:creationId xmlns:a16="http://schemas.microsoft.com/office/drawing/2014/main" id="{B4859A02-20B6-B33F-3A37-17231D9990E5}"/>
                  </a:ext>
                </a:extLst>
              </p:cNvPr>
              <p:cNvCxnSpPr>
                <a:stCxn id="409" idx="5"/>
                <a:endCxn id="381" idx="1"/>
              </p:cNvCxnSpPr>
              <p:nvPr/>
            </p:nvCxnSpPr>
            <p:spPr>
              <a:xfrm>
                <a:off x="12525471" y="6012955"/>
                <a:ext cx="392100" cy="789300"/>
              </a:xfrm>
              <a:prstGeom prst="straightConnector1">
                <a:avLst/>
              </a:prstGeom>
              <a:noFill/>
              <a:ln w="31750" cap="flat" cmpd="sng">
                <a:solidFill>
                  <a:schemeClr val="accent1"/>
                </a:solidFill>
                <a:prstDash val="solid"/>
                <a:round/>
                <a:headEnd type="none" w="sm" len="sm"/>
                <a:tailEnd type="stealth" w="med" len="med"/>
              </a:ln>
            </p:spPr>
          </p:cxnSp>
          <p:cxnSp>
            <p:nvCxnSpPr>
              <p:cNvPr id="416" name="Google Shape;197;p1">
                <a:extLst>
                  <a:ext uri="{FF2B5EF4-FFF2-40B4-BE49-F238E27FC236}">
                    <a16:creationId xmlns:a16="http://schemas.microsoft.com/office/drawing/2014/main" id="{6DC3985B-2F5C-923D-34B3-3E582A8AFAFD}"/>
                  </a:ext>
                </a:extLst>
              </p:cNvPr>
              <p:cNvCxnSpPr>
                <a:stCxn id="374" idx="6"/>
                <a:endCxn id="379" idx="2"/>
              </p:cNvCxnSpPr>
              <p:nvPr/>
            </p:nvCxnSpPr>
            <p:spPr>
              <a:xfrm>
                <a:off x="12430043" y="5649161"/>
                <a:ext cx="560700" cy="94200"/>
              </a:xfrm>
              <a:prstGeom prst="straightConnector1">
                <a:avLst/>
              </a:prstGeom>
              <a:noFill/>
              <a:ln w="9525" cap="flat" cmpd="sng">
                <a:solidFill>
                  <a:srgbClr val="E4E4E3"/>
                </a:solidFill>
                <a:prstDash val="solid"/>
                <a:round/>
                <a:headEnd type="none" w="sm" len="sm"/>
                <a:tailEnd type="stealth" w="med" len="med"/>
              </a:ln>
            </p:spPr>
          </p:cxnSp>
          <p:cxnSp>
            <p:nvCxnSpPr>
              <p:cNvPr id="417" name="Google Shape;198;p1">
                <a:extLst>
                  <a:ext uri="{FF2B5EF4-FFF2-40B4-BE49-F238E27FC236}">
                    <a16:creationId xmlns:a16="http://schemas.microsoft.com/office/drawing/2014/main" id="{39691DCF-BF9A-C532-8F96-AA86F5FA56F9}"/>
                  </a:ext>
                </a:extLst>
              </p:cNvPr>
              <p:cNvCxnSpPr>
                <a:stCxn id="409" idx="6"/>
                <a:endCxn id="383" idx="2"/>
              </p:cNvCxnSpPr>
              <p:nvPr/>
            </p:nvCxnSpPr>
            <p:spPr>
              <a:xfrm>
                <a:off x="12553633" y="5942951"/>
                <a:ext cx="770400" cy="255300"/>
              </a:xfrm>
              <a:prstGeom prst="straightConnector1">
                <a:avLst/>
              </a:prstGeom>
              <a:noFill/>
              <a:ln w="31750" cap="flat" cmpd="sng">
                <a:solidFill>
                  <a:schemeClr val="accent1"/>
                </a:solidFill>
                <a:prstDash val="solid"/>
                <a:round/>
                <a:headEnd type="none" w="sm" len="sm"/>
                <a:tailEnd type="stealth" w="med" len="med"/>
              </a:ln>
            </p:spPr>
          </p:cxnSp>
          <p:cxnSp>
            <p:nvCxnSpPr>
              <p:cNvPr id="418" name="Google Shape;199;p1">
                <a:extLst>
                  <a:ext uri="{FF2B5EF4-FFF2-40B4-BE49-F238E27FC236}">
                    <a16:creationId xmlns:a16="http://schemas.microsoft.com/office/drawing/2014/main" id="{3AF6D1B5-10E7-538A-20D8-09C995638286}"/>
                  </a:ext>
                </a:extLst>
              </p:cNvPr>
              <p:cNvCxnSpPr>
                <a:stCxn id="409" idx="3"/>
                <a:endCxn id="390" idx="7"/>
              </p:cNvCxnSpPr>
              <p:nvPr/>
            </p:nvCxnSpPr>
            <p:spPr>
              <a:xfrm flipH="1">
                <a:off x="11921495" y="6012955"/>
                <a:ext cx="468000" cy="370200"/>
              </a:xfrm>
              <a:prstGeom prst="straightConnector1">
                <a:avLst/>
              </a:prstGeom>
              <a:noFill/>
              <a:ln w="31750" cap="flat" cmpd="sng">
                <a:solidFill>
                  <a:schemeClr val="accent1"/>
                </a:solidFill>
                <a:prstDash val="solid"/>
                <a:round/>
                <a:headEnd type="none" w="sm" len="sm"/>
                <a:tailEnd type="stealth" w="med" len="med"/>
              </a:ln>
            </p:spPr>
          </p:cxnSp>
          <p:cxnSp>
            <p:nvCxnSpPr>
              <p:cNvPr id="419" name="Google Shape;200;p1">
                <a:extLst>
                  <a:ext uri="{FF2B5EF4-FFF2-40B4-BE49-F238E27FC236}">
                    <a16:creationId xmlns:a16="http://schemas.microsoft.com/office/drawing/2014/main" id="{57428B5B-92F7-F410-3442-502705E8D1D0}"/>
                  </a:ext>
                </a:extLst>
              </p:cNvPr>
              <p:cNvCxnSpPr>
                <a:stCxn id="409" idx="6"/>
                <a:endCxn id="380" idx="1"/>
              </p:cNvCxnSpPr>
              <p:nvPr/>
            </p:nvCxnSpPr>
            <p:spPr>
              <a:xfrm>
                <a:off x="12553633" y="5942951"/>
                <a:ext cx="755400" cy="670800"/>
              </a:xfrm>
              <a:prstGeom prst="straightConnector1">
                <a:avLst/>
              </a:prstGeom>
              <a:noFill/>
              <a:ln w="34925" cap="flat" cmpd="sng">
                <a:solidFill>
                  <a:schemeClr val="accent1"/>
                </a:solidFill>
                <a:prstDash val="solid"/>
                <a:round/>
                <a:headEnd type="none" w="sm" len="sm"/>
                <a:tailEnd type="stealth" w="med" len="med"/>
              </a:ln>
            </p:spPr>
          </p:cxnSp>
        </p:grpSp>
        <p:graphicFrame>
          <p:nvGraphicFramePr>
            <p:cNvPr id="17" name="Table">
              <a:extLst>
                <a:ext uri="{FF2B5EF4-FFF2-40B4-BE49-F238E27FC236}">
                  <a16:creationId xmlns:a16="http://schemas.microsoft.com/office/drawing/2014/main" id="{963FA5A9-B1FA-49BD-B627-FF3D1B485ECD}"/>
                </a:ext>
              </a:extLst>
            </p:cNvPr>
            <p:cNvGraphicFramePr/>
            <p:nvPr/>
          </p:nvGraphicFramePr>
          <p:xfrm>
            <a:off x="5154380" y="6200121"/>
            <a:ext cx="627864" cy="475004"/>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4"/>
                    </a:ext>
                  </a:extLst>
                </a:tr>
              </a:tbl>
            </a:graphicData>
          </a:graphic>
        </p:graphicFrame>
      </p:grpSp>
      <p:sp>
        <p:nvSpPr>
          <p:cNvPr id="11" name="TextBox 10">
            <a:extLst>
              <a:ext uri="{FF2B5EF4-FFF2-40B4-BE49-F238E27FC236}">
                <a16:creationId xmlns:a16="http://schemas.microsoft.com/office/drawing/2014/main" id="{AF7FA83D-2ABD-AC43-7716-8514F4F4D679}"/>
              </a:ext>
            </a:extLst>
          </p:cNvPr>
          <p:cNvSpPr txBox="1"/>
          <p:nvPr/>
        </p:nvSpPr>
        <p:spPr>
          <a:xfrm>
            <a:off x="274319" y="3699618"/>
            <a:ext cx="3291840" cy="156188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t>Kaiaulu downloaders allow different raw data to be obtained. For reference, see refreshers cheatsheet: cheatsheets/refresher-cheatsheet.pdf</a:t>
            </a:r>
          </a:p>
          <a:p>
            <a:endParaRPr lang="en-US" dirty="0"/>
          </a:p>
          <a:p>
            <a:r>
              <a:rPr lang="en-US" sz="1300" dirty="0"/>
              <a:t>1. download_jira_issues()</a:t>
            </a:r>
          </a:p>
          <a:p>
            <a:r>
              <a:rPr lang="en-US" b="0" dirty="0"/>
              <a:t>Downloads JIRA data locally as JSON files.</a:t>
            </a:r>
            <a:endParaRPr lang="en-US" dirty="0"/>
          </a:p>
          <a:p>
            <a:r>
              <a:rPr lang="en-US" sz="1300" dirty="0"/>
              <a:t>2. …</a:t>
            </a:r>
            <a:endParaRPr lang="en-US" b="0" dirty="0"/>
          </a:p>
        </p:txBody>
      </p:sp>
      <p:sp>
        <p:nvSpPr>
          <p:cNvPr id="14" name="TextBox 13">
            <a:extLst>
              <a:ext uri="{FF2B5EF4-FFF2-40B4-BE49-F238E27FC236}">
                <a16:creationId xmlns:a16="http://schemas.microsoft.com/office/drawing/2014/main" id="{9CA56B2A-D1B1-16A4-38EC-DF1E091DB524}"/>
              </a:ext>
            </a:extLst>
          </p:cNvPr>
          <p:cNvSpPr txBox="1"/>
          <p:nvPr/>
        </p:nvSpPr>
        <p:spPr>
          <a:xfrm>
            <a:off x="274320" y="5493289"/>
            <a:ext cx="3291840" cy="199790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t>Parse functions format raw data into structured tables that are reusable across multiple transforms.</a:t>
            </a:r>
          </a:p>
          <a:p>
            <a:endParaRPr lang="en-US" dirty="0"/>
          </a:p>
          <a:p>
            <a:r>
              <a:rPr lang="en-US" sz="1300" dirty="0"/>
              <a:t>1. parse_gitlog()</a:t>
            </a:r>
          </a:p>
          <a:p>
            <a:r>
              <a:rPr lang="en-US" b="0" dirty="0"/>
              <a:t>Parses a git repository into a commit table.</a:t>
            </a:r>
            <a:endParaRPr lang="en-US" dirty="0"/>
          </a:p>
          <a:p>
            <a:r>
              <a:rPr lang="en-US" sz="1300" dirty="0"/>
              <a:t>2. parse_jira_replies()</a:t>
            </a:r>
          </a:p>
          <a:p>
            <a:r>
              <a:rPr lang="en-US" b="0" dirty="0"/>
              <a:t>Parses Jira issue comments into a reply table.</a:t>
            </a:r>
            <a:endParaRPr lang="en-US" sz="1400" dirty="0"/>
          </a:p>
          <a:p>
            <a:r>
              <a:rPr lang="en-US" sz="1300" dirty="0"/>
              <a:t>3. …</a:t>
            </a:r>
            <a:endParaRPr lang="en-US" sz="1300" b="0" dirty="0"/>
          </a:p>
        </p:txBody>
      </p:sp>
      <p:sp>
        <p:nvSpPr>
          <p:cNvPr id="16" name="TextBox 15">
            <a:extLst>
              <a:ext uri="{FF2B5EF4-FFF2-40B4-BE49-F238E27FC236}">
                <a16:creationId xmlns:a16="http://schemas.microsoft.com/office/drawing/2014/main" id="{6B0406FD-75DD-3E77-96DE-C942B7C8EFA2}"/>
              </a:ext>
            </a:extLst>
          </p:cNvPr>
          <p:cNvSpPr txBox="1"/>
          <p:nvPr/>
        </p:nvSpPr>
        <p:spPr>
          <a:xfrm>
            <a:off x="274320" y="7772400"/>
            <a:ext cx="3566160" cy="228600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t>Transform functions construct S3 graph objects from parsed tables by defining nodes, edges, and relationships.</a:t>
            </a:r>
          </a:p>
          <a:p>
            <a:endParaRPr lang="en-US" dirty="0"/>
          </a:p>
          <a:p>
            <a:r>
              <a:rPr lang="en-US" sz="1300" dirty="0"/>
              <a:t>1. transform_gitlog_to_bipartite_network()</a:t>
            </a:r>
          </a:p>
          <a:p>
            <a:r>
              <a:rPr lang="en-US" b="0" dirty="0"/>
              <a:t>Git Log commit table → bipartite graph.</a:t>
            </a:r>
          </a:p>
          <a:p>
            <a:r>
              <a:rPr lang="en-US" sz="1300" dirty="0"/>
              <a:t>2. transform_gitlog_to_multimodal_network()</a:t>
            </a:r>
          </a:p>
          <a:p>
            <a:r>
              <a:rPr lang="en-US" b="0" dirty="0"/>
              <a:t>Git Log commit table → multimodal graph.</a:t>
            </a:r>
          </a:p>
          <a:p>
            <a:r>
              <a:rPr lang="en-US" sz="1300" dirty="0"/>
              <a:t>3. transform_reply_to_bipartite_network()</a:t>
            </a:r>
          </a:p>
          <a:p>
            <a:r>
              <a:rPr lang="en-US" b="0" dirty="0"/>
              <a:t>Reply table → person-issue bipartite graph.</a:t>
            </a:r>
          </a:p>
          <a:p>
            <a:r>
              <a:rPr lang="en-US" sz="1300" dirty="0"/>
              <a:t>4. …</a:t>
            </a:r>
            <a:endParaRPr lang="en-US" sz="1400" b="0" dirty="0"/>
          </a:p>
        </p:txBody>
      </p:sp>
    </p:spTree>
    <p:extLst>
      <p:ext uri="{BB962C8B-B14F-4D97-AF65-F5344CB8AC3E}">
        <p14:creationId xmlns:p14="http://schemas.microsoft.com/office/powerpoint/2010/main" val="1689831817"/>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AE75CB-94B8-D94D-4792-670E2E4F1E3D}"/>
            </a:ext>
          </a:extLst>
        </p:cNvPr>
        <p:cNvGrpSpPr/>
        <p:nvPr/>
      </p:nvGrpSpPr>
      <p:grpSpPr>
        <a:xfrm>
          <a:off x="0" y="0"/>
          <a:ext cx="0" cy="0"/>
          <a:chOff x="0" y="0"/>
          <a:chExt cx="0" cy="0"/>
        </a:xfrm>
      </p:grpSpPr>
      <p:sp>
        <p:nvSpPr>
          <p:cNvPr id="447" name="TextBox 446">
            <a:extLst>
              <a:ext uri="{FF2B5EF4-FFF2-40B4-BE49-F238E27FC236}">
                <a16:creationId xmlns:a16="http://schemas.microsoft.com/office/drawing/2014/main" id="{CB52EFD3-14B3-CC6B-3593-435986ECCE54}"/>
              </a:ext>
            </a:extLst>
          </p:cNvPr>
          <p:cNvSpPr txBox="1"/>
          <p:nvPr/>
        </p:nvSpPr>
        <p:spPr>
          <a:xfrm>
            <a:off x="3840480" y="2004091"/>
            <a:ext cx="670876"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dirty="0">
                <a:ln>
                  <a:noFill/>
                </a:ln>
                <a:solidFill>
                  <a:srgbClr val="4C4C4C"/>
                </a:solidFill>
                <a:effectLst/>
                <a:uFillTx/>
                <a:sym typeface="Source Sans Pro"/>
              </a:rPr>
              <a:t>Raw Data</a:t>
            </a:r>
          </a:p>
        </p:txBody>
      </p:sp>
      <p:sp>
        <p:nvSpPr>
          <p:cNvPr id="512" name="TextBox 511">
            <a:extLst>
              <a:ext uri="{FF2B5EF4-FFF2-40B4-BE49-F238E27FC236}">
                <a16:creationId xmlns:a16="http://schemas.microsoft.com/office/drawing/2014/main" id="{00175A15-8CCF-2D74-A709-B7D5E49F1DD2}"/>
              </a:ext>
            </a:extLst>
          </p:cNvPr>
          <p:cNvSpPr txBox="1"/>
          <p:nvPr/>
        </p:nvSpPr>
        <p:spPr>
          <a:xfrm>
            <a:off x="3840480" y="2877765"/>
            <a:ext cx="670876" cy="443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Tabular Data</a:t>
            </a:r>
            <a:endParaRPr kumimoji="0" lang="en-US" sz="1000" b="0" i="0" u="none" strike="noStrike" cap="none" spc="0" normalizeH="0" baseline="0" dirty="0">
              <a:ln>
                <a:noFill/>
              </a:ln>
              <a:solidFill>
                <a:srgbClr val="4C4C4C"/>
              </a:solidFill>
              <a:effectLst/>
              <a:uFillTx/>
              <a:sym typeface="Source Sans Pro"/>
            </a:endParaRPr>
          </a:p>
        </p:txBody>
      </p:sp>
      <p:sp>
        <p:nvSpPr>
          <p:cNvPr id="515" name="TextBox 514">
            <a:extLst>
              <a:ext uri="{FF2B5EF4-FFF2-40B4-BE49-F238E27FC236}">
                <a16:creationId xmlns:a16="http://schemas.microsoft.com/office/drawing/2014/main" id="{92715091-098C-BA22-1EF1-6A8A3B3B7001}"/>
              </a:ext>
            </a:extLst>
          </p:cNvPr>
          <p:cNvSpPr txBox="1"/>
          <p:nvPr/>
        </p:nvSpPr>
        <p:spPr>
          <a:xfrm>
            <a:off x="3840480" y="6652009"/>
            <a:ext cx="670876" cy="443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dirty="0">
                <a:ln>
                  <a:noFill/>
                </a:ln>
                <a:solidFill>
                  <a:srgbClr val="4C4C4C"/>
                </a:solidFill>
                <a:effectLst/>
                <a:uFillTx/>
                <a:sym typeface="Source Sans Pro"/>
              </a:rPr>
              <a:t>S3 Graph API</a:t>
            </a:r>
          </a:p>
        </p:txBody>
      </p:sp>
      <p:sp>
        <p:nvSpPr>
          <p:cNvPr id="516" name="TextBox 515">
            <a:extLst>
              <a:ext uri="{FF2B5EF4-FFF2-40B4-BE49-F238E27FC236}">
                <a16:creationId xmlns:a16="http://schemas.microsoft.com/office/drawing/2014/main" id="{FB00A6E2-6F18-1C4F-E0CF-D0C2F298C719}"/>
              </a:ext>
            </a:extLst>
          </p:cNvPr>
          <p:cNvSpPr txBox="1"/>
          <p:nvPr/>
        </p:nvSpPr>
        <p:spPr>
          <a:xfrm>
            <a:off x="3840480" y="8209269"/>
            <a:ext cx="670876" cy="443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dirty="0">
                <a:ln>
                  <a:noFill/>
                </a:ln>
                <a:solidFill>
                  <a:srgbClr val="4C4C4C"/>
                </a:solidFill>
                <a:effectLst/>
                <a:uFillTx/>
                <a:sym typeface="Source Sans Pro"/>
              </a:rPr>
              <a:t>Graph Export</a:t>
            </a:r>
          </a:p>
        </p:txBody>
      </p:sp>
      <p:sp>
        <p:nvSpPr>
          <p:cNvPr id="7" name="TextBox 6">
            <a:extLst>
              <a:ext uri="{FF2B5EF4-FFF2-40B4-BE49-F238E27FC236}">
                <a16:creationId xmlns:a16="http://schemas.microsoft.com/office/drawing/2014/main" id="{B77E5AED-F21D-F3C8-54E5-14C8DAA2492C}"/>
              </a:ext>
            </a:extLst>
          </p:cNvPr>
          <p:cNvSpPr txBox="1"/>
          <p:nvPr/>
        </p:nvSpPr>
        <p:spPr>
          <a:xfrm>
            <a:off x="9875520" y="3840480"/>
            <a:ext cx="4177348" cy="402336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t>S3 methods execute the correct behavior based on the graph's class, allowing for analyses functions to work regardless of the data’s origin.</a:t>
            </a:r>
          </a:p>
          <a:p>
            <a:endParaRPr lang="en-US" b="0" dirty="0"/>
          </a:p>
          <a:p>
            <a:r>
              <a:rPr lang="en-US" b="0" dirty="0"/>
              <a:t>Examples of S3 Generic Functions:</a:t>
            </a:r>
            <a:endParaRPr lang="en-US" dirty="0"/>
          </a:p>
          <a:p>
            <a:r>
              <a:rPr lang="en-US" sz="1300" dirty="0"/>
              <a:t>1. bipartite_graph_projection()</a:t>
            </a:r>
          </a:p>
          <a:p>
            <a:r>
              <a:rPr lang="en-US" b="0" dirty="0"/>
              <a:t>Performs bipartite projection on multimodal graphs.</a:t>
            </a:r>
            <a:endParaRPr lang="en-US" sz="1300" dirty="0"/>
          </a:p>
          <a:p>
            <a:r>
              <a:rPr lang="en-US" sz="1300" dirty="0"/>
              <a:t>2. temporal_graph_projection()</a:t>
            </a:r>
          </a:p>
          <a:p>
            <a:r>
              <a:rPr lang="en-US" b="0" dirty="0"/>
              <a:t>Performs temporal projection on multimodal graphs.</a:t>
            </a:r>
            <a:endParaRPr lang="en-US" sz="1300" dirty="0"/>
          </a:p>
          <a:p>
            <a:r>
              <a:rPr lang="en-US" sz="1300" dirty="0"/>
              <a:t>3. community_oslom()</a:t>
            </a:r>
          </a:p>
          <a:p>
            <a:r>
              <a:rPr lang="en-US" b="0" dirty="0"/>
              <a:t>Runs OSLOM community detection on a graph.</a:t>
            </a:r>
          </a:p>
          <a:p>
            <a:r>
              <a:rPr lang="en-US" sz="1300" dirty="0"/>
              <a:t>4. graph_to_dsmj()</a:t>
            </a:r>
          </a:p>
          <a:p>
            <a:r>
              <a:rPr lang="en-US" b="0" dirty="0"/>
              <a:t>Exports graph to a .dsmj file.</a:t>
            </a:r>
            <a:endParaRPr lang="en-US" dirty="0"/>
          </a:p>
          <a:p>
            <a:pPr marL="0" marR="0" indent="0" algn="l" defTabSz="584200" rtl="0" fontAlgn="auto" latinLnBrk="0" hangingPunct="0">
              <a:lnSpc>
                <a:spcPct val="100000"/>
              </a:lnSpc>
              <a:spcBef>
                <a:spcPts val="200"/>
              </a:spcBef>
              <a:spcAft>
                <a:spcPts val="0"/>
              </a:spcAft>
              <a:buClrTx/>
              <a:buSzTx/>
              <a:buFontTx/>
              <a:buNone/>
              <a:tabLst/>
            </a:pPr>
            <a:endParaRPr lang="en-US" dirty="0"/>
          </a:p>
          <a:p>
            <a:r>
              <a:rPr lang="en-US" b="0" dirty="0"/>
              <a:t>Example of S3 Auxiliary Functions:</a:t>
            </a:r>
            <a:endParaRPr lang="en-US" dirty="0"/>
          </a:p>
          <a:p>
            <a:r>
              <a:rPr lang="en-US" sz="1300" dirty="0"/>
              <a:t>5. subset_bipartite_from_multimodal()</a:t>
            </a:r>
          </a:p>
          <a:p>
            <a:r>
              <a:rPr lang="en-US" b="0" dirty="0"/>
              <a:t>Slices a bipartite graph from a multimodal graph.</a:t>
            </a:r>
          </a:p>
          <a:p>
            <a:r>
              <a:rPr lang="en-US" sz="1300" dirty="0"/>
              <a:t>6. get_bidirected_edges()</a:t>
            </a:r>
          </a:p>
          <a:p>
            <a:r>
              <a:rPr lang="en-US" b="0" dirty="0"/>
              <a:t>Returns all mutual edge pairs from a graph.</a:t>
            </a:r>
          </a:p>
        </p:txBody>
      </p:sp>
      <p:sp>
        <p:nvSpPr>
          <p:cNvPr id="514" name="TextBox 513">
            <a:extLst>
              <a:ext uri="{FF2B5EF4-FFF2-40B4-BE49-F238E27FC236}">
                <a16:creationId xmlns:a16="http://schemas.microsoft.com/office/drawing/2014/main" id="{A6A38651-6143-58E0-A426-291742B7F63E}"/>
              </a:ext>
            </a:extLst>
          </p:cNvPr>
          <p:cNvSpPr txBox="1"/>
          <p:nvPr/>
        </p:nvSpPr>
        <p:spPr>
          <a:xfrm>
            <a:off x="3840480" y="5027556"/>
            <a:ext cx="670876" cy="443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dirty="0">
                <a:ln>
                  <a:noFill/>
                </a:ln>
                <a:solidFill>
                  <a:srgbClr val="4C4C4C"/>
                </a:solidFill>
                <a:effectLst/>
                <a:uFillTx/>
                <a:sym typeface="Source Sans Pro"/>
              </a:rPr>
              <a:t>S3 Graph Class</a:t>
            </a:r>
          </a:p>
        </p:txBody>
      </p:sp>
      <p:pic>
        <p:nvPicPr>
          <p:cNvPr id="292" name="Image" descr="Image">
            <a:extLst>
              <a:ext uri="{FF2B5EF4-FFF2-40B4-BE49-F238E27FC236}">
                <a16:creationId xmlns:a16="http://schemas.microsoft.com/office/drawing/2014/main" id="{D412143F-8C0B-8E9F-6A3D-7E14A3B531CE}"/>
              </a:ext>
            </a:extLst>
          </p:cNvPr>
          <p:cNvPicPr>
            <a:picLocks noChangeAspect="1"/>
          </p:cNvPicPr>
          <p:nvPr/>
        </p:nvPicPr>
        <p:blipFill>
          <a:blip r:embed="rId3"/>
          <a:stretch>
            <a:fillRect/>
          </a:stretch>
        </p:blipFill>
        <p:spPr>
          <a:xfrm>
            <a:off x="8867009" y="-681823"/>
            <a:ext cx="5121226" cy="2990088"/>
          </a:xfrm>
          <a:prstGeom prst="rect">
            <a:avLst/>
          </a:prstGeom>
          <a:ln w="12700">
            <a:miter lim="400000"/>
          </a:ln>
        </p:spPr>
      </p:pic>
      <p:sp>
        <p:nvSpPr>
          <p:cNvPr id="312" name="Line">
            <a:extLst>
              <a:ext uri="{FF2B5EF4-FFF2-40B4-BE49-F238E27FC236}">
                <a16:creationId xmlns:a16="http://schemas.microsoft.com/office/drawing/2014/main" id="{C11ACDA3-A330-A7FC-35FF-39E6F1C972A8}"/>
              </a:ext>
            </a:extLst>
          </p:cNvPr>
          <p:cNvSpPr/>
          <p:nvPr/>
        </p:nvSpPr>
        <p:spPr>
          <a:xfrm flipV="1">
            <a:off x="213255" y="10296246"/>
            <a:ext cx="13462982" cy="39499"/>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313" name="YOUR LOGO…">
            <a:extLst>
              <a:ext uri="{FF2B5EF4-FFF2-40B4-BE49-F238E27FC236}">
                <a16:creationId xmlns:a16="http://schemas.microsoft.com/office/drawing/2014/main" id="{7AF3A487-ABDE-7E86-C609-05D77F192B61}"/>
              </a:ext>
            </a:extLst>
          </p:cNvPr>
          <p:cNvSpPr/>
          <p:nvPr/>
        </p:nvSpPr>
        <p:spPr>
          <a:xfrm>
            <a:off x="170343" y="10207710"/>
            <a:ext cx="1757945" cy="528270"/>
          </a:xfrm>
          <a:prstGeom prst="roundRect">
            <a:avLst>
              <a:gd name="adj" fmla="val 36061"/>
            </a:avLst>
          </a:prstGeom>
          <a:solidFill>
            <a:srgbClr val="FFFFFF"/>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lstStyle/>
          <a:p>
            <a:pPr algn="ctr">
              <a:lnSpc>
                <a:spcPct val="90000"/>
              </a:lnSpc>
              <a:spcBef>
                <a:spcPts val="0"/>
              </a:spcBef>
              <a:defRPr>
                <a:solidFill>
                  <a:srgbClr val="407AAA"/>
                </a:solidFill>
                <a:latin typeface="Helvetica Neue"/>
                <a:ea typeface="Helvetica Neue"/>
                <a:cs typeface="Helvetica Neue"/>
                <a:sym typeface="Helvetica Neue"/>
              </a:defRPr>
            </a:pPr>
            <a:r>
              <a:rPr lang="en-US" sz="2400" dirty="0"/>
              <a:t>Kaiāulu</a:t>
            </a:r>
            <a:endParaRPr sz="2400" dirty="0"/>
          </a:p>
        </p:txBody>
      </p:sp>
      <p:sp>
        <p:nvSpPr>
          <p:cNvPr id="334" name="Three Column Layout: : CHEAT SHEET">
            <a:extLst>
              <a:ext uri="{FF2B5EF4-FFF2-40B4-BE49-F238E27FC236}">
                <a16:creationId xmlns:a16="http://schemas.microsoft.com/office/drawing/2014/main" id="{6B65408F-2C85-7530-C56E-E5ABBD2AA71E}"/>
              </a:ext>
            </a:extLst>
          </p:cNvPr>
          <p:cNvSpPr txBox="1">
            <a:spLocks noGrp="1"/>
          </p:cNvSpPr>
          <p:nvPr>
            <p:ph type="title"/>
          </p:nvPr>
        </p:nvSpPr>
        <p:spPr>
          <a:xfrm>
            <a:off x="275721" y="361177"/>
            <a:ext cx="10898129" cy="803346"/>
          </a:xfrm>
          <a:prstGeom prst="rect">
            <a:avLst/>
          </a:prstGeom>
        </p:spPr>
        <p:txBody>
          <a:bodyPr lIns="0" tIns="0" rIns="0" bIns="0" anchor="t"/>
          <a:lstStyle/>
          <a:p>
            <a:r>
              <a:rPr lang="en-US" dirty="0"/>
              <a:t>Network Transform</a:t>
            </a:r>
            <a:r>
              <a:rPr dirty="0"/>
              <a:t>: : </a:t>
            </a:r>
            <a:r>
              <a:rPr sz="3300" dirty="0">
                <a:latin typeface="Source Sans Pro Semibold"/>
                <a:ea typeface="Source Sans Pro Semibold"/>
                <a:cs typeface="Source Sans Pro Semibold"/>
                <a:sym typeface="Source Sans Pro Semibold"/>
              </a:rPr>
              <a:t>CHEAT SHEET</a:t>
            </a:r>
            <a:r>
              <a:rPr dirty="0"/>
              <a:t> </a:t>
            </a:r>
          </a:p>
        </p:txBody>
      </p:sp>
      <p:sp>
        <p:nvSpPr>
          <p:cNvPr id="384" name="Layout Suggestions">
            <a:extLst>
              <a:ext uri="{FF2B5EF4-FFF2-40B4-BE49-F238E27FC236}">
                <a16:creationId xmlns:a16="http://schemas.microsoft.com/office/drawing/2014/main" id="{4453C3E4-42A9-B61F-8214-74E6D6EF2559}"/>
              </a:ext>
            </a:extLst>
          </p:cNvPr>
          <p:cNvSpPr txBox="1"/>
          <p:nvPr/>
        </p:nvSpPr>
        <p:spPr>
          <a:xfrm>
            <a:off x="275721" y="1459299"/>
            <a:ext cx="1349729"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t>About</a:t>
            </a:r>
            <a:endParaRPr dirty="0"/>
          </a:p>
        </p:txBody>
      </p:sp>
      <p:pic>
        <p:nvPicPr>
          <p:cNvPr id="8" name="Picture 7" descr="A picture containing text&#10;&#10;Description automatically generated">
            <a:extLst>
              <a:ext uri="{FF2B5EF4-FFF2-40B4-BE49-F238E27FC236}">
                <a16:creationId xmlns:a16="http://schemas.microsoft.com/office/drawing/2014/main" id="{CBA9E0E7-A9EB-DFF3-2296-C97A3DD3792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214310" y="122459"/>
            <a:ext cx="1443262" cy="1676046"/>
          </a:xfrm>
          <a:prstGeom prst="rect">
            <a:avLst/>
          </a:prstGeom>
        </p:spPr>
      </p:pic>
      <p:sp>
        <p:nvSpPr>
          <p:cNvPr id="501" name="TextBox 500">
            <a:extLst>
              <a:ext uri="{FF2B5EF4-FFF2-40B4-BE49-F238E27FC236}">
                <a16:creationId xmlns:a16="http://schemas.microsoft.com/office/drawing/2014/main" id="{2F2FF23E-9199-57EA-026B-924449FE61BB}"/>
              </a:ext>
            </a:extLst>
          </p:cNvPr>
          <p:cNvSpPr txBox="1"/>
          <p:nvPr/>
        </p:nvSpPr>
        <p:spPr>
          <a:xfrm>
            <a:off x="274319" y="1661397"/>
            <a:ext cx="3284761" cy="1797847"/>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err="1"/>
              <a:t>Kaiaulu’s</a:t>
            </a:r>
            <a:r>
              <a:rPr lang="en-US" b="0" dirty="0"/>
              <a:t> graph module unifies a variety of data sources (e.g. git logs, mailing lists) in a consistent </a:t>
            </a:r>
            <a:r>
              <a:rPr lang="en-US" b="0"/>
              <a:t>object-oriented structure </a:t>
            </a:r>
            <a:r>
              <a:rPr lang="en-US" b="0" dirty="0"/>
              <a:t>using S3 (R's object-oriented system). This abstraction allows future graph functions to be de-coupled from the data source. Graph functions will also apply the correct transformations depending on the graph object being passed as parameter (similarly to a print() function).</a:t>
            </a:r>
            <a:endParaRPr kumimoji="0" lang="en-US" b="0" i="0" u="none" strike="noStrike" cap="none" spc="0" normalizeH="0" dirty="0">
              <a:ln>
                <a:noFill/>
              </a:ln>
              <a:effectLst/>
              <a:uFillTx/>
              <a:latin typeface="Source Sans Pro" panose="020B0503030403020204" pitchFamily="34" charset="0"/>
              <a:ea typeface="Source Sans Pro" panose="020B0503030403020204" pitchFamily="34" charset="0"/>
              <a:sym typeface="Source Sans Pro"/>
            </a:endParaRPr>
          </a:p>
        </p:txBody>
      </p:sp>
      <p:sp>
        <p:nvSpPr>
          <p:cNvPr id="424" name="Layout Suggestions">
            <a:extLst>
              <a:ext uri="{FF2B5EF4-FFF2-40B4-BE49-F238E27FC236}">
                <a16:creationId xmlns:a16="http://schemas.microsoft.com/office/drawing/2014/main" id="{D8B9ADEC-CA83-2673-D6C2-A2E2EE9D874C}"/>
              </a:ext>
            </a:extLst>
          </p:cNvPr>
          <p:cNvSpPr txBox="1"/>
          <p:nvPr/>
        </p:nvSpPr>
        <p:spPr>
          <a:xfrm>
            <a:off x="4937760" y="1463040"/>
            <a:ext cx="3892248"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t>Network Transform Pipeline</a:t>
            </a:r>
            <a:endParaRPr dirty="0"/>
          </a:p>
        </p:txBody>
      </p:sp>
      <p:cxnSp>
        <p:nvCxnSpPr>
          <p:cNvPr id="510" name="Elbow Connector 509">
            <a:extLst>
              <a:ext uri="{FF2B5EF4-FFF2-40B4-BE49-F238E27FC236}">
                <a16:creationId xmlns:a16="http://schemas.microsoft.com/office/drawing/2014/main" id="{E8C57EA0-3E21-7D0A-382E-548B3351106F}"/>
              </a:ext>
            </a:extLst>
          </p:cNvPr>
          <p:cNvCxnSpPr>
            <a:cxnSpLocks/>
            <a:endCxn id="6" idx="1"/>
          </p:cNvCxnSpPr>
          <p:nvPr/>
        </p:nvCxnSpPr>
        <p:spPr>
          <a:xfrm flipV="1">
            <a:off x="8102322" y="1629314"/>
            <a:ext cx="1773198" cy="3659017"/>
          </a:xfrm>
          <a:prstGeom prst="bentConnector3">
            <a:avLst>
              <a:gd name="adj1" fmla="val 50000"/>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23" name="Elbow Connector 322">
            <a:extLst>
              <a:ext uri="{FF2B5EF4-FFF2-40B4-BE49-F238E27FC236}">
                <a16:creationId xmlns:a16="http://schemas.microsoft.com/office/drawing/2014/main" id="{D62725E0-088E-28DD-C11C-92446A1680A3}"/>
              </a:ext>
            </a:extLst>
          </p:cNvPr>
          <p:cNvCxnSpPr>
            <a:cxnSpLocks/>
          </p:cNvCxnSpPr>
          <p:nvPr/>
        </p:nvCxnSpPr>
        <p:spPr>
          <a:xfrm rot="16200000" flipV="1">
            <a:off x="4503491" y="8322064"/>
            <a:ext cx="1504272" cy="4430"/>
          </a:xfrm>
          <a:prstGeom prst="bentConnector3">
            <a:avLst>
              <a:gd name="adj1" fmla="val 50000"/>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326" name="Manipulate Variables">
            <a:extLst>
              <a:ext uri="{FF2B5EF4-FFF2-40B4-BE49-F238E27FC236}">
                <a16:creationId xmlns:a16="http://schemas.microsoft.com/office/drawing/2014/main" id="{2F9498C8-3307-19D4-3FFB-BEE8A00DCD6C}"/>
              </a:ext>
            </a:extLst>
          </p:cNvPr>
          <p:cNvSpPr txBox="1"/>
          <p:nvPr/>
        </p:nvSpPr>
        <p:spPr>
          <a:xfrm>
            <a:off x="274320" y="7498080"/>
            <a:ext cx="1825821"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Transformers</a:t>
            </a:r>
            <a:endParaRPr dirty="0"/>
          </a:p>
        </p:txBody>
      </p:sp>
      <p:sp>
        <p:nvSpPr>
          <p:cNvPr id="421" name="Manipulate Variables">
            <a:extLst>
              <a:ext uri="{FF2B5EF4-FFF2-40B4-BE49-F238E27FC236}">
                <a16:creationId xmlns:a16="http://schemas.microsoft.com/office/drawing/2014/main" id="{FA72E449-20FE-F250-AC94-A5497D4C26C8}"/>
              </a:ext>
            </a:extLst>
          </p:cNvPr>
          <p:cNvSpPr txBox="1"/>
          <p:nvPr/>
        </p:nvSpPr>
        <p:spPr>
          <a:xfrm>
            <a:off x="9875520" y="8321040"/>
            <a:ext cx="3085781"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Custom Graph Weights</a:t>
            </a:r>
            <a:endParaRPr dirty="0"/>
          </a:p>
        </p:txBody>
      </p:sp>
      <p:sp>
        <p:nvSpPr>
          <p:cNvPr id="426" name="TextBox 425">
            <a:extLst>
              <a:ext uri="{FF2B5EF4-FFF2-40B4-BE49-F238E27FC236}">
                <a16:creationId xmlns:a16="http://schemas.microsoft.com/office/drawing/2014/main" id="{2DDA2A86-B769-8136-86EB-0CFF91555CF0}"/>
              </a:ext>
            </a:extLst>
          </p:cNvPr>
          <p:cNvSpPr txBox="1"/>
          <p:nvPr/>
        </p:nvSpPr>
        <p:spPr>
          <a:xfrm>
            <a:off x="9875520" y="8595360"/>
            <a:ext cx="4138222" cy="146304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latin typeface="Source Sans Pro" panose="020B0503030403020204" pitchFamily="34" charset="0"/>
                <a:ea typeface="Source Sans Pro" panose="020B0503030403020204" pitchFamily="34" charset="0"/>
              </a:rPr>
              <a:t>Any numeric value — such as sentiment scores or custom weight schemes — can be assigned as edge </a:t>
            </a:r>
            <a:r>
              <a:rPr lang="en-US" dirty="0">
                <a:solidFill>
                  <a:schemeClr val="accent1"/>
                </a:solidFill>
                <a:latin typeface="Source Sans Pro" panose="020B0503030403020204" pitchFamily="34" charset="0"/>
                <a:ea typeface="Source Sans Pro" panose="020B0503030403020204" pitchFamily="34" charset="0"/>
              </a:rPr>
              <a:t>weights</a:t>
            </a:r>
            <a:r>
              <a:rPr lang="en-US" b="0" dirty="0">
                <a:latin typeface="Source Sans Pro" panose="020B0503030403020204" pitchFamily="34" charset="0"/>
                <a:ea typeface="Source Sans Pro" panose="020B0503030403020204" pitchFamily="34" charset="0"/>
              </a:rPr>
              <a:t> without modifying any existing transforms.</a:t>
            </a:r>
          </a:p>
          <a:p>
            <a:endParaRPr kumimoji="0" lang="en-US" b="0" i="0" u="none" strike="noStrike" cap="none" spc="0" normalizeH="0" baseline="0" dirty="0">
              <a:ln>
                <a:noFill/>
              </a:ln>
              <a:solidFill>
                <a:srgbClr val="4C4C4C"/>
              </a:solidFill>
              <a:effectLst/>
              <a:uFillTx/>
              <a:latin typeface="Source Sans Pro" panose="020B0503030403020204" pitchFamily="34" charset="0"/>
              <a:ea typeface="Source Sans Pro" panose="020B0503030403020204" pitchFamily="34" charset="0"/>
              <a:sym typeface="Source Sans Pro"/>
            </a:endParaRPr>
          </a:p>
          <a:p>
            <a:r>
              <a:rPr lang="en-US" sz="1300" dirty="0"/>
              <a:t>1. transform_reply_to_bipartite_network(</a:t>
            </a:r>
            <a:r>
              <a:rPr lang="en-US" sz="1400" dirty="0">
                <a:solidFill>
                  <a:schemeClr val="accent1"/>
                </a:solidFill>
              </a:rPr>
              <a:t>weight</a:t>
            </a:r>
            <a:r>
              <a:rPr lang="en-US" sz="1300" dirty="0"/>
              <a:t>, …)</a:t>
            </a:r>
          </a:p>
          <a:p>
            <a:r>
              <a:rPr lang="en-US" sz="1300" dirty="0"/>
              <a:t>2. transform_gitlog_to_bipartite_network(</a:t>
            </a:r>
            <a:r>
              <a:rPr lang="en-US" sz="1400" dirty="0">
                <a:solidFill>
                  <a:schemeClr val="accent1"/>
                </a:solidFill>
              </a:rPr>
              <a:t>weight</a:t>
            </a:r>
            <a:r>
              <a:rPr lang="en-US" sz="1300" dirty="0"/>
              <a:t>, …)</a:t>
            </a:r>
          </a:p>
          <a:p>
            <a:r>
              <a:rPr lang="en-US" sz="1300" dirty="0"/>
              <a:t>3. …</a:t>
            </a:r>
          </a:p>
        </p:txBody>
      </p:sp>
      <p:sp>
        <p:nvSpPr>
          <p:cNvPr id="6" name="Manipulate Variables">
            <a:extLst>
              <a:ext uri="{FF2B5EF4-FFF2-40B4-BE49-F238E27FC236}">
                <a16:creationId xmlns:a16="http://schemas.microsoft.com/office/drawing/2014/main" id="{D9CD50D7-683A-4B82-527A-E84ACEE9860B}"/>
              </a:ext>
            </a:extLst>
          </p:cNvPr>
          <p:cNvSpPr txBox="1"/>
          <p:nvPr/>
        </p:nvSpPr>
        <p:spPr>
          <a:xfrm>
            <a:off x="9875520" y="1459299"/>
            <a:ext cx="2644955"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Graph Constructors</a:t>
            </a:r>
            <a:endParaRPr dirty="0"/>
          </a:p>
        </p:txBody>
      </p:sp>
      <p:sp>
        <p:nvSpPr>
          <p:cNvPr id="10" name="Manipulate Variables">
            <a:extLst>
              <a:ext uri="{FF2B5EF4-FFF2-40B4-BE49-F238E27FC236}">
                <a16:creationId xmlns:a16="http://schemas.microsoft.com/office/drawing/2014/main" id="{BC8E8649-E6DB-14B3-DA18-C77D4490374E}"/>
              </a:ext>
            </a:extLst>
          </p:cNvPr>
          <p:cNvSpPr txBox="1"/>
          <p:nvPr/>
        </p:nvSpPr>
        <p:spPr>
          <a:xfrm>
            <a:off x="9875520" y="3566160"/>
            <a:ext cx="1808187"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S3 Functions</a:t>
            </a:r>
            <a:endParaRPr dirty="0"/>
          </a:p>
        </p:txBody>
      </p:sp>
      <p:sp>
        <p:nvSpPr>
          <p:cNvPr id="488" name="Manipulate Variables">
            <a:extLst>
              <a:ext uri="{FF2B5EF4-FFF2-40B4-BE49-F238E27FC236}">
                <a16:creationId xmlns:a16="http://schemas.microsoft.com/office/drawing/2014/main" id="{A19A1B5F-591A-91BC-4C56-1DDE109EAE59}"/>
              </a:ext>
            </a:extLst>
          </p:cNvPr>
          <p:cNvSpPr txBox="1"/>
          <p:nvPr/>
        </p:nvSpPr>
        <p:spPr>
          <a:xfrm>
            <a:off x="274320" y="5303520"/>
            <a:ext cx="1017907"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Parsers</a:t>
            </a:r>
            <a:endParaRPr dirty="0"/>
          </a:p>
        </p:txBody>
      </p:sp>
      <p:sp>
        <p:nvSpPr>
          <p:cNvPr id="2" name="TextBox 1">
            <a:extLst>
              <a:ext uri="{FF2B5EF4-FFF2-40B4-BE49-F238E27FC236}">
                <a16:creationId xmlns:a16="http://schemas.microsoft.com/office/drawing/2014/main" id="{AF3DD7FE-1D2F-33B5-E486-E1B17606F920}"/>
              </a:ext>
            </a:extLst>
          </p:cNvPr>
          <p:cNvSpPr txBox="1"/>
          <p:nvPr/>
        </p:nvSpPr>
        <p:spPr>
          <a:xfrm>
            <a:off x="9875520" y="1675114"/>
            <a:ext cx="4177348" cy="158753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t>Transformers utilize a graph structure which generalizes different types of graphs, regardless of their data source.</a:t>
            </a:r>
          </a:p>
          <a:p>
            <a:endParaRPr lang="en-US" dirty="0"/>
          </a:p>
          <a:p>
            <a:r>
              <a:rPr lang="en-US" sz="1300" dirty="0"/>
              <a:t>1. model_unimodal_graph()</a:t>
            </a:r>
          </a:p>
          <a:p>
            <a:r>
              <a:rPr lang="en-US" b="0" dirty="0"/>
              <a:t>Represents a unimodal graph.</a:t>
            </a:r>
            <a:endParaRPr lang="en-US" dirty="0"/>
          </a:p>
          <a:p>
            <a:r>
              <a:rPr lang="en-US" sz="1300" dirty="0"/>
              <a:t>2. model_multimodal_graph()</a:t>
            </a:r>
          </a:p>
          <a:p>
            <a:r>
              <a:rPr lang="en-US" b="0" dirty="0"/>
              <a:t>Represents a multimodal graph.</a:t>
            </a:r>
          </a:p>
        </p:txBody>
      </p:sp>
      <p:cxnSp>
        <p:nvCxnSpPr>
          <p:cNvPr id="43" name="Elbow Connector 42">
            <a:extLst>
              <a:ext uri="{FF2B5EF4-FFF2-40B4-BE49-F238E27FC236}">
                <a16:creationId xmlns:a16="http://schemas.microsoft.com/office/drawing/2014/main" id="{D1D414F4-2453-F882-726F-688250CFFF9A}"/>
              </a:ext>
            </a:extLst>
          </p:cNvPr>
          <p:cNvCxnSpPr>
            <a:cxnSpLocks/>
            <a:stCxn id="257" idx="3"/>
          </p:cNvCxnSpPr>
          <p:nvPr/>
        </p:nvCxnSpPr>
        <p:spPr>
          <a:xfrm flipV="1">
            <a:off x="7241179" y="6255621"/>
            <a:ext cx="2634341" cy="2472576"/>
          </a:xfrm>
          <a:prstGeom prst="bentConnector3">
            <a:avLst>
              <a:gd name="adj1" fmla="val 87908"/>
            </a:avLst>
          </a:prstGeom>
          <a:noFill/>
          <a:ln w="127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90" name="Elbow Connector 489">
            <a:extLst>
              <a:ext uri="{FF2B5EF4-FFF2-40B4-BE49-F238E27FC236}">
                <a16:creationId xmlns:a16="http://schemas.microsoft.com/office/drawing/2014/main" id="{28BABB3F-6289-4947-355B-11FACA129A9F}"/>
              </a:ext>
            </a:extLst>
          </p:cNvPr>
          <p:cNvCxnSpPr>
            <a:cxnSpLocks/>
            <a:endCxn id="10" idx="1"/>
          </p:cNvCxnSpPr>
          <p:nvPr/>
        </p:nvCxnSpPr>
        <p:spPr>
          <a:xfrm flipV="1">
            <a:off x="9277609" y="3736175"/>
            <a:ext cx="597911" cy="3238528"/>
          </a:xfrm>
          <a:prstGeom prst="bentConnector3">
            <a:avLst>
              <a:gd name="adj1" fmla="val 21325"/>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grpSp>
        <p:nvGrpSpPr>
          <p:cNvPr id="267" name="Google Shape;156;p1">
            <a:extLst>
              <a:ext uri="{FF2B5EF4-FFF2-40B4-BE49-F238E27FC236}">
                <a16:creationId xmlns:a16="http://schemas.microsoft.com/office/drawing/2014/main" id="{0200B923-6526-C1CE-2C0F-F6780D010CD9}"/>
              </a:ext>
            </a:extLst>
          </p:cNvPr>
          <p:cNvGrpSpPr/>
          <p:nvPr/>
        </p:nvGrpSpPr>
        <p:grpSpPr>
          <a:xfrm>
            <a:off x="5817574" y="4638565"/>
            <a:ext cx="2196419" cy="1216823"/>
            <a:chOff x="10592773" y="5229745"/>
            <a:chExt cx="3298954" cy="1741391"/>
          </a:xfrm>
          <a:solidFill>
            <a:schemeClr val="tx1"/>
          </a:solidFill>
        </p:grpSpPr>
        <p:sp>
          <p:nvSpPr>
            <p:cNvPr id="268" name="Google Shape;157;p1">
              <a:extLst>
                <a:ext uri="{FF2B5EF4-FFF2-40B4-BE49-F238E27FC236}">
                  <a16:creationId xmlns:a16="http://schemas.microsoft.com/office/drawing/2014/main" id="{80549F22-C576-CE4B-6B43-EE1415571467}"/>
                </a:ext>
              </a:extLst>
            </p:cNvPr>
            <p:cNvSpPr/>
            <p:nvPr/>
          </p:nvSpPr>
          <p:spPr>
            <a:xfrm>
              <a:off x="12237743" y="5550161"/>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69" name="Google Shape;158;p1">
              <a:extLst>
                <a:ext uri="{FF2B5EF4-FFF2-40B4-BE49-F238E27FC236}">
                  <a16:creationId xmlns:a16="http://schemas.microsoft.com/office/drawing/2014/main" id="{60A03372-F9AA-C143-683A-50A494BF4E40}"/>
                </a:ext>
              </a:extLst>
            </p:cNvPr>
            <p:cNvSpPr/>
            <p:nvPr/>
          </p:nvSpPr>
          <p:spPr>
            <a:xfrm>
              <a:off x="12990609" y="5398089"/>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0" name="Google Shape;159;p1">
              <a:extLst>
                <a:ext uri="{FF2B5EF4-FFF2-40B4-BE49-F238E27FC236}">
                  <a16:creationId xmlns:a16="http://schemas.microsoft.com/office/drawing/2014/main" id="{C5B6B6B3-1724-C4E3-F556-B6638BB6B045}"/>
                </a:ext>
              </a:extLst>
            </p:cNvPr>
            <p:cNvSpPr/>
            <p:nvPr/>
          </p:nvSpPr>
          <p:spPr>
            <a:xfrm>
              <a:off x="13329043" y="5229745"/>
              <a:ext cx="192300" cy="198000"/>
            </a:xfrm>
            <a:prstGeom prst="ellipse">
              <a:avLst/>
            </a:prstGeom>
            <a:solidFill>
              <a:schemeClr val="accent3"/>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1" name="Google Shape;160;p1">
              <a:extLst>
                <a:ext uri="{FF2B5EF4-FFF2-40B4-BE49-F238E27FC236}">
                  <a16:creationId xmlns:a16="http://schemas.microsoft.com/office/drawing/2014/main" id="{FB274E5C-CB04-01A8-7291-478E2339A03D}"/>
                </a:ext>
              </a:extLst>
            </p:cNvPr>
            <p:cNvSpPr/>
            <p:nvPr/>
          </p:nvSpPr>
          <p:spPr>
            <a:xfrm>
              <a:off x="13317282" y="5522084"/>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2" name="Google Shape;161;p1">
              <a:extLst>
                <a:ext uri="{FF2B5EF4-FFF2-40B4-BE49-F238E27FC236}">
                  <a16:creationId xmlns:a16="http://schemas.microsoft.com/office/drawing/2014/main" id="{2B75F399-E6BD-188B-D1CF-DA94F4036679}"/>
                </a:ext>
              </a:extLst>
            </p:cNvPr>
            <p:cNvSpPr/>
            <p:nvPr/>
          </p:nvSpPr>
          <p:spPr>
            <a:xfrm>
              <a:off x="13699427" y="5306906"/>
              <a:ext cx="192300" cy="198000"/>
            </a:xfrm>
            <a:prstGeom prst="ellipse">
              <a:avLst/>
            </a:prstGeom>
            <a:solidFill>
              <a:schemeClr val="accent3"/>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3" name="Google Shape;162;p1">
              <a:extLst>
                <a:ext uri="{FF2B5EF4-FFF2-40B4-BE49-F238E27FC236}">
                  <a16:creationId xmlns:a16="http://schemas.microsoft.com/office/drawing/2014/main" id="{4984491A-3B0F-ACE7-ACB1-12C07CD18F64}"/>
                </a:ext>
              </a:extLst>
            </p:cNvPr>
            <p:cNvSpPr/>
            <p:nvPr/>
          </p:nvSpPr>
          <p:spPr>
            <a:xfrm>
              <a:off x="12990598" y="5644267"/>
              <a:ext cx="192300" cy="198000"/>
            </a:xfrm>
            <a:prstGeom prst="ellipse">
              <a:avLst/>
            </a:prstGeom>
            <a:solidFill>
              <a:schemeClr val="accent3"/>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4" name="Google Shape;163;p1">
              <a:extLst>
                <a:ext uri="{FF2B5EF4-FFF2-40B4-BE49-F238E27FC236}">
                  <a16:creationId xmlns:a16="http://schemas.microsoft.com/office/drawing/2014/main" id="{EA2A6675-A6AB-2DDD-5306-9FEC7C1832B1}"/>
                </a:ext>
              </a:extLst>
            </p:cNvPr>
            <p:cNvSpPr/>
            <p:nvPr/>
          </p:nvSpPr>
          <p:spPr>
            <a:xfrm>
              <a:off x="13261106" y="6564434"/>
              <a:ext cx="328200" cy="3369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5" name="Google Shape;164;p1">
              <a:extLst>
                <a:ext uri="{FF2B5EF4-FFF2-40B4-BE49-F238E27FC236}">
                  <a16:creationId xmlns:a16="http://schemas.microsoft.com/office/drawing/2014/main" id="{EC4BE474-4748-C40A-D243-5524DE72567D}"/>
                </a:ext>
              </a:extLst>
            </p:cNvPr>
            <p:cNvSpPr/>
            <p:nvPr/>
          </p:nvSpPr>
          <p:spPr>
            <a:xfrm>
              <a:off x="12889483" y="6773136"/>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6" name="Google Shape;165;p1">
              <a:extLst>
                <a:ext uri="{FF2B5EF4-FFF2-40B4-BE49-F238E27FC236}">
                  <a16:creationId xmlns:a16="http://schemas.microsoft.com/office/drawing/2014/main" id="{F393AAC1-8A2A-EB02-85F5-4649C860AD20}"/>
                </a:ext>
              </a:extLst>
            </p:cNvPr>
            <p:cNvSpPr/>
            <p:nvPr/>
          </p:nvSpPr>
          <p:spPr>
            <a:xfrm>
              <a:off x="13324166" y="6099152"/>
              <a:ext cx="192300" cy="198000"/>
            </a:xfrm>
            <a:prstGeom prst="ellipse">
              <a:avLst/>
            </a:prstGeom>
            <a:solidFill>
              <a:schemeClr val="accent3"/>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7" name="Google Shape;166;p1">
              <a:extLst>
                <a:ext uri="{FF2B5EF4-FFF2-40B4-BE49-F238E27FC236}">
                  <a16:creationId xmlns:a16="http://schemas.microsoft.com/office/drawing/2014/main" id="{C37E909D-0552-42B4-5BFF-94A2D0F8C845}"/>
                </a:ext>
              </a:extLst>
            </p:cNvPr>
            <p:cNvSpPr/>
            <p:nvPr/>
          </p:nvSpPr>
          <p:spPr>
            <a:xfrm>
              <a:off x="11468140" y="5576165"/>
              <a:ext cx="305700" cy="308400"/>
            </a:xfrm>
            <a:prstGeom prst="ellipse">
              <a:avLst/>
            </a:prstGeom>
            <a:solidFill>
              <a:schemeClr val="accent3"/>
            </a:solidFill>
            <a:ln w="179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8" name="Google Shape;167;p1">
              <a:extLst>
                <a:ext uri="{FF2B5EF4-FFF2-40B4-BE49-F238E27FC236}">
                  <a16:creationId xmlns:a16="http://schemas.microsoft.com/office/drawing/2014/main" id="{61219249-2FE5-B5E7-67FD-1168E0FA6BA4}"/>
                </a:ext>
              </a:extLst>
            </p:cNvPr>
            <p:cNvSpPr/>
            <p:nvPr/>
          </p:nvSpPr>
          <p:spPr>
            <a:xfrm>
              <a:off x="10719482" y="5925385"/>
              <a:ext cx="192300" cy="198000"/>
            </a:xfrm>
            <a:prstGeom prst="ellipse">
              <a:avLst/>
            </a:prstGeom>
            <a:solidFill>
              <a:schemeClr val="accent3"/>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9" name="Google Shape;168;p1">
              <a:extLst>
                <a:ext uri="{FF2B5EF4-FFF2-40B4-BE49-F238E27FC236}">
                  <a16:creationId xmlns:a16="http://schemas.microsoft.com/office/drawing/2014/main" id="{BCC98B69-E71E-3A59-E315-316CF74D54E4}"/>
                </a:ext>
              </a:extLst>
            </p:cNvPr>
            <p:cNvSpPr/>
            <p:nvPr/>
          </p:nvSpPr>
          <p:spPr>
            <a:xfrm>
              <a:off x="11061232" y="5405652"/>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80" name="Google Shape;169;p1">
              <a:extLst>
                <a:ext uri="{FF2B5EF4-FFF2-40B4-BE49-F238E27FC236}">
                  <a16:creationId xmlns:a16="http://schemas.microsoft.com/office/drawing/2014/main" id="{BD7DD295-D18B-C0B1-2AD5-E92A6269F805}"/>
                </a:ext>
              </a:extLst>
            </p:cNvPr>
            <p:cNvSpPr/>
            <p:nvPr/>
          </p:nvSpPr>
          <p:spPr>
            <a:xfrm>
              <a:off x="10592773" y="6139937"/>
              <a:ext cx="274500" cy="276300"/>
            </a:xfrm>
            <a:prstGeom prst="ellipse">
              <a:avLst/>
            </a:prstGeom>
            <a:solidFill>
              <a:schemeClr val="accent3"/>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81" name="Google Shape;170;p1">
              <a:extLst>
                <a:ext uri="{FF2B5EF4-FFF2-40B4-BE49-F238E27FC236}">
                  <a16:creationId xmlns:a16="http://schemas.microsoft.com/office/drawing/2014/main" id="{DF0166E3-DC77-EE43-5C87-4729A9DEC195}"/>
                </a:ext>
              </a:extLst>
            </p:cNvPr>
            <p:cNvSpPr/>
            <p:nvPr/>
          </p:nvSpPr>
          <p:spPr>
            <a:xfrm>
              <a:off x="11037864" y="6333062"/>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82" name="Google Shape;171;p1">
              <a:extLst>
                <a:ext uri="{FF2B5EF4-FFF2-40B4-BE49-F238E27FC236}">
                  <a16:creationId xmlns:a16="http://schemas.microsoft.com/office/drawing/2014/main" id="{E80EA9F3-EB5A-FABF-7BCC-D90277EA9667}"/>
                </a:ext>
              </a:extLst>
            </p:cNvPr>
            <p:cNvSpPr/>
            <p:nvPr/>
          </p:nvSpPr>
          <p:spPr>
            <a:xfrm>
              <a:off x="11449106" y="6300040"/>
              <a:ext cx="553500" cy="567900"/>
            </a:xfrm>
            <a:prstGeom prst="ellipse">
              <a:avLst/>
            </a:prstGeom>
            <a:solidFill>
              <a:schemeClr val="accent3"/>
            </a:solidFill>
            <a:ln w="26900"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283" name="Google Shape;172;p1">
              <a:extLst>
                <a:ext uri="{FF2B5EF4-FFF2-40B4-BE49-F238E27FC236}">
                  <a16:creationId xmlns:a16="http://schemas.microsoft.com/office/drawing/2014/main" id="{A4765164-3EBA-A2E9-99AF-0948E2E6C047}"/>
                </a:ext>
              </a:extLst>
            </p:cNvPr>
            <p:cNvCxnSpPr>
              <a:stCxn id="268" idx="2"/>
              <a:endCxn id="277" idx="6"/>
            </p:cNvCxnSpPr>
            <p:nvPr/>
          </p:nvCxnSpPr>
          <p:spPr>
            <a:xfrm flipH="1">
              <a:off x="11773943" y="5649161"/>
              <a:ext cx="463800" cy="813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84" name="Google Shape;173;p1">
              <a:extLst>
                <a:ext uri="{FF2B5EF4-FFF2-40B4-BE49-F238E27FC236}">
                  <a16:creationId xmlns:a16="http://schemas.microsoft.com/office/drawing/2014/main" id="{E470307F-E4DC-0A0B-D435-D0583ED9736B}"/>
                </a:ext>
              </a:extLst>
            </p:cNvPr>
            <p:cNvCxnSpPr>
              <a:stCxn id="277" idx="2"/>
              <a:endCxn id="296" idx="6"/>
            </p:cNvCxnSpPr>
            <p:nvPr/>
          </p:nvCxnSpPr>
          <p:spPr>
            <a:xfrm flipH="1">
              <a:off x="11113540" y="5730365"/>
              <a:ext cx="354600" cy="306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85" name="Google Shape;175;p1">
              <a:extLst>
                <a:ext uri="{FF2B5EF4-FFF2-40B4-BE49-F238E27FC236}">
                  <a16:creationId xmlns:a16="http://schemas.microsoft.com/office/drawing/2014/main" id="{F151BA6A-5472-0BBA-D6EF-58DD7E93780D}"/>
                </a:ext>
              </a:extLst>
            </p:cNvPr>
            <p:cNvCxnSpPr>
              <a:stCxn id="282" idx="1"/>
              <a:endCxn id="293" idx="5"/>
            </p:cNvCxnSpPr>
            <p:nvPr/>
          </p:nvCxnSpPr>
          <p:spPr>
            <a:xfrm rot="10800000">
              <a:off x="11390064" y="6170507"/>
              <a:ext cx="140100" cy="2127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86" name="Google Shape;177;p1">
              <a:extLst>
                <a:ext uri="{FF2B5EF4-FFF2-40B4-BE49-F238E27FC236}">
                  <a16:creationId xmlns:a16="http://schemas.microsoft.com/office/drawing/2014/main" id="{28992B35-3DB8-67D2-EF54-D3870FEEF159}"/>
                </a:ext>
              </a:extLst>
            </p:cNvPr>
            <p:cNvCxnSpPr>
              <a:stCxn id="282" idx="2"/>
              <a:endCxn id="281" idx="5"/>
            </p:cNvCxnSpPr>
            <p:nvPr/>
          </p:nvCxnSpPr>
          <p:spPr>
            <a:xfrm rot="10800000">
              <a:off x="11201906" y="6502090"/>
              <a:ext cx="247200" cy="819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87" name="Google Shape;178;p1">
              <a:extLst>
                <a:ext uri="{FF2B5EF4-FFF2-40B4-BE49-F238E27FC236}">
                  <a16:creationId xmlns:a16="http://schemas.microsoft.com/office/drawing/2014/main" id="{5CA12ED4-93AA-D484-E913-58ACC82C5204}"/>
                </a:ext>
              </a:extLst>
            </p:cNvPr>
            <p:cNvCxnSpPr>
              <a:stCxn id="281" idx="2"/>
              <a:endCxn id="280" idx="6"/>
            </p:cNvCxnSpPr>
            <p:nvPr/>
          </p:nvCxnSpPr>
          <p:spPr>
            <a:xfrm rot="10800000">
              <a:off x="10867164" y="6278162"/>
              <a:ext cx="170700" cy="1539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88" name="Google Shape;179;p1">
              <a:extLst>
                <a:ext uri="{FF2B5EF4-FFF2-40B4-BE49-F238E27FC236}">
                  <a16:creationId xmlns:a16="http://schemas.microsoft.com/office/drawing/2014/main" id="{29CD0455-185F-85BF-15B2-B4C272B00F78}"/>
                </a:ext>
              </a:extLst>
            </p:cNvPr>
            <p:cNvCxnSpPr>
              <a:stCxn id="293" idx="2"/>
              <a:endCxn id="278" idx="5"/>
            </p:cNvCxnSpPr>
            <p:nvPr/>
          </p:nvCxnSpPr>
          <p:spPr>
            <a:xfrm rot="10800000">
              <a:off x="10883737" y="6094319"/>
              <a:ext cx="342300" cy="63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89" name="Google Shape;180;p1">
              <a:extLst>
                <a:ext uri="{FF2B5EF4-FFF2-40B4-BE49-F238E27FC236}">
                  <a16:creationId xmlns:a16="http://schemas.microsoft.com/office/drawing/2014/main" id="{51F1E688-0C60-D9CD-0DF6-8D9E42998C31}"/>
                </a:ext>
              </a:extLst>
            </p:cNvPr>
            <p:cNvCxnSpPr>
              <a:stCxn id="277" idx="1"/>
              <a:endCxn id="279" idx="5"/>
            </p:cNvCxnSpPr>
            <p:nvPr/>
          </p:nvCxnSpPr>
          <p:spPr>
            <a:xfrm rot="10800000">
              <a:off x="11225509" y="5574529"/>
              <a:ext cx="287400" cy="468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90" name="Google Shape;181;p1">
              <a:extLst>
                <a:ext uri="{FF2B5EF4-FFF2-40B4-BE49-F238E27FC236}">
                  <a16:creationId xmlns:a16="http://schemas.microsoft.com/office/drawing/2014/main" id="{E8A58B43-A20B-9CC5-2E85-727E5F968C50}"/>
                </a:ext>
              </a:extLst>
            </p:cNvPr>
            <p:cNvCxnSpPr>
              <a:stCxn id="304" idx="2"/>
              <a:endCxn id="293" idx="6"/>
            </p:cNvCxnSpPr>
            <p:nvPr/>
          </p:nvCxnSpPr>
          <p:spPr>
            <a:xfrm flipH="1">
              <a:off x="11418366" y="5897435"/>
              <a:ext cx="710100" cy="2031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91" name="Google Shape;183;p1">
              <a:extLst>
                <a:ext uri="{FF2B5EF4-FFF2-40B4-BE49-F238E27FC236}">
                  <a16:creationId xmlns:a16="http://schemas.microsoft.com/office/drawing/2014/main" id="{028E7661-C1F4-DD67-E2D8-E791C630BD9B}"/>
                </a:ext>
              </a:extLst>
            </p:cNvPr>
            <p:cNvCxnSpPr>
              <a:stCxn id="304" idx="2"/>
              <a:endCxn id="278" idx="6"/>
            </p:cNvCxnSpPr>
            <p:nvPr/>
          </p:nvCxnSpPr>
          <p:spPr>
            <a:xfrm flipH="1">
              <a:off x="10911666" y="5897435"/>
              <a:ext cx="1216800" cy="1269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sp>
          <p:nvSpPr>
            <p:cNvPr id="293" name="Google Shape;176;p1">
              <a:extLst>
                <a:ext uri="{FF2B5EF4-FFF2-40B4-BE49-F238E27FC236}">
                  <a16:creationId xmlns:a16="http://schemas.microsoft.com/office/drawing/2014/main" id="{5A9603ED-0430-5A73-102B-59FEE01D440F}"/>
                </a:ext>
              </a:extLst>
            </p:cNvPr>
            <p:cNvSpPr/>
            <p:nvPr/>
          </p:nvSpPr>
          <p:spPr>
            <a:xfrm>
              <a:off x="11226037" y="6001619"/>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294" name="Google Shape;184;p1">
              <a:extLst>
                <a:ext uri="{FF2B5EF4-FFF2-40B4-BE49-F238E27FC236}">
                  <a16:creationId xmlns:a16="http://schemas.microsoft.com/office/drawing/2014/main" id="{DB93B45A-97CE-9420-D7A9-3667E766F9A7}"/>
                </a:ext>
              </a:extLst>
            </p:cNvPr>
            <p:cNvCxnSpPr>
              <a:stCxn id="268" idx="2"/>
              <a:endCxn id="281" idx="7"/>
            </p:cNvCxnSpPr>
            <p:nvPr/>
          </p:nvCxnSpPr>
          <p:spPr>
            <a:xfrm flipH="1">
              <a:off x="11202143" y="5649161"/>
              <a:ext cx="1035600" cy="7128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95" name="Google Shape;185;p1">
              <a:extLst>
                <a:ext uri="{FF2B5EF4-FFF2-40B4-BE49-F238E27FC236}">
                  <a16:creationId xmlns:a16="http://schemas.microsoft.com/office/drawing/2014/main" id="{405D54C8-7CC3-4785-5D12-EB75C124A4EB}"/>
                </a:ext>
              </a:extLst>
            </p:cNvPr>
            <p:cNvCxnSpPr>
              <a:stCxn id="268" idx="5"/>
              <a:endCxn id="274" idx="1"/>
            </p:cNvCxnSpPr>
            <p:nvPr/>
          </p:nvCxnSpPr>
          <p:spPr>
            <a:xfrm>
              <a:off x="12401881" y="5719165"/>
              <a:ext cx="907200" cy="8946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sp>
          <p:nvSpPr>
            <p:cNvPr id="296" name="Google Shape;174;p1">
              <a:extLst>
                <a:ext uri="{FF2B5EF4-FFF2-40B4-BE49-F238E27FC236}">
                  <a16:creationId xmlns:a16="http://schemas.microsoft.com/office/drawing/2014/main" id="{8960A3E4-F4FE-EA03-DEC0-5D24B0F2F92F}"/>
                </a:ext>
              </a:extLst>
            </p:cNvPr>
            <p:cNvSpPr/>
            <p:nvPr/>
          </p:nvSpPr>
          <p:spPr>
            <a:xfrm>
              <a:off x="10921235" y="5662025"/>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297" name="Google Shape;186;p1">
              <a:extLst>
                <a:ext uri="{FF2B5EF4-FFF2-40B4-BE49-F238E27FC236}">
                  <a16:creationId xmlns:a16="http://schemas.microsoft.com/office/drawing/2014/main" id="{CDCA0B84-7406-8516-8C99-C39B4A31E22B}"/>
                </a:ext>
              </a:extLst>
            </p:cNvPr>
            <p:cNvCxnSpPr>
              <a:stCxn id="304" idx="2"/>
              <a:endCxn id="281" idx="6"/>
            </p:cNvCxnSpPr>
            <p:nvPr/>
          </p:nvCxnSpPr>
          <p:spPr>
            <a:xfrm flipH="1">
              <a:off x="11230266" y="5897435"/>
              <a:ext cx="898200" cy="5346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98" name="Google Shape;187;p1">
              <a:extLst>
                <a:ext uri="{FF2B5EF4-FFF2-40B4-BE49-F238E27FC236}">
                  <a16:creationId xmlns:a16="http://schemas.microsoft.com/office/drawing/2014/main" id="{309A9323-A0A4-2652-2A4B-6452DD09C6B5}"/>
                </a:ext>
              </a:extLst>
            </p:cNvPr>
            <p:cNvCxnSpPr>
              <a:stCxn id="302" idx="6"/>
              <a:endCxn id="273" idx="2"/>
            </p:cNvCxnSpPr>
            <p:nvPr/>
          </p:nvCxnSpPr>
          <p:spPr>
            <a:xfrm rot="10800000" flipH="1">
              <a:off x="12553633" y="5743151"/>
              <a:ext cx="437100" cy="199800"/>
            </a:xfrm>
            <a:prstGeom prst="straightConnector1">
              <a:avLst/>
            </a:prstGeom>
            <a:grpFill/>
            <a:ln w="9525" cap="flat" cmpd="sng">
              <a:solidFill>
                <a:schemeClr val="bg2">
                  <a:lumMod val="10000"/>
                </a:schemeClr>
              </a:solidFill>
              <a:prstDash val="solid"/>
              <a:round/>
              <a:headEnd type="none" w="sm" len="sm"/>
              <a:tailEnd type="stealth" w="med" len="med"/>
            </a:ln>
          </p:spPr>
        </p:cxnSp>
        <p:cxnSp>
          <p:nvCxnSpPr>
            <p:cNvPr id="299" name="Google Shape;189;p1">
              <a:extLst>
                <a:ext uri="{FF2B5EF4-FFF2-40B4-BE49-F238E27FC236}">
                  <a16:creationId xmlns:a16="http://schemas.microsoft.com/office/drawing/2014/main" id="{560443F5-D97F-01D4-9B7C-8BEB7893A29D}"/>
                </a:ext>
              </a:extLst>
            </p:cNvPr>
            <p:cNvCxnSpPr>
              <a:stCxn id="273" idx="7"/>
              <a:endCxn id="271" idx="2"/>
            </p:cNvCxnSpPr>
            <p:nvPr/>
          </p:nvCxnSpPr>
          <p:spPr>
            <a:xfrm rot="10800000" flipH="1">
              <a:off x="13154736" y="5621063"/>
              <a:ext cx="162600" cy="522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300" name="Google Shape;190;p1">
              <a:extLst>
                <a:ext uri="{FF2B5EF4-FFF2-40B4-BE49-F238E27FC236}">
                  <a16:creationId xmlns:a16="http://schemas.microsoft.com/office/drawing/2014/main" id="{092EA975-ED3D-7E48-902F-79BB92F85803}"/>
                </a:ext>
              </a:extLst>
            </p:cNvPr>
            <p:cNvCxnSpPr>
              <a:stCxn id="271" idx="6"/>
              <a:endCxn id="272" idx="2"/>
            </p:cNvCxnSpPr>
            <p:nvPr/>
          </p:nvCxnSpPr>
          <p:spPr>
            <a:xfrm rot="10800000" flipH="1">
              <a:off x="13509582" y="5405984"/>
              <a:ext cx="189900" cy="2151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301" name="Google Shape;191;p1">
              <a:extLst>
                <a:ext uri="{FF2B5EF4-FFF2-40B4-BE49-F238E27FC236}">
                  <a16:creationId xmlns:a16="http://schemas.microsoft.com/office/drawing/2014/main" id="{3618EA37-1B63-8750-0B9C-D546F5203037}"/>
                </a:ext>
              </a:extLst>
            </p:cNvPr>
            <p:cNvCxnSpPr>
              <a:stCxn id="268" idx="6"/>
              <a:endCxn id="269" idx="2"/>
            </p:cNvCxnSpPr>
            <p:nvPr/>
          </p:nvCxnSpPr>
          <p:spPr>
            <a:xfrm rot="10800000" flipH="1">
              <a:off x="12430043" y="5497061"/>
              <a:ext cx="560700" cy="1521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sp>
          <p:nvSpPr>
            <p:cNvPr id="302" name="Google Shape;188;p1">
              <a:extLst>
                <a:ext uri="{FF2B5EF4-FFF2-40B4-BE49-F238E27FC236}">
                  <a16:creationId xmlns:a16="http://schemas.microsoft.com/office/drawing/2014/main" id="{5AF6ED1B-64EF-DBB0-4CD7-24FD35C5D3E4}"/>
                </a:ext>
              </a:extLst>
            </p:cNvPr>
            <p:cNvSpPr/>
            <p:nvPr/>
          </p:nvSpPr>
          <p:spPr>
            <a:xfrm>
              <a:off x="12361333" y="5843951"/>
              <a:ext cx="192300" cy="198000"/>
            </a:xfrm>
            <a:prstGeom prst="ellipse">
              <a:avLst/>
            </a:prstGeom>
            <a:solidFill>
              <a:schemeClr val="accent3"/>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303" name="Google Shape;192;p1">
              <a:extLst>
                <a:ext uri="{FF2B5EF4-FFF2-40B4-BE49-F238E27FC236}">
                  <a16:creationId xmlns:a16="http://schemas.microsoft.com/office/drawing/2014/main" id="{B26A54D6-C67D-A516-B50B-45E1D19C395B}"/>
                </a:ext>
              </a:extLst>
            </p:cNvPr>
            <p:cNvCxnSpPr>
              <a:stCxn id="269" idx="7"/>
              <a:endCxn id="270" idx="2"/>
            </p:cNvCxnSpPr>
            <p:nvPr/>
          </p:nvCxnSpPr>
          <p:spPr>
            <a:xfrm rot="10800000" flipH="1">
              <a:off x="13154747" y="5328685"/>
              <a:ext cx="174300" cy="984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sp>
          <p:nvSpPr>
            <p:cNvPr id="304" name="Google Shape;182;p1">
              <a:extLst>
                <a:ext uri="{FF2B5EF4-FFF2-40B4-BE49-F238E27FC236}">
                  <a16:creationId xmlns:a16="http://schemas.microsoft.com/office/drawing/2014/main" id="{23D74E42-9647-E967-4CB1-9900307BB643}"/>
                </a:ext>
              </a:extLst>
            </p:cNvPr>
            <p:cNvSpPr/>
            <p:nvPr/>
          </p:nvSpPr>
          <p:spPr>
            <a:xfrm>
              <a:off x="12128466" y="5798435"/>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305" name="Google Shape;193;p1">
              <a:extLst>
                <a:ext uri="{FF2B5EF4-FFF2-40B4-BE49-F238E27FC236}">
                  <a16:creationId xmlns:a16="http://schemas.microsoft.com/office/drawing/2014/main" id="{820DCFC4-4B0B-7C85-5261-C0F3FCC809B8}"/>
                </a:ext>
              </a:extLst>
            </p:cNvPr>
            <p:cNvCxnSpPr>
              <a:stCxn id="282" idx="6"/>
              <a:endCxn id="274" idx="2"/>
            </p:cNvCxnSpPr>
            <p:nvPr/>
          </p:nvCxnSpPr>
          <p:spPr>
            <a:xfrm>
              <a:off x="12002606" y="6583990"/>
              <a:ext cx="1258500" cy="148800"/>
            </a:xfrm>
            <a:prstGeom prst="straightConnector1">
              <a:avLst/>
            </a:prstGeom>
            <a:grpFill/>
            <a:ln>
              <a:solidFill>
                <a:schemeClr val="bg2">
                  <a:lumMod val="10000"/>
                </a:schemeClr>
              </a:solidFill>
              <a:headEnd type="stealth" w="med" len="med"/>
              <a:tailEnd type="none" w="sm" len="sm"/>
            </a:ln>
          </p:spPr>
          <p:style>
            <a:lnRef idx="1">
              <a:schemeClr val="dk1"/>
            </a:lnRef>
            <a:fillRef idx="0">
              <a:schemeClr val="dk1"/>
            </a:fillRef>
            <a:effectRef idx="0">
              <a:schemeClr val="dk1"/>
            </a:effectRef>
            <a:fontRef idx="minor">
              <a:schemeClr val="tx1"/>
            </a:fontRef>
          </p:style>
        </p:cxnSp>
        <p:cxnSp>
          <p:nvCxnSpPr>
            <p:cNvPr id="306" name="Google Shape;194;p1">
              <a:extLst>
                <a:ext uri="{FF2B5EF4-FFF2-40B4-BE49-F238E27FC236}">
                  <a16:creationId xmlns:a16="http://schemas.microsoft.com/office/drawing/2014/main" id="{840C78C3-BF45-1E85-9F7F-7AF1E94FEE83}"/>
                </a:ext>
              </a:extLst>
            </p:cNvPr>
            <p:cNvCxnSpPr>
              <a:stCxn id="275" idx="1"/>
              <a:endCxn id="277" idx="5"/>
            </p:cNvCxnSpPr>
            <p:nvPr/>
          </p:nvCxnSpPr>
          <p:spPr>
            <a:xfrm rot="10800000">
              <a:off x="11729045" y="5839432"/>
              <a:ext cx="1188600" cy="9627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307" name="Google Shape;195;p1">
              <a:extLst>
                <a:ext uri="{FF2B5EF4-FFF2-40B4-BE49-F238E27FC236}">
                  <a16:creationId xmlns:a16="http://schemas.microsoft.com/office/drawing/2014/main" id="{2C72B216-2C2A-8A3A-9ED9-9A0B05AE0201}"/>
                </a:ext>
              </a:extLst>
            </p:cNvPr>
            <p:cNvCxnSpPr>
              <a:stCxn id="304" idx="3"/>
              <a:endCxn id="282" idx="7"/>
            </p:cNvCxnSpPr>
            <p:nvPr/>
          </p:nvCxnSpPr>
          <p:spPr>
            <a:xfrm flipH="1">
              <a:off x="11921428" y="5967439"/>
              <a:ext cx="235200" cy="4158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308" name="Google Shape;196;p1">
              <a:extLst>
                <a:ext uri="{FF2B5EF4-FFF2-40B4-BE49-F238E27FC236}">
                  <a16:creationId xmlns:a16="http://schemas.microsoft.com/office/drawing/2014/main" id="{8A5DED4B-4189-56D3-DC8E-72352E7685CA}"/>
                </a:ext>
              </a:extLst>
            </p:cNvPr>
            <p:cNvCxnSpPr>
              <a:stCxn id="302" idx="5"/>
              <a:endCxn id="275" idx="1"/>
            </p:cNvCxnSpPr>
            <p:nvPr/>
          </p:nvCxnSpPr>
          <p:spPr>
            <a:xfrm>
              <a:off x="12525471" y="6012955"/>
              <a:ext cx="392100" cy="789300"/>
            </a:xfrm>
            <a:prstGeom prst="straightConnector1">
              <a:avLst/>
            </a:prstGeom>
            <a:grpFill/>
            <a:ln w="9525" cap="flat" cmpd="sng">
              <a:solidFill>
                <a:schemeClr val="bg2">
                  <a:lumMod val="10000"/>
                </a:schemeClr>
              </a:solidFill>
              <a:prstDash val="solid"/>
              <a:round/>
              <a:headEnd type="none" w="sm" len="sm"/>
              <a:tailEnd type="stealth" w="med" len="med"/>
            </a:ln>
          </p:spPr>
        </p:cxnSp>
        <p:cxnSp>
          <p:nvCxnSpPr>
            <p:cNvPr id="309" name="Google Shape;197;p1">
              <a:extLst>
                <a:ext uri="{FF2B5EF4-FFF2-40B4-BE49-F238E27FC236}">
                  <a16:creationId xmlns:a16="http://schemas.microsoft.com/office/drawing/2014/main" id="{1F5E8FA9-A28C-EDBB-2B05-6360A9026A3D}"/>
                </a:ext>
              </a:extLst>
            </p:cNvPr>
            <p:cNvCxnSpPr>
              <a:stCxn id="268" idx="6"/>
              <a:endCxn id="273" idx="2"/>
            </p:cNvCxnSpPr>
            <p:nvPr/>
          </p:nvCxnSpPr>
          <p:spPr>
            <a:xfrm>
              <a:off x="12430043" y="5649161"/>
              <a:ext cx="560700" cy="942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310" name="Google Shape;198;p1">
              <a:extLst>
                <a:ext uri="{FF2B5EF4-FFF2-40B4-BE49-F238E27FC236}">
                  <a16:creationId xmlns:a16="http://schemas.microsoft.com/office/drawing/2014/main" id="{8D301A68-A8DC-0FC2-AC3D-5C827A11A737}"/>
                </a:ext>
              </a:extLst>
            </p:cNvPr>
            <p:cNvCxnSpPr>
              <a:stCxn id="302" idx="6"/>
              <a:endCxn id="276" idx="2"/>
            </p:cNvCxnSpPr>
            <p:nvPr/>
          </p:nvCxnSpPr>
          <p:spPr>
            <a:xfrm>
              <a:off x="12553633" y="5942951"/>
              <a:ext cx="770400" cy="255300"/>
            </a:xfrm>
            <a:prstGeom prst="straightConnector1">
              <a:avLst/>
            </a:prstGeom>
            <a:grpFill/>
            <a:ln w="9525" cap="flat" cmpd="sng">
              <a:solidFill>
                <a:schemeClr val="bg2">
                  <a:lumMod val="10000"/>
                </a:schemeClr>
              </a:solidFill>
              <a:prstDash val="solid"/>
              <a:round/>
              <a:headEnd type="none" w="sm" len="sm"/>
              <a:tailEnd type="stealth" w="med" len="med"/>
            </a:ln>
          </p:spPr>
        </p:cxnSp>
        <p:cxnSp>
          <p:nvCxnSpPr>
            <p:cNvPr id="311" name="Google Shape;199;p1">
              <a:extLst>
                <a:ext uri="{FF2B5EF4-FFF2-40B4-BE49-F238E27FC236}">
                  <a16:creationId xmlns:a16="http://schemas.microsoft.com/office/drawing/2014/main" id="{8F61631B-6E83-CBBB-E0FF-614D73D25E12}"/>
                </a:ext>
              </a:extLst>
            </p:cNvPr>
            <p:cNvCxnSpPr>
              <a:stCxn id="302" idx="3"/>
              <a:endCxn id="282" idx="7"/>
            </p:cNvCxnSpPr>
            <p:nvPr/>
          </p:nvCxnSpPr>
          <p:spPr>
            <a:xfrm flipH="1">
              <a:off x="11921495" y="6012955"/>
              <a:ext cx="468000" cy="370200"/>
            </a:xfrm>
            <a:prstGeom prst="straightConnector1">
              <a:avLst/>
            </a:prstGeom>
            <a:grpFill/>
            <a:ln w="9525" cap="flat" cmpd="sng">
              <a:solidFill>
                <a:schemeClr val="bg2">
                  <a:lumMod val="10000"/>
                </a:schemeClr>
              </a:solidFill>
              <a:prstDash val="solid"/>
              <a:round/>
              <a:headEnd type="none" w="sm" len="sm"/>
              <a:tailEnd type="stealth" w="med" len="med"/>
            </a:ln>
          </p:spPr>
        </p:cxnSp>
        <p:cxnSp>
          <p:nvCxnSpPr>
            <p:cNvPr id="315" name="Google Shape;200;p1">
              <a:extLst>
                <a:ext uri="{FF2B5EF4-FFF2-40B4-BE49-F238E27FC236}">
                  <a16:creationId xmlns:a16="http://schemas.microsoft.com/office/drawing/2014/main" id="{8AC75B14-67B7-C3EC-AEE8-F3B232E889CF}"/>
                </a:ext>
              </a:extLst>
            </p:cNvPr>
            <p:cNvCxnSpPr>
              <a:stCxn id="302" idx="6"/>
              <a:endCxn id="274" idx="1"/>
            </p:cNvCxnSpPr>
            <p:nvPr/>
          </p:nvCxnSpPr>
          <p:spPr>
            <a:xfrm>
              <a:off x="12553633" y="5942951"/>
              <a:ext cx="755400" cy="670800"/>
            </a:xfrm>
            <a:prstGeom prst="straightConnector1">
              <a:avLst/>
            </a:prstGeom>
            <a:grpFill/>
            <a:ln w="17925" cap="flat" cmpd="sng">
              <a:solidFill>
                <a:schemeClr val="bg2">
                  <a:lumMod val="10000"/>
                </a:schemeClr>
              </a:solidFill>
              <a:prstDash val="solid"/>
              <a:round/>
              <a:headEnd type="none" w="sm" len="sm"/>
              <a:tailEnd type="stealth" w="med" len="med"/>
            </a:ln>
          </p:spPr>
        </p:cxnSp>
      </p:grpSp>
      <p:graphicFrame>
        <p:nvGraphicFramePr>
          <p:cNvPr id="12" name="Table">
            <a:extLst>
              <a:ext uri="{FF2B5EF4-FFF2-40B4-BE49-F238E27FC236}">
                <a16:creationId xmlns:a16="http://schemas.microsoft.com/office/drawing/2014/main" id="{8A6C3249-EAAC-0B4B-28AB-5C383679AE67}"/>
              </a:ext>
            </a:extLst>
          </p:cNvPr>
          <p:cNvGraphicFramePr/>
          <p:nvPr/>
        </p:nvGraphicFramePr>
        <p:xfrm>
          <a:off x="5367268" y="2834640"/>
          <a:ext cx="627864"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4"/>
                  </a:ext>
                </a:extLst>
              </a:tr>
            </a:tbl>
          </a:graphicData>
        </a:graphic>
      </p:graphicFrame>
      <p:graphicFrame>
        <p:nvGraphicFramePr>
          <p:cNvPr id="13" name="Table">
            <a:extLst>
              <a:ext uri="{FF2B5EF4-FFF2-40B4-BE49-F238E27FC236}">
                <a16:creationId xmlns:a16="http://schemas.microsoft.com/office/drawing/2014/main" id="{D64A28F2-A7C2-FD87-85BB-1A25888CB68A}"/>
              </a:ext>
            </a:extLst>
          </p:cNvPr>
          <p:cNvGraphicFramePr/>
          <p:nvPr/>
        </p:nvGraphicFramePr>
        <p:xfrm>
          <a:off x="5217803" y="3657600"/>
          <a:ext cx="418576"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graphicFrame>
        <p:nvGraphicFramePr>
          <p:cNvPr id="15" name="Table">
            <a:extLst>
              <a:ext uri="{FF2B5EF4-FFF2-40B4-BE49-F238E27FC236}">
                <a16:creationId xmlns:a16="http://schemas.microsoft.com/office/drawing/2014/main" id="{FE95B880-9A32-8FBF-6758-27E11486E7A2}"/>
              </a:ext>
            </a:extLst>
          </p:cNvPr>
          <p:cNvGraphicFramePr/>
          <p:nvPr/>
        </p:nvGraphicFramePr>
        <p:xfrm>
          <a:off x="6614203" y="2834640"/>
          <a:ext cx="627864"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4"/>
                  </a:ext>
                </a:extLst>
              </a:tr>
            </a:tbl>
          </a:graphicData>
        </a:graphic>
      </p:graphicFrame>
      <p:graphicFrame>
        <p:nvGraphicFramePr>
          <p:cNvPr id="18" name="Table">
            <a:extLst>
              <a:ext uri="{FF2B5EF4-FFF2-40B4-BE49-F238E27FC236}">
                <a16:creationId xmlns:a16="http://schemas.microsoft.com/office/drawing/2014/main" id="{13180637-F841-743C-7CFD-8900EB4C00B1}"/>
              </a:ext>
            </a:extLst>
          </p:cNvPr>
          <p:cNvGraphicFramePr/>
          <p:nvPr/>
        </p:nvGraphicFramePr>
        <p:xfrm>
          <a:off x="7890671" y="2834640"/>
          <a:ext cx="627864"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4"/>
                  </a:ext>
                </a:extLst>
              </a:tr>
            </a:tbl>
          </a:graphicData>
        </a:graphic>
      </p:graphicFrame>
      <p:sp>
        <p:nvSpPr>
          <p:cNvPr id="20" name="TextBox 19">
            <a:extLst>
              <a:ext uri="{FF2B5EF4-FFF2-40B4-BE49-F238E27FC236}">
                <a16:creationId xmlns:a16="http://schemas.microsoft.com/office/drawing/2014/main" id="{BEC8F253-EF3D-5F70-942B-A924D6D3FBCE}"/>
              </a:ext>
            </a:extLst>
          </p:cNvPr>
          <p:cNvSpPr txBox="1"/>
          <p:nvPr/>
        </p:nvSpPr>
        <p:spPr>
          <a:xfrm>
            <a:off x="6659605" y="2309615"/>
            <a:ext cx="512359" cy="23644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.json</a:t>
            </a:r>
            <a:endParaRPr kumimoji="0" lang="en-US" sz="1000" b="0" i="0" u="none" strike="noStrike" cap="none" spc="0" normalizeH="0" baseline="0" dirty="0">
              <a:ln>
                <a:noFill/>
              </a:ln>
              <a:solidFill>
                <a:srgbClr val="4C4C4C"/>
              </a:solidFill>
              <a:effectLst/>
              <a:uFillTx/>
              <a:sym typeface="Source Sans Pro"/>
            </a:endParaRPr>
          </a:p>
        </p:txBody>
      </p:sp>
      <p:pic>
        <p:nvPicPr>
          <p:cNvPr id="21" name="Graphic 20" descr="Paper outline">
            <a:extLst>
              <a:ext uri="{FF2B5EF4-FFF2-40B4-BE49-F238E27FC236}">
                <a16:creationId xmlns:a16="http://schemas.microsoft.com/office/drawing/2014/main" id="{F6F40F79-F5FF-D252-BA00-5AD33F288C5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700650" y="1920240"/>
            <a:ext cx="430268" cy="430268"/>
          </a:xfrm>
          <a:prstGeom prst="rect">
            <a:avLst/>
          </a:prstGeom>
        </p:spPr>
      </p:pic>
      <p:sp>
        <p:nvSpPr>
          <p:cNvPr id="24" name="TextBox 23">
            <a:extLst>
              <a:ext uri="{FF2B5EF4-FFF2-40B4-BE49-F238E27FC236}">
                <a16:creationId xmlns:a16="http://schemas.microsoft.com/office/drawing/2014/main" id="{F0B25E12-DDAA-2358-A945-D1DA0D285BB2}"/>
              </a:ext>
            </a:extLst>
          </p:cNvPr>
          <p:cNvSpPr txBox="1"/>
          <p:nvPr/>
        </p:nvSpPr>
        <p:spPr>
          <a:xfrm>
            <a:off x="7942729" y="2295378"/>
            <a:ext cx="512359" cy="23644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.mbox</a:t>
            </a:r>
            <a:endParaRPr kumimoji="0" lang="en-US" sz="1000" b="0" i="0" u="none" strike="noStrike" cap="none" spc="0" normalizeH="0" baseline="0" dirty="0">
              <a:ln>
                <a:noFill/>
              </a:ln>
              <a:solidFill>
                <a:srgbClr val="4C4C4C"/>
              </a:solidFill>
              <a:effectLst/>
              <a:uFillTx/>
              <a:sym typeface="Source Sans Pro"/>
            </a:endParaRPr>
          </a:p>
        </p:txBody>
      </p:sp>
      <p:pic>
        <p:nvPicPr>
          <p:cNvPr id="25" name="Graphic 24" descr="Paper outline">
            <a:extLst>
              <a:ext uri="{FF2B5EF4-FFF2-40B4-BE49-F238E27FC236}">
                <a16:creationId xmlns:a16="http://schemas.microsoft.com/office/drawing/2014/main" id="{867B23D2-8558-ADBB-B70D-4E913E13BE4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983775" y="1920889"/>
            <a:ext cx="430268" cy="430268"/>
          </a:xfrm>
          <a:prstGeom prst="rect">
            <a:avLst/>
          </a:prstGeom>
        </p:spPr>
      </p:pic>
      <p:pic>
        <p:nvPicPr>
          <p:cNvPr id="27" name="Graphic 26" descr="Folder outline">
            <a:extLst>
              <a:ext uri="{FF2B5EF4-FFF2-40B4-BE49-F238E27FC236}">
                <a16:creationId xmlns:a16="http://schemas.microsoft.com/office/drawing/2014/main" id="{4AF09060-F7F0-B014-6A0E-05A5B311C41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407260" y="1920240"/>
            <a:ext cx="550611" cy="550611"/>
          </a:xfrm>
          <a:prstGeom prst="rect">
            <a:avLst/>
          </a:prstGeom>
        </p:spPr>
      </p:pic>
      <p:sp>
        <p:nvSpPr>
          <p:cNvPr id="28" name="TextBox 27">
            <a:extLst>
              <a:ext uri="{FF2B5EF4-FFF2-40B4-BE49-F238E27FC236}">
                <a16:creationId xmlns:a16="http://schemas.microsoft.com/office/drawing/2014/main" id="{577FF68D-CC2C-66BF-4A13-1F3F6F186A5E}"/>
              </a:ext>
            </a:extLst>
          </p:cNvPr>
          <p:cNvSpPr txBox="1"/>
          <p:nvPr/>
        </p:nvSpPr>
        <p:spPr>
          <a:xfrm>
            <a:off x="5422867" y="2337169"/>
            <a:ext cx="512359" cy="23644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.git</a:t>
            </a:r>
            <a:endParaRPr kumimoji="0" lang="en-US" sz="1000" b="0" i="0" u="none" strike="noStrike" cap="none" spc="0" normalizeH="0" baseline="0" dirty="0">
              <a:ln>
                <a:noFill/>
              </a:ln>
              <a:solidFill>
                <a:srgbClr val="4C4C4C"/>
              </a:solidFill>
              <a:effectLst/>
              <a:uFillTx/>
              <a:sym typeface="Source Sans Pro"/>
            </a:endParaRPr>
          </a:p>
        </p:txBody>
      </p:sp>
      <p:sp>
        <p:nvSpPr>
          <p:cNvPr id="257" name="TextBox 256">
            <a:extLst>
              <a:ext uri="{FF2B5EF4-FFF2-40B4-BE49-F238E27FC236}">
                <a16:creationId xmlns:a16="http://schemas.microsoft.com/office/drawing/2014/main" id="{2047A232-AAB4-0B8C-F957-85BAAE0CB95E}"/>
              </a:ext>
            </a:extLst>
          </p:cNvPr>
          <p:cNvSpPr txBox="1"/>
          <p:nvPr/>
        </p:nvSpPr>
        <p:spPr>
          <a:xfrm>
            <a:off x="6728820" y="8583326"/>
            <a:ext cx="512359"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.dsmj</a:t>
            </a:r>
            <a:endParaRPr kumimoji="0" lang="en-US" sz="1000" b="0" i="0" u="none" strike="noStrike" cap="none" spc="0" normalizeH="0" baseline="0" dirty="0">
              <a:ln>
                <a:noFill/>
              </a:ln>
              <a:solidFill>
                <a:srgbClr val="4C4C4C"/>
              </a:solidFill>
              <a:effectLst/>
              <a:uFillTx/>
              <a:sym typeface="Source Sans Pro"/>
            </a:endParaRPr>
          </a:p>
        </p:txBody>
      </p:sp>
      <p:pic>
        <p:nvPicPr>
          <p:cNvPr id="258" name="Graphic 257" descr="Paper outline">
            <a:extLst>
              <a:ext uri="{FF2B5EF4-FFF2-40B4-BE49-F238E27FC236}">
                <a16:creationId xmlns:a16="http://schemas.microsoft.com/office/drawing/2014/main" id="{A28FEFAB-BFE5-EBA2-FD89-B56A6BDF15C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769866" y="8235488"/>
            <a:ext cx="430268" cy="430268"/>
          </a:xfrm>
          <a:prstGeom prst="rect">
            <a:avLst/>
          </a:prstGeom>
        </p:spPr>
      </p:pic>
      <p:graphicFrame>
        <p:nvGraphicFramePr>
          <p:cNvPr id="430" name="Table">
            <a:extLst>
              <a:ext uri="{FF2B5EF4-FFF2-40B4-BE49-F238E27FC236}">
                <a16:creationId xmlns:a16="http://schemas.microsoft.com/office/drawing/2014/main" id="{393CD5AF-5531-C212-2C2A-760A5CA39117}"/>
              </a:ext>
            </a:extLst>
          </p:cNvPr>
          <p:cNvGraphicFramePr/>
          <p:nvPr/>
        </p:nvGraphicFramePr>
        <p:xfrm>
          <a:off x="5717228" y="3657600"/>
          <a:ext cx="418576"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graphicFrame>
        <p:nvGraphicFramePr>
          <p:cNvPr id="431" name="Table">
            <a:extLst>
              <a:ext uri="{FF2B5EF4-FFF2-40B4-BE49-F238E27FC236}">
                <a16:creationId xmlns:a16="http://schemas.microsoft.com/office/drawing/2014/main" id="{53FB9CC4-BC7C-EA7A-793E-2CAA6A6E5691}"/>
              </a:ext>
            </a:extLst>
          </p:cNvPr>
          <p:cNvGraphicFramePr/>
          <p:nvPr/>
        </p:nvGraphicFramePr>
        <p:xfrm>
          <a:off x="6459637" y="3657600"/>
          <a:ext cx="418576"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graphicFrame>
        <p:nvGraphicFramePr>
          <p:cNvPr id="432" name="Table">
            <a:extLst>
              <a:ext uri="{FF2B5EF4-FFF2-40B4-BE49-F238E27FC236}">
                <a16:creationId xmlns:a16="http://schemas.microsoft.com/office/drawing/2014/main" id="{789A2292-A200-37D1-6329-42432E90E5BB}"/>
              </a:ext>
            </a:extLst>
          </p:cNvPr>
          <p:cNvGraphicFramePr/>
          <p:nvPr/>
        </p:nvGraphicFramePr>
        <p:xfrm>
          <a:off x="6953164" y="3659028"/>
          <a:ext cx="418576"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graphicFrame>
        <p:nvGraphicFramePr>
          <p:cNvPr id="438" name="Table">
            <a:extLst>
              <a:ext uri="{FF2B5EF4-FFF2-40B4-BE49-F238E27FC236}">
                <a16:creationId xmlns:a16="http://schemas.microsoft.com/office/drawing/2014/main" id="{BAAA4A15-A2CA-FA39-3B35-D308773C9432}"/>
              </a:ext>
            </a:extLst>
          </p:cNvPr>
          <p:cNvGraphicFramePr/>
          <p:nvPr/>
        </p:nvGraphicFramePr>
        <p:xfrm>
          <a:off x="7737264" y="3657600"/>
          <a:ext cx="418576"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graphicFrame>
        <p:nvGraphicFramePr>
          <p:cNvPr id="439" name="Table">
            <a:extLst>
              <a:ext uri="{FF2B5EF4-FFF2-40B4-BE49-F238E27FC236}">
                <a16:creationId xmlns:a16="http://schemas.microsoft.com/office/drawing/2014/main" id="{2CB44C32-FB87-514F-8C4C-92D7CBF7BE73}"/>
              </a:ext>
            </a:extLst>
          </p:cNvPr>
          <p:cNvGraphicFramePr/>
          <p:nvPr/>
        </p:nvGraphicFramePr>
        <p:xfrm>
          <a:off x="8230791" y="3657600"/>
          <a:ext cx="418576"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grpSp>
        <p:nvGrpSpPr>
          <p:cNvPr id="317" name="Google Shape;156;p1">
            <a:extLst>
              <a:ext uri="{FF2B5EF4-FFF2-40B4-BE49-F238E27FC236}">
                <a16:creationId xmlns:a16="http://schemas.microsoft.com/office/drawing/2014/main" id="{661C4011-770F-71C2-2390-B3AA185EB8A8}"/>
              </a:ext>
            </a:extLst>
          </p:cNvPr>
          <p:cNvGrpSpPr/>
          <p:nvPr/>
        </p:nvGrpSpPr>
        <p:grpSpPr>
          <a:xfrm>
            <a:off x="7852504" y="6496126"/>
            <a:ext cx="1357791" cy="804343"/>
            <a:chOff x="10592773" y="5229745"/>
            <a:chExt cx="3298954" cy="1741391"/>
          </a:xfrm>
        </p:grpSpPr>
        <p:sp>
          <p:nvSpPr>
            <p:cNvPr id="318" name="Google Shape;157;p1">
              <a:extLst>
                <a:ext uri="{FF2B5EF4-FFF2-40B4-BE49-F238E27FC236}">
                  <a16:creationId xmlns:a16="http://schemas.microsoft.com/office/drawing/2014/main" id="{BD4A2FAF-9962-0C53-F1AC-D787A43E9BC2}"/>
                </a:ext>
              </a:extLst>
            </p:cNvPr>
            <p:cNvSpPr/>
            <p:nvPr/>
          </p:nvSpPr>
          <p:spPr>
            <a:xfrm>
              <a:off x="12237743" y="5550161"/>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20" name="Google Shape;158;p1">
              <a:extLst>
                <a:ext uri="{FF2B5EF4-FFF2-40B4-BE49-F238E27FC236}">
                  <a16:creationId xmlns:a16="http://schemas.microsoft.com/office/drawing/2014/main" id="{ECBCB881-C131-D11A-EC5E-246C2A06EC45}"/>
                </a:ext>
              </a:extLst>
            </p:cNvPr>
            <p:cNvSpPr/>
            <p:nvPr/>
          </p:nvSpPr>
          <p:spPr>
            <a:xfrm>
              <a:off x="12990609" y="5398089"/>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21" name="Google Shape;159;p1">
              <a:extLst>
                <a:ext uri="{FF2B5EF4-FFF2-40B4-BE49-F238E27FC236}">
                  <a16:creationId xmlns:a16="http://schemas.microsoft.com/office/drawing/2014/main" id="{DB71C440-092A-5014-8D84-19A26DEF86B1}"/>
                </a:ext>
              </a:extLst>
            </p:cNvPr>
            <p:cNvSpPr/>
            <p:nvPr/>
          </p:nvSpPr>
          <p:spPr>
            <a:xfrm>
              <a:off x="13329043" y="522974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22" name="Google Shape;160;p1">
              <a:extLst>
                <a:ext uri="{FF2B5EF4-FFF2-40B4-BE49-F238E27FC236}">
                  <a16:creationId xmlns:a16="http://schemas.microsoft.com/office/drawing/2014/main" id="{4CFE16C5-9B9F-2318-2761-3F1A675D36A6}"/>
                </a:ext>
              </a:extLst>
            </p:cNvPr>
            <p:cNvSpPr/>
            <p:nvPr/>
          </p:nvSpPr>
          <p:spPr>
            <a:xfrm>
              <a:off x="13317282" y="5522084"/>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25" name="Google Shape;161;p1">
              <a:extLst>
                <a:ext uri="{FF2B5EF4-FFF2-40B4-BE49-F238E27FC236}">
                  <a16:creationId xmlns:a16="http://schemas.microsoft.com/office/drawing/2014/main" id="{E5F92F66-6487-DB57-0F5C-3D9E99BEE169}"/>
                </a:ext>
              </a:extLst>
            </p:cNvPr>
            <p:cNvSpPr/>
            <p:nvPr/>
          </p:nvSpPr>
          <p:spPr>
            <a:xfrm>
              <a:off x="13699427" y="5306906"/>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27" name="Google Shape;162;p1">
              <a:extLst>
                <a:ext uri="{FF2B5EF4-FFF2-40B4-BE49-F238E27FC236}">
                  <a16:creationId xmlns:a16="http://schemas.microsoft.com/office/drawing/2014/main" id="{96EEE50A-3E4F-577D-74E0-1F4913DAA82B}"/>
                </a:ext>
              </a:extLst>
            </p:cNvPr>
            <p:cNvSpPr/>
            <p:nvPr/>
          </p:nvSpPr>
          <p:spPr>
            <a:xfrm>
              <a:off x="12990598" y="5644267"/>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28" name="Google Shape;163;p1">
              <a:extLst>
                <a:ext uri="{FF2B5EF4-FFF2-40B4-BE49-F238E27FC236}">
                  <a16:creationId xmlns:a16="http://schemas.microsoft.com/office/drawing/2014/main" id="{F17AC113-56C2-966E-EC77-735729C14ADA}"/>
                </a:ext>
              </a:extLst>
            </p:cNvPr>
            <p:cNvSpPr/>
            <p:nvPr/>
          </p:nvSpPr>
          <p:spPr>
            <a:xfrm>
              <a:off x="13261106" y="6564434"/>
              <a:ext cx="328200" cy="3369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29" name="Google Shape;164;p1">
              <a:extLst>
                <a:ext uri="{FF2B5EF4-FFF2-40B4-BE49-F238E27FC236}">
                  <a16:creationId xmlns:a16="http://schemas.microsoft.com/office/drawing/2014/main" id="{F479B0C9-F7D3-D0D9-51C8-B2557547F5F6}"/>
                </a:ext>
              </a:extLst>
            </p:cNvPr>
            <p:cNvSpPr/>
            <p:nvPr/>
          </p:nvSpPr>
          <p:spPr>
            <a:xfrm>
              <a:off x="12889483" y="6773136"/>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31" name="Google Shape;165;p1">
              <a:extLst>
                <a:ext uri="{FF2B5EF4-FFF2-40B4-BE49-F238E27FC236}">
                  <a16:creationId xmlns:a16="http://schemas.microsoft.com/office/drawing/2014/main" id="{F0C52D15-1BC3-75C9-B5CF-94F358FA2ED0}"/>
                </a:ext>
              </a:extLst>
            </p:cNvPr>
            <p:cNvSpPr/>
            <p:nvPr/>
          </p:nvSpPr>
          <p:spPr>
            <a:xfrm>
              <a:off x="13324166" y="6099152"/>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32" name="Google Shape;166;p1">
              <a:extLst>
                <a:ext uri="{FF2B5EF4-FFF2-40B4-BE49-F238E27FC236}">
                  <a16:creationId xmlns:a16="http://schemas.microsoft.com/office/drawing/2014/main" id="{03E587DD-251E-F6D6-9F46-0D6119148C53}"/>
                </a:ext>
              </a:extLst>
            </p:cNvPr>
            <p:cNvSpPr/>
            <p:nvPr/>
          </p:nvSpPr>
          <p:spPr>
            <a:xfrm>
              <a:off x="11468140" y="5576165"/>
              <a:ext cx="305700" cy="308400"/>
            </a:xfrm>
            <a:prstGeom prst="ellipse">
              <a:avLst/>
            </a:prstGeom>
            <a:solidFill>
              <a:srgbClr val="E4E4E3"/>
            </a:solidFill>
            <a:ln w="179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33" name="Google Shape;167;p1">
              <a:extLst>
                <a:ext uri="{FF2B5EF4-FFF2-40B4-BE49-F238E27FC236}">
                  <a16:creationId xmlns:a16="http://schemas.microsoft.com/office/drawing/2014/main" id="{9C670EA1-0FE4-B5E1-269A-1E357F22C477}"/>
                </a:ext>
              </a:extLst>
            </p:cNvPr>
            <p:cNvSpPr/>
            <p:nvPr/>
          </p:nvSpPr>
          <p:spPr>
            <a:xfrm>
              <a:off x="10719482" y="592538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35" name="Google Shape;168;p1">
              <a:extLst>
                <a:ext uri="{FF2B5EF4-FFF2-40B4-BE49-F238E27FC236}">
                  <a16:creationId xmlns:a16="http://schemas.microsoft.com/office/drawing/2014/main" id="{C7AE135B-C7D7-43BE-151D-201FD73D8AB9}"/>
                </a:ext>
              </a:extLst>
            </p:cNvPr>
            <p:cNvSpPr/>
            <p:nvPr/>
          </p:nvSpPr>
          <p:spPr>
            <a:xfrm>
              <a:off x="11061232" y="5405652"/>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36" name="Google Shape;169;p1">
              <a:extLst>
                <a:ext uri="{FF2B5EF4-FFF2-40B4-BE49-F238E27FC236}">
                  <a16:creationId xmlns:a16="http://schemas.microsoft.com/office/drawing/2014/main" id="{C4DCC4CA-40F6-D06D-37C3-429A433E3AA9}"/>
                </a:ext>
              </a:extLst>
            </p:cNvPr>
            <p:cNvSpPr/>
            <p:nvPr/>
          </p:nvSpPr>
          <p:spPr>
            <a:xfrm>
              <a:off x="10592773" y="6139937"/>
              <a:ext cx="274500" cy="2763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37" name="Google Shape;170;p1">
              <a:extLst>
                <a:ext uri="{FF2B5EF4-FFF2-40B4-BE49-F238E27FC236}">
                  <a16:creationId xmlns:a16="http://schemas.microsoft.com/office/drawing/2014/main" id="{453CC3B7-D5EC-FB52-2AAE-0B420A6C7BC0}"/>
                </a:ext>
              </a:extLst>
            </p:cNvPr>
            <p:cNvSpPr/>
            <p:nvPr/>
          </p:nvSpPr>
          <p:spPr>
            <a:xfrm>
              <a:off x="11037864" y="6333062"/>
              <a:ext cx="192300" cy="198000"/>
            </a:xfrm>
            <a:prstGeom prst="ellipse">
              <a:avLst/>
            </a:prstGeom>
            <a:solidFill>
              <a:srgbClr val="D9D9D9"/>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38" name="Google Shape;171;p1">
              <a:extLst>
                <a:ext uri="{FF2B5EF4-FFF2-40B4-BE49-F238E27FC236}">
                  <a16:creationId xmlns:a16="http://schemas.microsoft.com/office/drawing/2014/main" id="{9A3C6B66-64A2-CECC-95DC-5945BEE992AD}"/>
                </a:ext>
              </a:extLst>
            </p:cNvPr>
            <p:cNvSpPr/>
            <p:nvPr/>
          </p:nvSpPr>
          <p:spPr>
            <a:xfrm>
              <a:off x="11449106" y="6300040"/>
              <a:ext cx="553500" cy="567900"/>
            </a:xfrm>
            <a:prstGeom prst="ellipse">
              <a:avLst/>
            </a:prstGeom>
            <a:solidFill>
              <a:schemeClr val="bg2">
                <a:lumMod val="10000"/>
              </a:schemeClr>
            </a:solidFill>
            <a:ln w="26900"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339" name="Google Shape;172;p1">
              <a:extLst>
                <a:ext uri="{FF2B5EF4-FFF2-40B4-BE49-F238E27FC236}">
                  <a16:creationId xmlns:a16="http://schemas.microsoft.com/office/drawing/2014/main" id="{BC7C9399-BCB7-DDAD-9F9A-B6FEC8FCBBE9}"/>
                </a:ext>
              </a:extLst>
            </p:cNvPr>
            <p:cNvCxnSpPr>
              <a:stCxn id="318" idx="2"/>
              <a:endCxn id="332" idx="6"/>
            </p:cNvCxnSpPr>
            <p:nvPr/>
          </p:nvCxnSpPr>
          <p:spPr>
            <a:xfrm flipH="1">
              <a:off x="11773943" y="5649161"/>
              <a:ext cx="463800" cy="81300"/>
            </a:xfrm>
            <a:prstGeom prst="straightConnector1">
              <a:avLst/>
            </a:prstGeom>
            <a:noFill/>
            <a:ln w="9525" cap="flat" cmpd="sng">
              <a:solidFill>
                <a:srgbClr val="CCCCCC"/>
              </a:solidFill>
              <a:prstDash val="solid"/>
              <a:round/>
              <a:headEnd type="none" w="sm" len="sm"/>
              <a:tailEnd type="stealth" w="med" len="med"/>
            </a:ln>
          </p:spPr>
        </p:cxnSp>
        <p:cxnSp>
          <p:nvCxnSpPr>
            <p:cNvPr id="340" name="Google Shape;173;p1">
              <a:extLst>
                <a:ext uri="{FF2B5EF4-FFF2-40B4-BE49-F238E27FC236}">
                  <a16:creationId xmlns:a16="http://schemas.microsoft.com/office/drawing/2014/main" id="{099429B7-B63D-529A-66EB-2538DA977037}"/>
                </a:ext>
              </a:extLst>
            </p:cNvPr>
            <p:cNvCxnSpPr>
              <a:stCxn id="332" idx="2"/>
              <a:endCxn id="353" idx="6"/>
            </p:cNvCxnSpPr>
            <p:nvPr/>
          </p:nvCxnSpPr>
          <p:spPr>
            <a:xfrm flipH="1">
              <a:off x="11113540" y="5730365"/>
              <a:ext cx="354600" cy="30600"/>
            </a:xfrm>
            <a:prstGeom prst="straightConnector1">
              <a:avLst/>
            </a:prstGeom>
            <a:noFill/>
            <a:ln w="9525" cap="flat" cmpd="sng">
              <a:solidFill>
                <a:srgbClr val="CCCCCC"/>
              </a:solidFill>
              <a:prstDash val="solid"/>
              <a:round/>
              <a:headEnd type="none" w="sm" len="sm"/>
              <a:tailEnd type="stealth" w="med" len="med"/>
            </a:ln>
          </p:spPr>
        </p:cxnSp>
        <p:cxnSp>
          <p:nvCxnSpPr>
            <p:cNvPr id="343" name="Google Shape;175;p1">
              <a:extLst>
                <a:ext uri="{FF2B5EF4-FFF2-40B4-BE49-F238E27FC236}">
                  <a16:creationId xmlns:a16="http://schemas.microsoft.com/office/drawing/2014/main" id="{DCC97C2A-00DA-5250-53FE-C2BD40894DD2}"/>
                </a:ext>
              </a:extLst>
            </p:cNvPr>
            <p:cNvCxnSpPr>
              <a:stCxn id="338" idx="1"/>
              <a:endCxn id="350" idx="5"/>
            </p:cNvCxnSpPr>
            <p:nvPr/>
          </p:nvCxnSpPr>
          <p:spPr>
            <a:xfrm rot="10800000">
              <a:off x="11390064" y="6170507"/>
              <a:ext cx="140100" cy="212700"/>
            </a:xfrm>
            <a:prstGeom prst="straightConnector1">
              <a:avLst/>
            </a:prstGeom>
            <a:noFill/>
            <a:ln w="9525" cap="flat" cmpd="sng">
              <a:solidFill>
                <a:srgbClr val="CCCCCC"/>
              </a:solidFill>
              <a:prstDash val="solid"/>
              <a:round/>
              <a:headEnd type="none" w="sm" len="sm"/>
              <a:tailEnd type="stealth" w="med" len="med"/>
            </a:ln>
          </p:spPr>
        </p:cxnSp>
        <p:cxnSp>
          <p:nvCxnSpPr>
            <p:cNvPr id="344" name="Google Shape;177;p1">
              <a:extLst>
                <a:ext uri="{FF2B5EF4-FFF2-40B4-BE49-F238E27FC236}">
                  <a16:creationId xmlns:a16="http://schemas.microsoft.com/office/drawing/2014/main" id="{E03C08D8-16F0-7223-FA32-FE9019729A0C}"/>
                </a:ext>
              </a:extLst>
            </p:cNvPr>
            <p:cNvCxnSpPr>
              <a:stCxn id="338" idx="2"/>
              <a:endCxn id="337" idx="5"/>
            </p:cNvCxnSpPr>
            <p:nvPr/>
          </p:nvCxnSpPr>
          <p:spPr>
            <a:xfrm rot="10800000">
              <a:off x="11201906" y="6502090"/>
              <a:ext cx="247200" cy="81900"/>
            </a:xfrm>
            <a:prstGeom prst="straightConnector1">
              <a:avLst/>
            </a:prstGeom>
            <a:noFill/>
            <a:ln w="9525" cap="flat" cmpd="sng">
              <a:solidFill>
                <a:srgbClr val="CCCCCC"/>
              </a:solidFill>
              <a:prstDash val="solid"/>
              <a:round/>
              <a:headEnd type="none" w="sm" len="sm"/>
              <a:tailEnd type="stealth" w="med" len="med"/>
            </a:ln>
          </p:spPr>
        </p:cxnSp>
        <p:cxnSp>
          <p:nvCxnSpPr>
            <p:cNvPr id="345" name="Google Shape;178;p1">
              <a:extLst>
                <a:ext uri="{FF2B5EF4-FFF2-40B4-BE49-F238E27FC236}">
                  <a16:creationId xmlns:a16="http://schemas.microsoft.com/office/drawing/2014/main" id="{797072A7-008F-A19D-3DE8-94F9EA617731}"/>
                </a:ext>
              </a:extLst>
            </p:cNvPr>
            <p:cNvCxnSpPr>
              <a:stCxn id="337" idx="2"/>
              <a:endCxn id="336" idx="6"/>
            </p:cNvCxnSpPr>
            <p:nvPr/>
          </p:nvCxnSpPr>
          <p:spPr>
            <a:xfrm rot="10800000">
              <a:off x="10867164" y="6278162"/>
              <a:ext cx="170700" cy="153900"/>
            </a:xfrm>
            <a:prstGeom prst="straightConnector1">
              <a:avLst/>
            </a:prstGeom>
            <a:noFill/>
            <a:ln w="9525" cap="flat" cmpd="sng">
              <a:solidFill>
                <a:srgbClr val="B7B7B7"/>
              </a:solidFill>
              <a:prstDash val="solid"/>
              <a:round/>
              <a:headEnd type="none" w="sm" len="sm"/>
              <a:tailEnd type="stealth" w="med" len="med"/>
            </a:ln>
          </p:spPr>
        </p:cxnSp>
        <p:cxnSp>
          <p:nvCxnSpPr>
            <p:cNvPr id="346" name="Google Shape;179;p1">
              <a:extLst>
                <a:ext uri="{FF2B5EF4-FFF2-40B4-BE49-F238E27FC236}">
                  <a16:creationId xmlns:a16="http://schemas.microsoft.com/office/drawing/2014/main" id="{5875D63F-2413-F4B0-C86C-A901F2A0813C}"/>
                </a:ext>
              </a:extLst>
            </p:cNvPr>
            <p:cNvCxnSpPr>
              <a:stCxn id="350" idx="2"/>
              <a:endCxn id="333" idx="5"/>
            </p:cNvCxnSpPr>
            <p:nvPr/>
          </p:nvCxnSpPr>
          <p:spPr>
            <a:xfrm rot="10800000">
              <a:off x="10883737" y="6094319"/>
              <a:ext cx="342300" cy="6300"/>
            </a:xfrm>
            <a:prstGeom prst="straightConnector1">
              <a:avLst/>
            </a:prstGeom>
            <a:noFill/>
            <a:ln w="9525" cap="flat" cmpd="sng">
              <a:solidFill>
                <a:srgbClr val="CCCCCC"/>
              </a:solidFill>
              <a:prstDash val="solid"/>
              <a:round/>
              <a:headEnd type="none" w="sm" len="sm"/>
              <a:tailEnd type="stealth" w="med" len="med"/>
            </a:ln>
          </p:spPr>
        </p:cxnSp>
        <p:cxnSp>
          <p:nvCxnSpPr>
            <p:cNvPr id="347" name="Google Shape;180;p1">
              <a:extLst>
                <a:ext uri="{FF2B5EF4-FFF2-40B4-BE49-F238E27FC236}">
                  <a16:creationId xmlns:a16="http://schemas.microsoft.com/office/drawing/2014/main" id="{B175E5A3-FED9-65A8-C4C4-3C1364C25F81}"/>
                </a:ext>
              </a:extLst>
            </p:cNvPr>
            <p:cNvCxnSpPr>
              <a:stCxn id="332" idx="1"/>
              <a:endCxn id="335" idx="5"/>
            </p:cNvCxnSpPr>
            <p:nvPr/>
          </p:nvCxnSpPr>
          <p:spPr>
            <a:xfrm rot="10800000">
              <a:off x="11225509" y="5574529"/>
              <a:ext cx="287400" cy="46800"/>
            </a:xfrm>
            <a:prstGeom prst="straightConnector1">
              <a:avLst/>
            </a:prstGeom>
            <a:noFill/>
            <a:ln w="9525" cap="flat" cmpd="sng">
              <a:solidFill>
                <a:srgbClr val="CCCCCC"/>
              </a:solidFill>
              <a:prstDash val="solid"/>
              <a:round/>
              <a:headEnd type="none" w="sm" len="sm"/>
              <a:tailEnd type="stealth" w="med" len="med"/>
            </a:ln>
          </p:spPr>
        </p:cxnSp>
        <p:cxnSp>
          <p:nvCxnSpPr>
            <p:cNvPr id="348" name="Google Shape;181;p1">
              <a:extLst>
                <a:ext uri="{FF2B5EF4-FFF2-40B4-BE49-F238E27FC236}">
                  <a16:creationId xmlns:a16="http://schemas.microsoft.com/office/drawing/2014/main" id="{5D043103-4ECA-E768-51E6-1BB4CAFB39BC}"/>
                </a:ext>
              </a:extLst>
            </p:cNvPr>
            <p:cNvCxnSpPr>
              <a:stCxn id="361" idx="2"/>
              <a:endCxn id="350" idx="6"/>
            </p:cNvCxnSpPr>
            <p:nvPr/>
          </p:nvCxnSpPr>
          <p:spPr>
            <a:xfrm flipH="1">
              <a:off x="11418366" y="5897435"/>
              <a:ext cx="710100" cy="203100"/>
            </a:xfrm>
            <a:prstGeom prst="straightConnector1">
              <a:avLst/>
            </a:prstGeom>
            <a:noFill/>
            <a:ln w="9525" cap="flat" cmpd="sng">
              <a:solidFill>
                <a:srgbClr val="CCCCCC"/>
              </a:solidFill>
              <a:prstDash val="solid"/>
              <a:round/>
              <a:headEnd type="none" w="sm" len="sm"/>
              <a:tailEnd type="stealth" w="med" len="med"/>
            </a:ln>
          </p:spPr>
        </p:cxnSp>
        <p:cxnSp>
          <p:nvCxnSpPr>
            <p:cNvPr id="349" name="Google Shape;183;p1">
              <a:extLst>
                <a:ext uri="{FF2B5EF4-FFF2-40B4-BE49-F238E27FC236}">
                  <a16:creationId xmlns:a16="http://schemas.microsoft.com/office/drawing/2014/main" id="{D1DE24CE-F4CB-2EB8-A84E-4A832D501AC3}"/>
                </a:ext>
              </a:extLst>
            </p:cNvPr>
            <p:cNvCxnSpPr>
              <a:stCxn id="361" idx="2"/>
              <a:endCxn id="333" idx="6"/>
            </p:cNvCxnSpPr>
            <p:nvPr/>
          </p:nvCxnSpPr>
          <p:spPr>
            <a:xfrm flipH="1">
              <a:off x="10911666" y="5897435"/>
              <a:ext cx="1216800" cy="126900"/>
            </a:xfrm>
            <a:prstGeom prst="straightConnector1">
              <a:avLst/>
            </a:prstGeom>
            <a:noFill/>
            <a:ln w="9525" cap="flat" cmpd="sng">
              <a:solidFill>
                <a:srgbClr val="CCCCCC"/>
              </a:solidFill>
              <a:prstDash val="solid"/>
              <a:round/>
              <a:headEnd type="none" w="sm" len="sm"/>
              <a:tailEnd type="stealth" w="med" len="med"/>
            </a:ln>
          </p:spPr>
        </p:cxnSp>
        <p:sp>
          <p:nvSpPr>
            <p:cNvPr id="350" name="Google Shape;176;p1">
              <a:extLst>
                <a:ext uri="{FF2B5EF4-FFF2-40B4-BE49-F238E27FC236}">
                  <a16:creationId xmlns:a16="http://schemas.microsoft.com/office/drawing/2014/main" id="{40B6B233-3568-1180-83B6-158BCCA62E99}"/>
                </a:ext>
              </a:extLst>
            </p:cNvPr>
            <p:cNvSpPr/>
            <p:nvPr/>
          </p:nvSpPr>
          <p:spPr>
            <a:xfrm>
              <a:off x="11226037" y="6001619"/>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351" name="Google Shape;184;p1">
              <a:extLst>
                <a:ext uri="{FF2B5EF4-FFF2-40B4-BE49-F238E27FC236}">
                  <a16:creationId xmlns:a16="http://schemas.microsoft.com/office/drawing/2014/main" id="{B3840EAB-E1F0-6604-A335-5A5A97534815}"/>
                </a:ext>
              </a:extLst>
            </p:cNvPr>
            <p:cNvCxnSpPr>
              <a:stCxn id="318" idx="2"/>
              <a:endCxn id="337" idx="7"/>
            </p:cNvCxnSpPr>
            <p:nvPr/>
          </p:nvCxnSpPr>
          <p:spPr>
            <a:xfrm flipH="1">
              <a:off x="11202143" y="5649161"/>
              <a:ext cx="1035600" cy="712800"/>
            </a:xfrm>
            <a:prstGeom prst="straightConnector1">
              <a:avLst/>
            </a:prstGeom>
            <a:noFill/>
            <a:ln w="9525" cap="flat" cmpd="sng">
              <a:solidFill>
                <a:srgbClr val="CCCCCC"/>
              </a:solidFill>
              <a:prstDash val="solid"/>
              <a:round/>
              <a:headEnd type="none" w="sm" len="sm"/>
              <a:tailEnd type="stealth" w="med" len="med"/>
            </a:ln>
          </p:spPr>
        </p:cxnSp>
        <p:cxnSp>
          <p:nvCxnSpPr>
            <p:cNvPr id="352" name="Google Shape;185;p1">
              <a:extLst>
                <a:ext uri="{FF2B5EF4-FFF2-40B4-BE49-F238E27FC236}">
                  <a16:creationId xmlns:a16="http://schemas.microsoft.com/office/drawing/2014/main" id="{7C0D42F6-3FFD-AD69-A622-397C13F6FE12}"/>
                </a:ext>
              </a:extLst>
            </p:cNvPr>
            <p:cNvCxnSpPr>
              <a:stCxn id="318" idx="5"/>
              <a:endCxn id="328" idx="1"/>
            </p:cNvCxnSpPr>
            <p:nvPr/>
          </p:nvCxnSpPr>
          <p:spPr>
            <a:xfrm>
              <a:off x="12401881" y="5719165"/>
              <a:ext cx="907200" cy="894600"/>
            </a:xfrm>
            <a:prstGeom prst="straightConnector1">
              <a:avLst/>
            </a:prstGeom>
            <a:noFill/>
            <a:ln w="17925" cap="flat" cmpd="sng">
              <a:solidFill>
                <a:srgbClr val="D9D9D9"/>
              </a:solidFill>
              <a:prstDash val="solid"/>
              <a:round/>
              <a:headEnd type="none" w="sm" len="sm"/>
              <a:tailEnd type="stealth" w="med" len="med"/>
            </a:ln>
          </p:spPr>
        </p:cxnSp>
        <p:sp>
          <p:nvSpPr>
            <p:cNvPr id="353" name="Google Shape;174;p1">
              <a:extLst>
                <a:ext uri="{FF2B5EF4-FFF2-40B4-BE49-F238E27FC236}">
                  <a16:creationId xmlns:a16="http://schemas.microsoft.com/office/drawing/2014/main" id="{305C801D-0727-5AE5-0BFB-5B93D24D2172}"/>
                </a:ext>
              </a:extLst>
            </p:cNvPr>
            <p:cNvSpPr/>
            <p:nvPr/>
          </p:nvSpPr>
          <p:spPr>
            <a:xfrm>
              <a:off x="10921235" y="566202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354" name="Google Shape;186;p1">
              <a:extLst>
                <a:ext uri="{FF2B5EF4-FFF2-40B4-BE49-F238E27FC236}">
                  <a16:creationId xmlns:a16="http://schemas.microsoft.com/office/drawing/2014/main" id="{4C229871-C930-BA17-D80A-34281E58A2A0}"/>
                </a:ext>
              </a:extLst>
            </p:cNvPr>
            <p:cNvCxnSpPr>
              <a:stCxn id="361" idx="2"/>
              <a:endCxn id="337" idx="6"/>
            </p:cNvCxnSpPr>
            <p:nvPr/>
          </p:nvCxnSpPr>
          <p:spPr>
            <a:xfrm flipH="1">
              <a:off x="11230266" y="5897435"/>
              <a:ext cx="898200" cy="534600"/>
            </a:xfrm>
            <a:prstGeom prst="straightConnector1">
              <a:avLst/>
            </a:prstGeom>
            <a:noFill/>
            <a:ln w="9525" cap="flat" cmpd="sng">
              <a:solidFill>
                <a:srgbClr val="CCCCCC"/>
              </a:solidFill>
              <a:prstDash val="solid"/>
              <a:round/>
              <a:headEnd type="none" w="sm" len="sm"/>
              <a:tailEnd type="stealth" w="med" len="med"/>
            </a:ln>
          </p:spPr>
        </p:cxnSp>
        <p:cxnSp>
          <p:nvCxnSpPr>
            <p:cNvPr id="356" name="Google Shape;189;p1">
              <a:extLst>
                <a:ext uri="{FF2B5EF4-FFF2-40B4-BE49-F238E27FC236}">
                  <a16:creationId xmlns:a16="http://schemas.microsoft.com/office/drawing/2014/main" id="{5A849896-A74D-F6B8-2F37-5FBCA78B1A61}"/>
                </a:ext>
              </a:extLst>
            </p:cNvPr>
            <p:cNvCxnSpPr>
              <a:stCxn id="327" idx="7"/>
              <a:endCxn id="322" idx="2"/>
            </p:cNvCxnSpPr>
            <p:nvPr/>
          </p:nvCxnSpPr>
          <p:spPr>
            <a:xfrm rot="10800000" flipH="1">
              <a:off x="13154736" y="5621063"/>
              <a:ext cx="162600" cy="52200"/>
            </a:xfrm>
            <a:prstGeom prst="straightConnector1">
              <a:avLst/>
            </a:prstGeom>
            <a:noFill/>
            <a:ln w="9525" cap="flat" cmpd="sng">
              <a:solidFill>
                <a:srgbClr val="E4E4E3"/>
              </a:solidFill>
              <a:prstDash val="solid"/>
              <a:round/>
              <a:headEnd type="none" w="sm" len="sm"/>
              <a:tailEnd type="stealth" w="med" len="med"/>
            </a:ln>
          </p:spPr>
        </p:cxnSp>
        <p:cxnSp>
          <p:nvCxnSpPr>
            <p:cNvPr id="357" name="Google Shape;190;p1">
              <a:extLst>
                <a:ext uri="{FF2B5EF4-FFF2-40B4-BE49-F238E27FC236}">
                  <a16:creationId xmlns:a16="http://schemas.microsoft.com/office/drawing/2014/main" id="{41B3FC94-25B5-4CAF-02DD-8AD60AC024E4}"/>
                </a:ext>
              </a:extLst>
            </p:cNvPr>
            <p:cNvCxnSpPr>
              <a:stCxn id="322" idx="6"/>
              <a:endCxn id="325" idx="2"/>
            </p:cNvCxnSpPr>
            <p:nvPr/>
          </p:nvCxnSpPr>
          <p:spPr>
            <a:xfrm rot="10800000" flipH="1">
              <a:off x="13509582" y="5405984"/>
              <a:ext cx="189900" cy="215100"/>
            </a:xfrm>
            <a:prstGeom prst="straightConnector1">
              <a:avLst/>
            </a:prstGeom>
            <a:noFill/>
            <a:ln w="9525" cap="flat" cmpd="sng">
              <a:solidFill>
                <a:srgbClr val="E4E4E3"/>
              </a:solidFill>
              <a:prstDash val="solid"/>
              <a:round/>
              <a:headEnd type="none" w="sm" len="sm"/>
              <a:tailEnd type="stealth" w="med" len="med"/>
            </a:ln>
          </p:spPr>
        </p:cxnSp>
        <p:cxnSp>
          <p:nvCxnSpPr>
            <p:cNvPr id="358" name="Google Shape;191;p1">
              <a:extLst>
                <a:ext uri="{FF2B5EF4-FFF2-40B4-BE49-F238E27FC236}">
                  <a16:creationId xmlns:a16="http://schemas.microsoft.com/office/drawing/2014/main" id="{D4969438-DC1E-F5BF-6FE8-4A21E88911F8}"/>
                </a:ext>
              </a:extLst>
            </p:cNvPr>
            <p:cNvCxnSpPr>
              <a:stCxn id="318" idx="6"/>
              <a:endCxn id="320" idx="2"/>
            </p:cNvCxnSpPr>
            <p:nvPr/>
          </p:nvCxnSpPr>
          <p:spPr>
            <a:xfrm rot="10800000" flipH="1">
              <a:off x="12430043" y="5497061"/>
              <a:ext cx="560700" cy="152100"/>
            </a:xfrm>
            <a:prstGeom prst="straightConnector1">
              <a:avLst/>
            </a:prstGeom>
            <a:noFill/>
            <a:ln w="9525" cap="flat" cmpd="sng">
              <a:solidFill>
                <a:srgbClr val="E4E4E3"/>
              </a:solidFill>
              <a:prstDash val="solid"/>
              <a:round/>
              <a:headEnd type="none" w="sm" len="sm"/>
              <a:tailEnd type="stealth" w="med" len="med"/>
            </a:ln>
          </p:spPr>
        </p:cxnSp>
        <p:sp>
          <p:nvSpPr>
            <p:cNvPr id="359" name="Google Shape;188;p1">
              <a:extLst>
                <a:ext uri="{FF2B5EF4-FFF2-40B4-BE49-F238E27FC236}">
                  <a16:creationId xmlns:a16="http://schemas.microsoft.com/office/drawing/2014/main" id="{5403C421-B182-6172-3D82-780F4F2785F5}"/>
                </a:ext>
              </a:extLst>
            </p:cNvPr>
            <p:cNvSpPr/>
            <p:nvPr/>
          </p:nvSpPr>
          <p:spPr>
            <a:xfrm>
              <a:off x="12361333" y="5843951"/>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360" name="Google Shape;192;p1">
              <a:extLst>
                <a:ext uri="{FF2B5EF4-FFF2-40B4-BE49-F238E27FC236}">
                  <a16:creationId xmlns:a16="http://schemas.microsoft.com/office/drawing/2014/main" id="{AEEAEDDC-EB76-8569-65BE-9960D90ECC25}"/>
                </a:ext>
              </a:extLst>
            </p:cNvPr>
            <p:cNvCxnSpPr>
              <a:stCxn id="320" idx="7"/>
              <a:endCxn id="321" idx="2"/>
            </p:cNvCxnSpPr>
            <p:nvPr/>
          </p:nvCxnSpPr>
          <p:spPr>
            <a:xfrm rot="10800000" flipH="1">
              <a:off x="13154747" y="5328685"/>
              <a:ext cx="174300" cy="98400"/>
            </a:xfrm>
            <a:prstGeom prst="straightConnector1">
              <a:avLst/>
            </a:prstGeom>
            <a:noFill/>
            <a:ln w="9525" cap="flat" cmpd="sng">
              <a:solidFill>
                <a:srgbClr val="E4E4E3"/>
              </a:solidFill>
              <a:prstDash val="solid"/>
              <a:round/>
              <a:headEnd type="none" w="sm" len="sm"/>
              <a:tailEnd type="stealth" w="med" len="med"/>
            </a:ln>
          </p:spPr>
        </p:cxnSp>
        <p:sp>
          <p:nvSpPr>
            <p:cNvPr id="361" name="Google Shape;182;p1">
              <a:extLst>
                <a:ext uri="{FF2B5EF4-FFF2-40B4-BE49-F238E27FC236}">
                  <a16:creationId xmlns:a16="http://schemas.microsoft.com/office/drawing/2014/main" id="{CF85D9F7-130D-B90E-9EE7-6976F77917FD}"/>
                </a:ext>
              </a:extLst>
            </p:cNvPr>
            <p:cNvSpPr/>
            <p:nvPr/>
          </p:nvSpPr>
          <p:spPr>
            <a:xfrm>
              <a:off x="12128466" y="579843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362" name="Google Shape;193;p1">
              <a:extLst>
                <a:ext uri="{FF2B5EF4-FFF2-40B4-BE49-F238E27FC236}">
                  <a16:creationId xmlns:a16="http://schemas.microsoft.com/office/drawing/2014/main" id="{3E2CB464-2281-B225-64D0-C469A22133B2}"/>
                </a:ext>
              </a:extLst>
            </p:cNvPr>
            <p:cNvCxnSpPr>
              <a:stCxn id="338" idx="6"/>
              <a:endCxn id="328" idx="2"/>
            </p:cNvCxnSpPr>
            <p:nvPr/>
          </p:nvCxnSpPr>
          <p:spPr>
            <a:xfrm>
              <a:off x="12002606" y="6583990"/>
              <a:ext cx="1258500" cy="148800"/>
            </a:xfrm>
            <a:prstGeom prst="straightConnector1">
              <a:avLst/>
            </a:prstGeom>
            <a:noFill/>
            <a:ln w="35850" cap="flat" cmpd="sng">
              <a:solidFill>
                <a:srgbClr val="E4E4E3"/>
              </a:solidFill>
              <a:prstDash val="solid"/>
              <a:round/>
              <a:headEnd type="stealth" w="med" len="med"/>
              <a:tailEnd type="none" w="sm" len="sm"/>
            </a:ln>
          </p:spPr>
        </p:cxnSp>
        <p:cxnSp>
          <p:nvCxnSpPr>
            <p:cNvPr id="363" name="Google Shape;194;p1">
              <a:extLst>
                <a:ext uri="{FF2B5EF4-FFF2-40B4-BE49-F238E27FC236}">
                  <a16:creationId xmlns:a16="http://schemas.microsoft.com/office/drawing/2014/main" id="{FD69479A-ECA1-68A1-0E63-98FD1FCCC80F}"/>
                </a:ext>
              </a:extLst>
            </p:cNvPr>
            <p:cNvCxnSpPr>
              <a:stCxn id="329" idx="1"/>
              <a:endCxn id="332" idx="5"/>
            </p:cNvCxnSpPr>
            <p:nvPr/>
          </p:nvCxnSpPr>
          <p:spPr>
            <a:xfrm rot="10800000">
              <a:off x="11729045" y="5839432"/>
              <a:ext cx="1188600" cy="962700"/>
            </a:xfrm>
            <a:prstGeom prst="straightConnector1">
              <a:avLst/>
            </a:prstGeom>
            <a:noFill/>
            <a:ln w="9525" cap="flat" cmpd="sng">
              <a:solidFill>
                <a:srgbClr val="CCCCCC"/>
              </a:solidFill>
              <a:prstDash val="solid"/>
              <a:round/>
              <a:headEnd type="none" w="sm" len="sm"/>
              <a:tailEnd type="stealth" w="med" len="med"/>
            </a:ln>
          </p:spPr>
        </p:cxnSp>
        <p:cxnSp>
          <p:nvCxnSpPr>
            <p:cNvPr id="364" name="Google Shape;195;p1">
              <a:extLst>
                <a:ext uri="{FF2B5EF4-FFF2-40B4-BE49-F238E27FC236}">
                  <a16:creationId xmlns:a16="http://schemas.microsoft.com/office/drawing/2014/main" id="{E1812DE6-62E3-FFEA-3C06-17F04C68A8A7}"/>
                </a:ext>
              </a:extLst>
            </p:cNvPr>
            <p:cNvCxnSpPr>
              <a:stCxn id="361" idx="3"/>
              <a:endCxn id="338" idx="7"/>
            </p:cNvCxnSpPr>
            <p:nvPr/>
          </p:nvCxnSpPr>
          <p:spPr>
            <a:xfrm flipH="1">
              <a:off x="11921428" y="5967439"/>
              <a:ext cx="235200" cy="415800"/>
            </a:xfrm>
            <a:prstGeom prst="straightConnector1">
              <a:avLst/>
            </a:prstGeom>
            <a:noFill/>
            <a:ln w="35850" cap="flat" cmpd="sng">
              <a:solidFill>
                <a:srgbClr val="E4E4E3"/>
              </a:solidFill>
              <a:prstDash val="solid"/>
              <a:round/>
              <a:headEnd type="none" w="sm" len="sm"/>
              <a:tailEnd type="stealth" w="med" len="med"/>
            </a:ln>
          </p:spPr>
        </p:cxnSp>
        <p:cxnSp>
          <p:nvCxnSpPr>
            <p:cNvPr id="366" name="Google Shape;197;p1">
              <a:extLst>
                <a:ext uri="{FF2B5EF4-FFF2-40B4-BE49-F238E27FC236}">
                  <a16:creationId xmlns:a16="http://schemas.microsoft.com/office/drawing/2014/main" id="{2C54D3CB-8BB2-0418-CE8E-05108AE684A0}"/>
                </a:ext>
              </a:extLst>
            </p:cNvPr>
            <p:cNvCxnSpPr>
              <a:stCxn id="318" idx="6"/>
              <a:endCxn id="327" idx="2"/>
            </p:cNvCxnSpPr>
            <p:nvPr/>
          </p:nvCxnSpPr>
          <p:spPr>
            <a:xfrm>
              <a:off x="12430043" y="5649161"/>
              <a:ext cx="560700" cy="94200"/>
            </a:xfrm>
            <a:prstGeom prst="straightConnector1">
              <a:avLst/>
            </a:prstGeom>
            <a:noFill/>
            <a:ln w="9525" cap="flat" cmpd="sng">
              <a:solidFill>
                <a:srgbClr val="E4E4E3"/>
              </a:solidFill>
              <a:prstDash val="solid"/>
              <a:round/>
              <a:headEnd type="none" w="sm" len="sm"/>
              <a:tailEnd type="stealth" w="med" len="med"/>
            </a:ln>
          </p:spPr>
        </p:cxnSp>
      </p:grpSp>
      <p:grpSp>
        <p:nvGrpSpPr>
          <p:cNvPr id="32" name="Google Shape;156;p1">
            <a:extLst>
              <a:ext uri="{FF2B5EF4-FFF2-40B4-BE49-F238E27FC236}">
                <a16:creationId xmlns:a16="http://schemas.microsoft.com/office/drawing/2014/main" id="{03433D60-A844-D0DA-02F2-32CE35D84614}"/>
              </a:ext>
            </a:extLst>
          </p:cNvPr>
          <p:cNvGrpSpPr/>
          <p:nvPr/>
        </p:nvGrpSpPr>
        <p:grpSpPr>
          <a:xfrm>
            <a:off x="6353314" y="6492240"/>
            <a:ext cx="1361060" cy="803822"/>
            <a:chOff x="10592773" y="5229745"/>
            <a:chExt cx="3298954" cy="1741391"/>
          </a:xfrm>
        </p:grpSpPr>
        <p:sp>
          <p:nvSpPr>
            <p:cNvPr id="33" name="Google Shape;157;p1">
              <a:extLst>
                <a:ext uri="{FF2B5EF4-FFF2-40B4-BE49-F238E27FC236}">
                  <a16:creationId xmlns:a16="http://schemas.microsoft.com/office/drawing/2014/main" id="{0D9A1D7B-2842-EAF9-8DEC-EE8A858A3820}"/>
                </a:ext>
              </a:extLst>
            </p:cNvPr>
            <p:cNvSpPr/>
            <p:nvPr/>
          </p:nvSpPr>
          <p:spPr>
            <a:xfrm>
              <a:off x="12237743" y="5550161"/>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5" name="Google Shape;158;p1">
              <a:extLst>
                <a:ext uri="{FF2B5EF4-FFF2-40B4-BE49-F238E27FC236}">
                  <a16:creationId xmlns:a16="http://schemas.microsoft.com/office/drawing/2014/main" id="{5A3E5A1A-7940-DCE8-0C76-330F87E90652}"/>
                </a:ext>
              </a:extLst>
            </p:cNvPr>
            <p:cNvSpPr/>
            <p:nvPr/>
          </p:nvSpPr>
          <p:spPr>
            <a:xfrm>
              <a:off x="12990609" y="5398089"/>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6" name="Google Shape;159;p1">
              <a:extLst>
                <a:ext uri="{FF2B5EF4-FFF2-40B4-BE49-F238E27FC236}">
                  <a16:creationId xmlns:a16="http://schemas.microsoft.com/office/drawing/2014/main" id="{3A903ADA-2E57-66BB-3FB0-6F39C9EDEA8B}"/>
                </a:ext>
              </a:extLst>
            </p:cNvPr>
            <p:cNvSpPr/>
            <p:nvPr/>
          </p:nvSpPr>
          <p:spPr>
            <a:xfrm>
              <a:off x="13329043" y="522974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7" name="Google Shape;160;p1">
              <a:extLst>
                <a:ext uri="{FF2B5EF4-FFF2-40B4-BE49-F238E27FC236}">
                  <a16:creationId xmlns:a16="http://schemas.microsoft.com/office/drawing/2014/main" id="{008DB1EC-DB0A-1165-5F67-DF95D28E0193}"/>
                </a:ext>
              </a:extLst>
            </p:cNvPr>
            <p:cNvSpPr/>
            <p:nvPr/>
          </p:nvSpPr>
          <p:spPr>
            <a:xfrm>
              <a:off x="13317282" y="5522084"/>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8" name="Google Shape;161;p1">
              <a:extLst>
                <a:ext uri="{FF2B5EF4-FFF2-40B4-BE49-F238E27FC236}">
                  <a16:creationId xmlns:a16="http://schemas.microsoft.com/office/drawing/2014/main" id="{E48E85F0-E3B5-37F3-922B-FA5266C4F3B1}"/>
                </a:ext>
              </a:extLst>
            </p:cNvPr>
            <p:cNvSpPr/>
            <p:nvPr/>
          </p:nvSpPr>
          <p:spPr>
            <a:xfrm>
              <a:off x="13699427" y="5306906"/>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9" name="Google Shape;162;p1">
              <a:extLst>
                <a:ext uri="{FF2B5EF4-FFF2-40B4-BE49-F238E27FC236}">
                  <a16:creationId xmlns:a16="http://schemas.microsoft.com/office/drawing/2014/main" id="{37E5B600-7C90-F4DC-A620-C79FAA4B71AB}"/>
                </a:ext>
              </a:extLst>
            </p:cNvPr>
            <p:cNvSpPr/>
            <p:nvPr/>
          </p:nvSpPr>
          <p:spPr>
            <a:xfrm>
              <a:off x="12990598" y="5644267"/>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40" name="Google Shape;163;p1">
              <a:extLst>
                <a:ext uri="{FF2B5EF4-FFF2-40B4-BE49-F238E27FC236}">
                  <a16:creationId xmlns:a16="http://schemas.microsoft.com/office/drawing/2014/main" id="{1E10D562-6848-21DC-5407-0E16600FE279}"/>
                </a:ext>
              </a:extLst>
            </p:cNvPr>
            <p:cNvSpPr/>
            <p:nvPr/>
          </p:nvSpPr>
          <p:spPr>
            <a:xfrm>
              <a:off x="13261106" y="6564434"/>
              <a:ext cx="328200" cy="336900"/>
            </a:xfrm>
            <a:prstGeom prst="ellipse">
              <a:avLst/>
            </a:prstGeom>
            <a:solidFill>
              <a:schemeClr val="tx1">
                <a:lumMod val="20000"/>
                <a:lumOff val="80000"/>
              </a:schemeClr>
            </a:solidFill>
            <a:ln w="9525" cap="flat" cmpd="sng">
              <a:solidFill>
                <a:schemeClr val="tx1">
                  <a:lumMod val="20000"/>
                  <a:lumOff val="8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44" name="Google Shape;164;p1">
              <a:extLst>
                <a:ext uri="{FF2B5EF4-FFF2-40B4-BE49-F238E27FC236}">
                  <a16:creationId xmlns:a16="http://schemas.microsoft.com/office/drawing/2014/main" id="{582FE6D4-4078-0FFA-6485-5A15D047E605}"/>
                </a:ext>
              </a:extLst>
            </p:cNvPr>
            <p:cNvSpPr/>
            <p:nvPr/>
          </p:nvSpPr>
          <p:spPr>
            <a:xfrm>
              <a:off x="12889483" y="6773136"/>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45" name="Google Shape;165;p1">
              <a:extLst>
                <a:ext uri="{FF2B5EF4-FFF2-40B4-BE49-F238E27FC236}">
                  <a16:creationId xmlns:a16="http://schemas.microsoft.com/office/drawing/2014/main" id="{C45A999E-CD30-9AA1-C0D0-014564F53989}"/>
                </a:ext>
              </a:extLst>
            </p:cNvPr>
            <p:cNvSpPr/>
            <p:nvPr/>
          </p:nvSpPr>
          <p:spPr>
            <a:xfrm>
              <a:off x="13324166" y="6099152"/>
              <a:ext cx="192300" cy="198000"/>
            </a:xfrm>
            <a:prstGeom prst="ellipse">
              <a:avLst/>
            </a:prstGeom>
            <a:solidFill>
              <a:schemeClr val="tx1">
                <a:lumMod val="20000"/>
                <a:lumOff val="80000"/>
              </a:schemeClr>
            </a:solidFill>
            <a:ln w="9525" cap="flat" cmpd="sng">
              <a:solidFill>
                <a:schemeClr val="tx1">
                  <a:lumMod val="20000"/>
                  <a:lumOff val="8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46" name="Google Shape;166;p1">
              <a:extLst>
                <a:ext uri="{FF2B5EF4-FFF2-40B4-BE49-F238E27FC236}">
                  <a16:creationId xmlns:a16="http://schemas.microsoft.com/office/drawing/2014/main" id="{19601A04-2B4D-1A9F-DDB5-6490DD97E79E}"/>
                </a:ext>
              </a:extLst>
            </p:cNvPr>
            <p:cNvSpPr/>
            <p:nvPr/>
          </p:nvSpPr>
          <p:spPr>
            <a:xfrm>
              <a:off x="11468140" y="5576165"/>
              <a:ext cx="305700" cy="308400"/>
            </a:xfrm>
            <a:prstGeom prst="ellipse">
              <a:avLst/>
            </a:prstGeom>
            <a:solidFill>
              <a:schemeClr val="bg2">
                <a:lumMod val="10000"/>
              </a:schemeClr>
            </a:solidFill>
            <a:ln w="179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47" name="Google Shape;167;p1">
              <a:extLst>
                <a:ext uri="{FF2B5EF4-FFF2-40B4-BE49-F238E27FC236}">
                  <a16:creationId xmlns:a16="http://schemas.microsoft.com/office/drawing/2014/main" id="{EF8C878C-0B0A-E2E0-2BCD-ABA9714E1E30}"/>
                </a:ext>
              </a:extLst>
            </p:cNvPr>
            <p:cNvSpPr/>
            <p:nvPr/>
          </p:nvSpPr>
          <p:spPr>
            <a:xfrm>
              <a:off x="10719482" y="592538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49" name="Google Shape;168;p1">
              <a:extLst>
                <a:ext uri="{FF2B5EF4-FFF2-40B4-BE49-F238E27FC236}">
                  <a16:creationId xmlns:a16="http://schemas.microsoft.com/office/drawing/2014/main" id="{C547EBDF-504C-4CE7-3B7C-023E00DCA2CB}"/>
                </a:ext>
              </a:extLst>
            </p:cNvPr>
            <p:cNvSpPr/>
            <p:nvPr/>
          </p:nvSpPr>
          <p:spPr>
            <a:xfrm>
              <a:off x="11061232" y="5405652"/>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50" name="Google Shape;169;p1">
              <a:extLst>
                <a:ext uri="{FF2B5EF4-FFF2-40B4-BE49-F238E27FC236}">
                  <a16:creationId xmlns:a16="http://schemas.microsoft.com/office/drawing/2014/main" id="{3B3DD9C5-2E62-1D2D-962E-D419A98BE416}"/>
                </a:ext>
              </a:extLst>
            </p:cNvPr>
            <p:cNvSpPr/>
            <p:nvPr/>
          </p:nvSpPr>
          <p:spPr>
            <a:xfrm>
              <a:off x="10592773" y="6139937"/>
              <a:ext cx="274500" cy="276300"/>
            </a:xfrm>
            <a:prstGeom prst="ellipse">
              <a:avLst/>
            </a:prstGeom>
            <a:solidFill>
              <a:schemeClr val="tx1">
                <a:lumMod val="20000"/>
                <a:lumOff val="80000"/>
              </a:schemeClr>
            </a:solidFill>
            <a:ln w="9525" cap="flat" cmpd="sng">
              <a:solidFill>
                <a:schemeClr val="tx1">
                  <a:lumMod val="20000"/>
                  <a:lumOff val="8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51" name="Google Shape;170;p1">
              <a:extLst>
                <a:ext uri="{FF2B5EF4-FFF2-40B4-BE49-F238E27FC236}">
                  <a16:creationId xmlns:a16="http://schemas.microsoft.com/office/drawing/2014/main" id="{3D2EB38E-2FA4-93C8-DEAD-C7722F3EC67C}"/>
                </a:ext>
              </a:extLst>
            </p:cNvPr>
            <p:cNvSpPr/>
            <p:nvPr/>
          </p:nvSpPr>
          <p:spPr>
            <a:xfrm>
              <a:off x="11037864" y="6333062"/>
              <a:ext cx="192300" cy="198000"/>
            </a:xfrm>
            <a:prstGeom prst="ellipse">
              <a:avLst/>
            </a:prstGeom>
            <a:solidFill>
              <a:srgbClr val="D9D9D9"/>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52" name="Google Shape;171;p1">
              <a:extLst>
                <a:ext uri="{FF2B5EF4-FFF2-40B4-BE49-F238E27FC236}">
                  <a16:creationId xmlns:a16="http://schemas.microsoft.com/office/drawing/2014/main" id="{5943D9C0-ABB6-9ECE-864F-6BFB78D411CB}"/>
                </a:ext>
              </a:extLst>
            </p:cNvPr>
            <p:cNvSpPr/>
            <p:nvPr/>
          </p:nvSpPr>
          <p:spPr>
            <a:xfrm>
              <a:off x="11449106" y="6300040"/>
              <a:ext cx="553500" cy="567900"/>
            </a:xfrm>
            <a:prstGeom prst="ellipse">
              <a:avLst/>
            </a:prstGeom>
            <a:solidFill>
              <a:schemeClr val="tx1">
                <a:lumMod val="20000"/>
                <a:lumOff val="80000"/>
              </a:schemeClr>
            </a:solidFill>
            <a:ln w="26900" cap="flat" cmpd="sng">
              <a:solidFill>
                <a:schemeClr val="tx1">
                  <a:lumMod val="20000"/>
                  <a:lumOff val="8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54" name="Google Shape;172;p1">
              <a:extLst>
                <a:ext uri="{FF2B5EF4-FFF2-40B4-BE49-F238E27FC236}">
                  <a16:creationId xmlns:a16="http://schemas.microsoft.com/office/drawing/2014/main" id="{1745CAF4-EB11-44B7-F35E-BB4B2CB1B018}"/>
                </a:ext>
              </a:extLst>
            </p:cNvPr>
            <p:cNvCxnSpPr>
              <a:cxnSpLocks/>
              <a:stCxn id="33" idx="2"/>
              <a:endCxn id="46" idx="6"/>
            </p:cNvCxnSpPr>
            <p:nvPr/>
          </p:nvCxnSpPr>
          <p:spPr>
            <a:xfrm flipH="1">
              <a:off x="11773943" y="5649161"/>
              <a:ext cx="463800" cy="81300"/>
            </a:xfrm>
            <a:prstGeom prst="straightConnector1">
              <a:avLst/>
            </a:prstGeom>
            <a:noFill/>
            <a:ln w="9525" cap="flat" cmpd="sng">
              <a:solidFill>
                <a:schemeClr val="bg2">
                  <a:lumMod val="10000"/>
                </a:schemeClr>
              </a:solidFill>
              <a:prstDash val="solid"/>
              <a:round/>
              <a:headEnd type="none" w="sm" len="sm"/>
              <a:tailEnd type="stealth" w="med" len="med"/>
            </a:ln>
          </p:spPr>
        </p:cxnSp>
        <p:cxnSp>
          <p:nvCxnSpPr>
            <p:cNvPr id="55" name="Google Shape;173;p1">
              <a:extLst>
                <a:ext uri="{FF2B5EF4-FFF2-40B4-BE49-F238E27FC236}">
                  <a16:creationId xmlns:a16="http://schemas.microsoft.com/office/drawing/2014/main" id="{C6971447-EA1C-DF30-2E3B-7001597336FD}"/>
                </a:ext>
              </a:extLst>
            </p:cNvPr>
            <p:cNvCxnSpPr>
              <a:stCxn id="46" idx="2"/>
              <a:endCxn id="452" idx="6"/>
            </p:cNvCxnSpPr>
            <p:nvPr/>
          </p:nvCxnSpPr>
          <p:spPr>
            <a:xfrm flipH="1">
              <a:off x="11113540" y="5730365"/>
              <a:ext cx="354600" cy="30600"/>
            </a:xfrm>
            <a:prstGeom prst="straightConnector1">
              <a:avLst/>
            </a:prstGeom>
            <a:noFill/>
            <a:ln w="9525" cap="flat" cmpd="sng">
              <a:solidFill>
                <a:schemeClr val="bg2">
                  <a:lumMod val="10000"/>
                </a:schemeClr>
              </a:solidFill>
              <a:prstDash val="solid"/>
              <a:round/>
              <a:headEnd type="none" w="sm" len="sm"/>
              <a:tailEnd type="stealth" w="med" len="med"/>
            </a:ln>
          </p:spPr>
        </p:cxnSp>
        <p:cxnSp>
          <p:nvCxnSpPr>
            <p:cNvPr id="57" name="Google Shape;175;p1">
              <a:extLst>
                <a:ext uri="{FF2B5EF4-FFF2-40B4-BE49-F238E27FC236}">
                  <a16:creationId xmlns:a16="http://schemas.microsoft.com/office/drawing/2014/main" id="{E0F13C2B-5528-2A35-735E-7E7BA540E6A3}"/>
                </a:ext>
              </a:extLst>
            </p:cNvPr>
            <p:cNvCxnSpPr>
              <a:stCxn id="52" idx="1"/>
              <a:endCxn id="448" idx="5"/>
            </p:cNvCxnSpPr>
            <p:nvPr/>
          </p:nvCxnSpPr>
          <p:spPr>
            <a:xfrm rot="10800000">
              <a:off x="11390064" y="6170507"/>
              <a:ext cx="140100" cy="212700"/>
            </a:xfrm>
            <a:prstGeom prst="straightConnector1">
              <a:avLst/>
            </a:prstGeom>
            <a:noFill/>
            <a:ln w="9525" cap="flat" cmpd="sng">
              <a:solidFill>
                <a:srgbClr val="CCCCCC"/>
              </a:solidFill>
              <a:prstDash val="solid"/>
              <a:round/>
              <a:headEnd type="none" w="sm" len="sm"/>
              <a:tailEnd type="stealth" w="med" len="med"/>
            </a:ln>
          </p:spPr>
        </p:cxnSp>
        <p:cxnSp>
          <p:nvCxnSpPr>
            <p:cNvPr id="58" name="Google Shape;177;p1">
              <a:extLst>
                <a:ext uri="{FF2B5EF4-FFF2-40B4-BE49-F238E27FC236}">
                  <a16:creationId xmlns:a16="http://schemas.microsoft.com/office/drawing/2014/main" id="{1F858A7B-E6EC-8A2E-7A3C-FBBE32957BF2}"/>
                </a:ext>
              </a:extLst>
            </p:cNvPr>
            <p:cNvCxnSpPr>
              <a:stCxn id="52" idx="2"/>
              <a:endCxn id="51" idx="5"/>
            </p:cNvCxnSpPr>
            <p:nvPr/>
          </p:nvCxnSpPr>
          <p:spPr>
            <a:xfrm rot="10800000">
              <a:off x="11201906" y="6502090"/>
              <a:ext cx="247200" cy="81900"/>
            </a:xfrm>
            <a:prstGeom prst="straightConnector1">
              <a:avLst/>
            </a:prstGeom>
            <a:noFill/>
            <a:ln w="9525" cap="flat" cmpd="sng">
              <a:solidFill>
                <a:srgbClr val="CCCCCC"/>
              </a:solidFill>
              <a:prstDash val="solid"/>
              <a:round/>
              <a:headEnd type="none" w="sm" len="sm"/>
              <a:tailEnd type="stealth" w="med" len="med"/>
            </a:ln>
          </p:spPr>
        </p:cxnSp>
        <p:cxnSp>
          <p:nvCxnSpPr>
            <p:cNvPr id="59" name="Google Shape;178;p1">
              <a:extLst>
                <a:ext uri="{FF2B5EF4-FFF2-40B4-BE49-F238E27FC236}">
                  <a16:creationId xmlns:a16="http://schemas.microsoft.com/office/drawing/2014/main" id="{DE014F1F-6463-1698-9E10-5003544957CB}"/>
                </a:ext>
              </a:extLst>
            </p:cNvPr>
            <p:cNvCxnSpPr>
              <a:stCxn id="51" idx="2"/>
              <a:endCxn id="50" idx="6"/>
            </p:cNvCxnSpPr>
            <p:nvPr/>
          </p:nvCxnSpPr>
          <p:spPr>
            <a:xfrm rot="10800000">
              <a:off x="10867164" y="6278162"/>
              <a:ext cx="170700" cy="153900"/>
            </a:xfrm>
            <a:prstGeom prst="straightConnector1">
              <a:avLst/>
            </a:prstGeom>
            <a:noFill/>
            <a:ln w="9525" cap="flat" cmpd="sng">
              <a:solidFill>
                <a:schemeClr val="tx1">
                  <a:lumMod val="20000"/>
                  <a:lumOff val="80000"/>
                </a:schemeClr>
              </a:solidFill>
              <a:prstDash val="solid"/>
              <a:round/>
              <a:headEnd type="none" w="sm" len="sm"/>
              <a:tailEnd type="stealth" w="med" len="med"/>
            </a:ln>
          </p:spPr>
        </p:cxnSp>
        <p:cxnSp>
          <p:nvCxnSpPr>
            <p:cNvPr id="60" name="Google Shape;179;p1">
              <a:extLst>
                <a:ext uri="{FF2B5EF4-FFF2-40B4-BE49-F238E27FC236}">
                  <a16:creationId xmlns:a16="http://schemas.microsoft.com/office/drawing/2014/main" id="{9AFAB3F8-2D91-C349-EA30-B58D867618D4}"/>
                </a:ext>
              </a:extLst>
            </p:cNvPr>
            <p:cNvCxnSpPr>
              <a:stCxn id="448" idx="2"/>
              <a:endCxn id="47" idx="5"/>
            </p:cNvCxnSpPr>
            <p:nvPr/>
          </p:nvCxnSpPr>
          <p:spPr>
            <a:xfrm rot="10800000">
              <a:off x="10883737" y="6094319"/>
              <a:ext cx="342300" cy="6300"/>
            </a:xfrm>
            <a:prstGeom prst="straightConnector1">
              <a:avLst/>
            </a:prstGeom>
            <a:noFill/>
            <a:ln w="9525" cap="flat" cmpd="sng">
              <a:solidFill>
                <a:srgbClr val="CCCCCC"/>
              </a:solidFill>
              <a:prstDash val="solid"/>
              <a:round/>
              <a:headEnd type="none" w="sm" len="sm"/>
              <a:tailEnd type="stealth" w="med" len="med"/>
            </a:ln>
          </p:spPr>
        </p:cxnSp>
        <p:cxnSp>
          <p:nvCxnSpPr>
            <p:cNvPr id="61" name="Google Shape;180;p1">
              <a:extLst>
                <a:ext uri="{FF2B5EF4-FFF2-40B4-BE49-F238E27FC236}">
                  <a16:creationId xmlns:a16="http://schemas.microsoft.com/office/drawing/2014/main" id="{2DD1ABBE-4BF1-D15A-7C82-999CD5F50ED4}"/>
                </a:ext>
              </a:extLst>
            </p:cNvPr>
            <p:cNvCxnSpPr>
              <a:stCxn id="46" idx="1"/>
              <a:endCxn id="49" idx="5"/>
            </p:cNvCxnSpPr>
            <p:nvPr/>
          </p:nvCxnSpPr>
          <p:spPr>
            <a:xfrm rot="10800000">
              <a:off x="11225509" y="5574529"/>
              <a:ext cx="287400" cy="46800"/>
            </a:xfrm>
            <a:prstGeom prst="straightConnector1">
              <a:avLst/>
            </a:prstGeom>
            <a:noFill/>
            <a:ln w="9525" cap="flat" cmpd="sng">
              <a:solidFill>
                <a:srgbClr val="CCCCCC"/>
              </a:solidFill>
              <a:prstDash val="solid"/>
              <a:round/>
              <a:headEnd type="none" w="sm" len="sm"/>
              <a:tailEnd type="stealth" w="med" len="med"/>
            </a:ln>
          </p:spPr>
        </p:cxnSp>
        <p:cxnSp>
          <p:nvCxnSpPr>
            <p:cNvPr id="62" name="Google Shape;181;p1">
              <a:extLst>
                <a:ext uri="{FF2B5EF4-FFF2-40B4-BE49-F238E27FC236}">
                  <a16:creationId xmlns:a16="http://schemas.microsoft.com/office/drawing/2014/main" id="{3CF8E67E-7C59-E0AA-F574-C7BFE4E46B18}"/>
                </a:ext>
              </a:extLst>
            </p:cNvPr>
            <p:cNvCxnSpPr>
              <a:stCxn id="466" idx="2"/>
              <a:endCxn id="448" idx="6"/>
            </p:cNvCxnSpPr>
            <p:nvPr/>
          </p:nvCxnSpPr>
          <p:spPr>
            <a:xfrm flipH="1">
              <a:off x="11418366" y="5897435"/>
              <a:ext cx="710100" cy="203100"/>
            </a:xfrm>
            <a:prstGeom prst="straightConnector1">
              <a:avLst/>
            </a:prstGeom>
            <a:noFill/>
            <a:ln w="9525" cap="flat" cmpd="sng">
              <a:solidFill>
                <a:srgbClr val="CCCCCC"/>
              </a:solidFill>
              <a:prstDash val="solid"/>
              <a:round/>
              <a:headEnd type="none" w="sm" len="sm"/>
              <a:tailEnd type="stealth" w="med" len="med"/>
            </a:ln>
          </p:spPr>
        </p:cxnSp>
        <p:cxnSp>
          <p:nvCxnSpPr>
            <p:cNvPr id="63" name="Google Shape;183;p1">
              <a:extLst>
                <a:ext uri="{FF2B5EF4-FFF2-40B4-BE49-F238E27FC236}">
                  <a16:creationId xmlns:a16="http://schemas.microsoft.com/office/drawing/2014/main" id="{9ADD1A20-543B-31BD-9181-9961FB737E53}"/>
                </a:ext>
              </a:extLst>
            </p:cNvPr>
            <p:cNvCxnSpPr>
              <a:stCxn id="466" idx="2"/>
              <a:endCxn id="47" idx="6"/>
            </p:cNvCxnSpPr>
            <p:nvPr/>
          </p:nvCxnSpPr>
          <p:spPr>
            <a:xfrm flipH="1">
              <a:off x="10911666" y="5897435"/>
              <a:ext cx="1216800" cy="126900"/>
            </a:xfrm>
            <a:prstGeom prst="straightConnector1">
              <a:avLst/>
            </a:prstGeom>
            <a:noFill/>
            <a:ln w="9525" cap="flat" cmpd="sng">
              <a:solidFill>
                <a:srgbClr val="CCCCCC"/>
              </a:solidFill>
              <a:prstDash val="solid"/>
              <a:round/>
              <a:headEnd type="none" w="sm" len="sm"/>
              <a:tailEnd type="stealth" w="med" len="med"/>
            </a:ln>
          </p:spPr>
        </p:cxnSp>
        <p:sp>
          <p:nvSpPr>
            <p:cNvPr id="448" name="Google Shape;176;p1">
              <a:extLst>
                <a:ext uri="{FF2B5EF4-FFF2-40B4-BE49-F238E27FC236}">
                  <a16:creationId xmlns:a16="http://schemas.microsoft.com/office/drawing/2014/main" id="{8B621B07-D6B9-3215-9A91-2C7CAC164A01}"/>
                </a:ext>
              </a:extLst>
            </p:cNvPr>
            <p:cNvSpPr/>
            <p:nvPr/>
          </p:nvSpPr>
          <p:spPr>
            <a:xfrm>
              <a:off x="11226037" y="6001619"/>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449" name="Google Shape;184;p1">
              <a:extLst>
                <a:ext uri="{FF2B5EF4-FFF2-40B4-BE49-F238E27FC236}">
                  <a16:creationId xmlns:a16="http://schemas.microsoft.com/office/drawing/2014/main" id="{35CECF86-A79A-2E3C-6E26-F760DDD9B8CF}"/>
                </a:ext>
              </a:extLst>
            </p:cNvPr>
            <p:cNvCxnSpPr>
              <a:stCxn id="33" idx="2"/>
              <a:endCxn id="51" idx="7"/>
            </p:cNvCxnSpPr>
            <p:nvPr/>
          </p:nvCxnSpPr>
          <p:spPr>
            <a:xfrm flipH="1">
              <a:off x="11202143" y="5649161"/>
              <a:ext cx="1035600" cy="712800"/>
            </a:xfrm>
            <a:prstGeom prst="straightConnector1">
              <a:avLst/>
            </a:prstGeom>
            <a:noFill/>
            <a:ln w="9525" cap="flat" cmpd="sng">
              <a:solidFill>
                <a:srgbClr val="CCCCCC"/>
              </a:solidFill>
              <a:prstDash val="solid"/>
              <a:round/>
              <a:headEnd type="none" w="sm" len="sm"/>
              <a:tailEnd type="stealth" w="med" len="med"/>
            </a:ln>
          </p:spPr>
        </p:cxnSp>
        <p:cxnSp>
          <p:nvCxnSpPr>
            <p:cNvPr id="450" name="Google Shape;185;p1">
              <a:extLst>
                <a:ext uri="{FF2B5EF4-FFF2-40B4-BE49-F238E27FC236}">
                  <a16:creationId xmlns:a16="http://schemas.microsoft.com/office/drawing/2014/main" id="{969ED485-BA13-011B-4CB1-AE371D451599}"/>
                </a:ext>
              </a:extLst>
            </p:cNvPr>
            <p:cNvCxnSpPr>
              <a:stCxn id="33" idx="5"/>
              <a:endCxn id="40" idx="1"/>
            </p:cNvCxnSpPr>
            <p:nvPr/>
          </p:nvCxnSpPr>
          <p:spPr>
            <a:xfrm>
              <a:off x="12401881" y="5719165"/>
              <a:ext cx="907200" cy="894600"/>
            </a:xfrm>
            <a:prstGeom prst="straightConnector1">
              <a:avLst/>
            </a:prstGeom>
            <a:noFill/>
            <a:ln w="17925" cap="flat" cmpd="sng">
              <a:solidFill>
                <a:srgbClr val="D9D9D9"/>
              </a:solidFill>
              <a:prstDash val="solid"/>
              <a:round/>
              <a:headEnd type="none" w="sm" len="sm"/>
              <a:tailEnd type="stealth" w="med" len="med"/>
            </a:ln>
          </p:spPr>
        </p:cxnSp>
        <p:sp>
          <p:nvSpPr>
            <p:cNvPr id="452" name="Google Shape;174;p1">
              <a:extLst>
                <a:ext uri="{FF2B5EF4-FFF2-40B4-BE49-F238E27FC236}">
                  <a16:creationId xmlns:a16="http://schemas.microsoft.com/office/drawing/2014/main" id="{DF8F2C9E-B6D4-F5D1-7963-9DBB091A7672}"/>
                </a:ext>
              </a:extLst>
            </p:cNvPr>
            <p:cNvSpPr/>
            <p:nvPr/>
          </p:nvSpPr>
          <p:spPr>
            <a:xfrm>
              <a:off x="10921235" y="5662025"/>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453" name="Google Shape;186;p1">
              <a:extLst>
                <a:ext uri="{FF2B5EF4-FFF2-40B4-BE49-F238E27FC236}">
                  <a16:creationId xmlns:a16="http://schemas.microsoft.com/office/drawing/2014/main" id="{C7164743-2C8C-AF71-D123-7BFEA0B444A1}"/>
                </a:ext>
              </a:extLst>
            </p:cNvPr>
            <p:cNvCxnSpPr>
              <a:stCxn id="466" idx="2"/>
              <a:endCxn id="51" idx="6"/>
            </p:cNvCxnSpPr>
            <p:nvPr/>
          </p:nvCxnSpPr>
          <p:spPr>
            <a:xfrm flipH="1">
              <a:off x="11230266" y="5897435"/>
              <a:ext cx="898200" cy="534600"/>
            </a:xfrm>
            <a:prstGeom prst="straightConnector1">
              <a:avLst/>
            </a:prstGeom>
            <a:noFill/>
            <a:ln w="9525" cap="flat" cmpd="sng">
              <a:solidFill>
                <a:srgbClr val="CCCCCC"/>
              </a:solidFill>
              <a:prstDash val="solid"/>
              <a:round/>
              <a:headEnd type="none" w="sm" len="sm"/>
              <a:tailEnd type="stealth" w="med" len="med"/>
            </a:ln>
          </p:spPr>
        </p:cxnSp>
        <p:cxnSp>
          <p:nvCxnSpPr>
            <p:cNvPr id="456" name="Google Shape;187;p1">
              <a:extLst>
                <a:ext uri="{FF2B5EF4-FFF2-40B4-BE49-F238E27FC236}">
                  <a16:creationId xmlns:a16="http://schemas.microsoft.com/office/drawing/2014/main" id="{E32C7E87-3770-CD21-EC1D-742408BE7605}"/>
                </a:ext>
              </a:extLst>
            </p:cNvPr>
            <p:cNvCxnSpPr>
              <a:stCxn id="461" idx="6"/>
              <a:endCxn id="39" idx="2"/>
            </p:cNvCxnSpPr>
            <p:nvPr/>
          </p:nvCxnSpPr>
          <p:spPr>
            <a:xfrm rot="10800000" flipH="1">
              <a:off x="12553633" y="5743151"/>
              <a:ext cx="437100" cy="199800"/>
            </a:xfrm>
            <a:prstGeom prst="straightConnector1">
              <a:avLst/>
            </a:prstGeom>
            <a:noFill/>
            <a:ln w="9525" cap="flat" cmpd="sng">
              <a:solidFill>
                <a:schemeClr val="bg2">
                  <a:lumMod val="10000"/>
                </a:schemeClr>
              </a:solidFill>
              <a:prstDash val="solid"/>
              <a:round/>
              <a:headEnd type="none" w="sm" len="sm"/>
              <a:tailEnd type="stealth" w="med" len="med"/>
            </a:ln>
          </p:spPr>
        </p:cxnSp>
        <p:cxnSp>
          <p:nvCxnSpPr>
            <p:cNvPr id="457" name="Google Shape;189;p1">
              <a:extLst>
                <a:ext uri="{FF2B5EF4-FFF2-40B4-BE49-F238E27FC236}">
                  <a16:creationId xmlns:a16="http://schemas.microsoft.com/office/drawing/2014/main" id="{E11CD28C-6871-E901-D47C-0DC835436B7B}"/>
                </a:ext>
              </a:extLst>
            </p:cNvPr>
            <p:cNvCxnSpPr>
              <a:stCxn id="39" idx="7"/>
              <a:endCxn id="37" idx="2"/>
            </p:cNvCxnSpPr>
            <p:nvPr/>
          </p:nvCxnSpPr>
          <p:spPr>
            <a:xfrm rot="10800000" flipH="1">
              <a:off x="13154736" y="5621063"/>
              <a:ext cx="162600" cy="52200"/>
            </a:xfrm>
            <a:prstGeom prst="straightConnector1">
              <a:avLst/>
            </a:prstGeom>
            <a:noFill/>
            <a:ln w="9525" cap="flat" cmpd="sng">
              <a:solidFill>
                <a:srgbClr val="E4E4E3"/>
              </a:solidFill>
              <a:prstDash val="solid"/>
              <a:round/>
              <a:headEnd type="none" w="sm" len="sm"/>
              <a:tailEnd type="stealth" w="med" len="med"/>
            </a:ln>
          </p:spPr>
        </p:cxnSp>
        <p:cxnSp>
          <p:nvCxnSpPr>
            <p:cNvPr id="458" name="Google Shape;190;p1">
              <a:extLst>
                <a:ext uri="{FF2B5EF4-FFF2-40B4-BE49-F238E27FC236}">
                  <a16:creationId xmlns:a16="http://schemas.microsoft.com/office/drawing/2014/main" id="{571F07DB-1937-EEA9-1548-DED38E72C3C0}"/>
                </a:ext>
              </a:extLst>
            </p:cNvPr>
            <p:cNvCxnSpPr>
              <a:stCxn id="37" idx="6"/>
              <a:endCxn id="38" idx="2"/>
            </p:cNvCxnSpPr>
            <p:nvPr/>
          </p:nvCxnSpPr>
          <p:spPr>
            <a:xfrm rot="10800000" flipH="1">
              <a:off x="13509582" y="5405984"/>
              <a:ext cx="189900" cy="215100"/>
            </a:xfrm>
            <a:prstGeom prst="straightConnector1">
              <a:avLst/>
            </a:prstGeom>
            <a:noFill/>
            <a:ln w="9525" cap="flat" cmpd="sng">
              <a:solidFill>
                <a:srgbClr val="E4E4E3"/>
              </a:solidFill>
              <a:prstDash val="solid"/>
              <a:round/>
              <a:headEnd type="none" w="sm" len="sm"/>
              <a:tailEnd type="stealth" w="med" len="med"/>
            </a:ln>
          </p:spPr>
        </p:cxnSp>
        <p:cxnSp>
          <p:nvCxnSpPr>
            <p:cNvPr id="459" name="Google Shape;191;p1">
              <a:extLst>
                <a:ext uri="{FF2B5EF4-FFF2-40B4-BE49-F238E27FC236}">
                  <a16:creationId xmlns:a16="http://schemas.microsoft.com/office/drawing/2014/main" id="{6D4C6CF2-7736-9F68-82B6-3EA92D9A6FA5}"/>
                </a:ext>
              </a:extLst>
            </p:cNvPr>
            <p:cNvCxnSpPr>
              <a:stCxn id="33" idx="6"/>
              <a:endCxn id="35" idx="2"/>
            </p:cNvCxnSpPr>
            <p:nvPr/>
          </p:nvCxnSpPr>
          <p:spPr>
            <a:xfrm rot="10800000" flipH="1">
              <a:off x="12430043" y="5497061"/>
              <a:ext cx="560700" cy="152100"/>
            </a:xfrm>
            <a:prstGeom prst="straightConnector1">
              <a:avLst/>
            </a:prstGeom>
            <a:noFill/>
            <a:ln w="9525" cap="flat" cmpd="sng">
              <a:solidFill>
                <a:srgbClr val="E4E4E3"/>
              </a:solidFill>
              <a:prstDash val="solid"/>
              <a:round/>
              <a:headEnd type="none" w="sm" len="sm"/>
              <a:tailEnd type="stealth" w="med" len="med"/>
            </a:ln>
          </p:spPr>
        </p:cxnSp>
        <p:sp>
          <p:nvSpPr>
            <p:cNvPr id="461" name="Google Shape;188;p1">
              <a:extLst>
                <a:ext uri="{FF2B5EF4-FFF2-40B4-BE49-F238E27FC236}">
                  <a16:creationId xmlns:a16="http://schemas.microsoft.com/office/drawing/2014/main" id="{F2AFA970-3013-A28D-BDB6-ABC3C1761762}"/>
                </a:ext>
              </a:extLst>
            </p:cNvPr>
            <p:cNvSpPr/>
            <p:nvPr/>
          </p:nvSpPr>
          <p:spPr>
            <a:xfrm>
              <a:off x="12361333" y="5843951"/>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465" name="Google Shape;192;p1">
              <a:extLst>
                <a:ext uri="{FF2B5EF4-FFF2-40B4-BE49-F238E27FC236}">
                  <a16:creationId xmlns:a16="http://schemas.microsoft.com/office/drawing/2014/main" id="{2DA2C577-98E7-E4F5-3F8F-B15D992B9754}"/>
                </a:ext>
              </a:extLst>
            </p:cNvPr>
            <p:cNvCxnSpPr>
              <a:stCxn id="35" idx="7"/>
              <a:endCxn id="36" idx="2"/>
            </p:cNvCxnSpPr>
            <p:nvPr/>
          </p:nvCxnSpPr>
          <p:spPr>
            <a:xfrm rot="10800000" flipH="1">
              <a:off x="13154747" y="5328685"/>
              <a:ext cx="174300" cy="98400"/>
            </a:xfrm>
            <a:prstGeom prst="straightConnector1">
              <a:avLst/>
            </a:prstGeom>
            <a:noFill/>
            <a:ln w="9525" cap="flat" cmpd="sng">
              <a:solidFill>
                <a:srgbClr val="E4E4E3"/>
              </a:solidFill>
              <a:prstDash val="solid"/>
              <a:round/>
              <a:headEnd type="none" w="sm" len="sm"/>
              <a:tailEnd type="stealth" w="med" len="med"/>
            </a:ln>
          </p:spPr>
        </p:cxnSp>
        <p:sp>
          <p:nvSpPr>
            <p:cNvPr id="466" name="Google Shape;182;p1">
              <a:extLst>
                <a:ext uri="{FF2B5EF4-FFF2-40B4-BE49-F238E27FC236}">
                  <a16:creationId xmlns:a16="http://schemas.microsoft.com/office/drawing/2014/main" id="{07430157-D487-FE37-93B8-21E25D098736}"/>
                </a:ext>
              </a:extLst>
            </p:cNvPr>
            <p:cNvSpPr/>
            <p:nvPr/>
          </p:nvSpPr>
          <p:spPr>
            <a:xfrm>
              <a:off x="12128466" y="579843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468" name="Google Shape;193;p1">
              <a:extLst>
                <a:ext uri="{FF2B5EF4-FFF2-40B4-BE49-F238E27FC236}">
                  <a16:creationId xmlns:a16="http://schemas.microsoft.com/office/drawing/2014/main" id="{DDB41A31-BF67-4923-E431-7D88EE6EFBC8}"/>
                </a:ext>
              </a:extLst>
            </p:cNvPr>
            <p:cNvCxnSpPr>
              <a:stCxn id="52" idx="6"/>
              <a:endCxn id="40" idx="2"/>
            </p:cNvCxnSpPr>
            <p:nvPr/>
          </p:nvCxnSpPr>
          <p:spPr>
            <a:xfrm>
              <a:off x="12002606" y="6583990"/>
              <a:ext cx="1258500" cy="148800"/>
            </a:xfrm>
            <a:prstGeom prst="straightConnector1">
              <a:avLst/>
            </a:prstGeom>
            <a:noFill/>
            <a:ln w="35850" cap="flat" cmpd="sng">
              <a:solidFill>
                <a:srgbClr val="E4E4E3"/>
              </a:solidFill>
              <a:prstDash val="solid"/>
              <a:round/>
              <a:headEnd type="stealth" w="med" len="med"/>
              <a:tailEnd type="none" w="sm" len="sm"/>
            </a:ln>
          </p:spPr>
        </p:cxnSp>
        <p:cxnSp>
          <p:nvCxnSpPr>
            <p:cNvPr id="470" name="Google Shape;194;p1">
              <a:extLst>
                <a:ext uri="{FF2B5EF4-FFF2-40B4-BE49-F238E27FC236}">
                  <a16:creationId xmlns:a16="http://schemas.microsoft.com/office/drawing/2014/main" id="{E687FC90-FB9C-384A-641C-AE7550712EC0}"/>
                </a:ext>
              </a:extLst>
            </p:cNvPr>
            <p:cNvCxnSpPr>
              <a:stCxn id="44" idx="1"/>
              <a:endCxn id="46" idx="5"/>
            </p:cNvCxnSpPr>
            <p:nvPr/>
          </p:nvCxnSpPr>
          <p:spPr>
            <a:xfrm rot="10800000">
              <a:off x="11729045" y="5839432"/>
              <a:ext cx="1188600" cy="962700"/>
            </a:xfrm>
            <a:prstGeom prst="straightConnector1">
              <a:avLst/>
            </a:prstGeom>
            <a:noFill/>
            <a:ln w="9525" cap="flat" cmpd="sng">
              <a:solidFill>
                <a:schemeClr val="bg2">
                  <a:lumMod val="10000"/>
                </a:schemeClr>
              </a:solidFill>
              <a:prstDash val="solid"/>
              <a:round/>
              <a:headEnd type="none" w="sm" len="sm"/>
              <a:tailEnd type="stealth" w="med" len="med"/>
            </a:ln>
          </p:spPr>
        </p:cxnSp>
        <p:cxnSp>
          <p:nvCxnSpPr>
            <p:cNvPr id="471" name="Google Shape;195;p1">
              <a:extLst>
                <a:ext uri="{FF2B5EF4-FFF2-40B4-BE49-F238E27FC236}">
                  <a16:creationId xmlns:a16="http://schemas.microsoft.com/office/drawing/2014/main" id="{26344311-515B-50B5-7F73-75A484A6646A}"/>
                </a:ext>
              </a:extLst>
            </p:cNvPr>
            <p:cNvCxnSpPr>
              <a:stCxn id="466" idx="3"/>
              <a:endCxn id="52" idx="7"/>
            </p:cNvCxnSpPr>
            <p:nvPr/>
          </p:nvCxnSpPr>
          <p:spPr>
            <a:xfrm flipH="1">
              <a:off x="11921428" y="5967439"/>
              <a:ext cx="235200" cy="415800"/>
            </a:xfrm>
            <a:prstGeom prst="straightConnector1">
              <a:avLst/>
            </a:prstGeom>
            <a:noFill/>
            <a:ln w="35850" cap="flat" cmpd="sng">
              <a:solidFill>
                <a:srgbClr val="E4E4E3"/>
              </a:solidFill>
              <a:prstDash val="solid"/>
              <a:round/>
              <a:headEnd type="none" w="sm" len="sm"/>
              <a:tailEnd type="stealth" w="med" len="med"/>
            </a:ln>
          </p:spPr>
        </p:cxnSp>
        <p:cxnSp>
          <p:nvCxnSpPr>
            <p:cNvPr id="472" name="Google Shape;196;p1">
              <a:extLst>
                <a:ext uri="{FF2B5EF4-FFF2-40B4-BE49-F238E27FC236}">
                  <a16:creationId xmlns:a16="http://schemas.microsoft.com/office/drawing/2014/main" id="{CAA393BD-1369-8166-8EED-A536E3888A87}"/>
                </a:ext>
              </a:extLst>
            </p:cNvPr>
            <p:cNvCxnSpPr>
              <a:stCxn id="461" idx="5"/>
              <a:endCxn id="44" idx="1"/>
            </p:cNvCxnSpPr>
            <p:nvPr/>
          </p:nvCxnSpPr>
          <p:spPr>
            <a:xfrm>
              <a:off x="12525471" y="6012955"/>
              <a:ext cx="392100" cy="789300"/>
            </a:xfrm>
            <a:prstGeom prst="straightConnector1">
              <a:avLst/>
            </a:prstGeom>
            <a:noFill/>
            <a:ln w="9525" cap="flat" cmpd="sng">
              <a:solidFill>
                <a:schemeClr val="bg2">
                  <a:lumMod val="10000"/>
                </a:schemeClr>
              </a:solidFill>
              <a:prstDash val="solid"/>
              <a:round/>
              <a:headEnd type="none" w="sm" len="sm"/>
              <a:tailEnd type="stealth" w="med" len="med"/>
            </a:ln>
          </p:spPr>
        </p:cxnSp>
        <p:cxnSp>
          <p:nvCxnSpPr>
            <p:cNvPr id="473" name="Google Shape;197;p1">
              <a:extLst>
                <a:ext uri="{FF2B5EF4-FFF2-40B4-BE49-F238E27FC236}">
                  <a16:creationId xmlns:a16="http://schemas.microsoft.com/office/drawing/2014/main" id="{0D1323CD-2731-24FB-5641-AD95FC452CAC}"/>
                </a:ext>
              </a:extLst>
            </p:cNvPr>
            <p:cNvCxnSpPr>
              <a:stCxn id="33" idx="6"/>
              <a:endCxn id="39" idx="2"/>
            </p:cNvCxnSpPr>
            <p:nvPr/>
          </p:nvCxnSpPr>
          <p:spPr>
            <a:xfrm>
              <a:off x="12430043" y="5649161"/>
              <a:ext cx="560700" cy="94200"/>
            </a:xfrm>
            <a:prstGeom prst="straightConnector1">
              <a:avLst/>
            </a:prstGeom>
            <a:noFill/>
            <a:ln w="9525" cap="flat" cmpd="sng">
              <a:solidFill>
                <a:schemeClr val="bg2">
                  <a:lumMod val="10000"/>
                </a:schemeClr>
              </a:solidFill>
              <a:prstDash val="solid"/>
              <a:round/>
              <a:headEnd type="none" w="sm" len="sm"/>
              <a:tailEnd type="stealth" w="med" len="med"/>
            </a:ln>
          </p:spPr>
        </p:cxnSp>
        <p:cxnSp>
          <p:nvCxnSpPr>
            <p:cNvPr id="478" name="Google Shape;198;p1">
              <a:extLst>
                <a:ext uri="{FF2B5EF4-FFF2-40B4-BE49-F238E27FC236}">
                  <a16:creationId xmlns:a16="http://schemas.microsoft.com/office/drawing/2014/main" id="{CE10506B-BE0B-7A97-8400-D8EFA370FCD2}"/>
                </a:ext>
              </a:extLst>
            </p:cNvPr>
            <p:cNvCxnSpPr>
              <a:stCxn id="461" idx="6"/>
              <a:endCxn id="45" idx="2"/>
            </p:cNvCxnSpPr>
            <p:nvPr/>
          </p:nvCxnSpPr>
          <p:spPr>
            <a:xfrm>
              <a:off x="12553633" y="5942951"/>
              <a:ext cx="770400" cy="255300"/>
            </a:xfrm>
            <a:prstGeom prst="straightConnector1">
              <a:avLst/>
            </a:prstGeom>
            <a:noFill/>
            <a:ln w="9525" cap="flat" cmpd="sng">
              <a:solidFill>
                <a:schemeClr val="tx1">
                  <a:lumMod val="20000"/>
                  <a:lumOff val="80000"/>
                </a:schemeClr>
              </a:solidFill>
              <a:prstDash val="solid"/>
              <a:round/>
              <a:headEnd type="none" w="sm" len="sm"/>
              <a:tailEnd type="stealth" w="med" len="med"/>
            </a:ln>
          </p:spPr>
        </p:cxnSp>
        <p:cxnSp>
          <p:nvCxnSpPr>
            <p:cNvPr id="479" name="Google Shape;199;p1">
              <a:extLst>
                <a:ext uri="{FF2B5EF4-FFF2-40B4-BE49-F238E27FC236}">
                  <a16:creationId xmlns:a16="http://schemas.microsoft.com/office/drawing/2014/main" id="{A2F077F2-3EA0-BF5D-1A25-055FF430D953}"/>
                </a:ext>
              </a:extLst>
            </p:cNvPr>
            <p:cNvCxnSpPr>
              <a:stCxn id="461" idx="3"/>
              <a:endCxn id="52" idx="7"/>
            </p:cNvCxnSpPr>
            <p:nvPr/>
          </p:nvCxnSpPr>
          <p:spPr>
            <a:xfrm flipH="1">
              <a:off x="11921495" y="6012955"/>
              <a:ext cx="468000" cy="370200"/>
            </a:xfrm>
            <a:prstGeom prst="straightConnector1">
              <a:avLst/>
            </a:prstGeom>
            <a:noFill/>
            <a:ln w="9525" cap="flat" cmpd="sng">
              <a:solidFill>
                <a:schemeClr val="tx1">
                  <a:lumMod val="20000"/>
                  <a:lumOff val="80000"/>
                </a:schemeClr>
              </a:solidFill>
              <a:prstDash val="solid"/>
              <a:round/>
              <a:headEnd type="none" w="sm" len="sm"/>
              <a:tailEnd type="stealth" w="med" len="med"/>
            </a:ln>
          </p:spPr>
        </p:cxnSp>
        <p:cxnSp>
          <p:nvCxnSpPr>
            <p:cNvPr id="481" name="Google Shape;200;p1">
              <a:extLst>
                <a:ext uri="{FF2B5EF4-FFF2-40B4-BE49-F238E27FC236}">
                  <a16:creationId xmlns:a16="http://schemas.microsoft.com/office/drawing/2014/main" id="{D768B278-F553-72D6-2D50-4EB2E78080A6}"/>
                </a:ext>
              </a:extLst>
            </p:cNvPr>
            <p:cNvCxnSpPr>
              <a:stCxn id="461" idx="6"/>
              <a:endCxn id="40" idx="1"/>
            </p:cNvCxnSpPr>
            <p:nvPr/>
          </p:nvCxnSpPr>
          <p:spPr>
            <a:xfrm>
              <a:off x="12553633" y="5942951"/>
              <a:ext cx="755400" cy="670800"/>
            </a:xfrm>
            <a:prstGeom prst="straightConnector1">
              <a:avLst/>
            </a:prstGeom>
            <a:noFill/>
            <a:ln w="17925" cap="flat" cmpd="sng">
              <a:solidFill>
                <a:schemeClr val="tx1">
                  <a:lumMod val="20000"/>
                  <a:lumOff val="80000"/>
                </a:schemeClr>
              </a:solidFill>
              <a:prstDash val="solid"/>
              <a:round/>
              <a:headEnd type="none" w="sm" len="sm"/>
              <a:tailEnd type="stealth" w="med" len="med"/>
            </a:ln>
          </p:spPr>
        </p:cxnSp>
      </p:grpSp>
      <p:cxnSp>
        <p:nvCxnSpPr>
          <p:cNvPr id="9" name="Straight Connector 8">
            <a:extLst>
              <a:ext uri="{FF2B5EF4-FFF2-40B4-BE49-F238E27FC236}">
                <a16:creationId xmlns:a16="http://schemas.microsoft.com/office/drawing/2014/main" id="{84000670-2F6A-BA47-6590-F3F8B0F8C80E}"/>
              </a:ext>
            </a:extLst>
          </p:cNvPr>
          <p:cNvCxnSpPr>
            <a:stCxn id="359" idx="3"/>
            <a:endCxn id="338" idx="7"/>
          </p:cNvCxnSpPr>
          <p:nvPr/>
        </p:nvCxnSpPr>
        <p:spPr>
          <a:xfrm flipH="1">
            <a:off x="8399404" y="6857889"/>
            <a:ext cx="192599" cy="171018"/>
          </a:xfrm>
          <a:prstGeom prst="line">
            <a:avLst/>
          </a:prstGeom>
          <a:noFill/>
          <a:ln w="95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19" name="Straight Connector 18">
            <a:extLst>
              <a:ext uri="{FF2B5EF4-FFF2-40B4-BE49-F238E27FC236}">
                <a16:creationId xmlns:a16="http://schemas.microsoft.com/office/drawing/2014/main" id="{B7D5DFB1-FA2B-5A7D-26F7-616D3DD1569C}"/>
              </a:ext>
            </a:extLst>
          </p:cNvPr>
          <p:cNvCxnSpPr>
            <a:cxnSpLocks/>
            <a:stCxn id="359" idx="5"/>
            <a:endCxn id="329" idx="1"/>
          </p:cNvCxnSpPr>
          <p:nvPr/>
        </p:nvCxnSpPr>
        <p:spPr>
          <a:xfrm>
            <a:off x="8647968" y="6857889"/>
            <a:ext cx="161412" cy="364517"/>
          </a:xfrm>
          <a:prstGeom prst="line">
            <a:avLst/>
          </a:prstGeom>
          <a:noFill/>
          <a:ln w="95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26" name="Straight Connector 25">
            <a:extLst>
              <a:ext uri="{FF2B5EF4-FFF2-40B4-BE49-F238E27FC236}">
                <a16:creationId xmlns:a16="http://schemas.microsoft.com/office/drawing/2014/main" id="{C4760FB2-CB1D-45F3-7961-F42595D51F2C}"/>
              </a:ext>
            </a:extLst>
          </p:cNvPr>
          <p:cNvCxnSpPr>
            <a:stCxn id="359" idx="6"/>
            <a:endCxn id="328" idx="1"/>
          </p:cNvCxnSpPr>
          <p:nvPr/>
        </p:nvCxnSpPr>
        <p:spPr>
          <a:xfrm>
            <a:off x="8659559" y="6825554"/>
            <a:ext cx="310966" cy="309850"/>
          </a:xfrm>
          <a:prstGeom prst="line">
            <a:avLst/>
          </a:prstGeom>
          <a:noFill/>
          <a:ln w="127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2" name="Straight Connector 41">
            <a:extLst>
              <a:ext uri="{FF2B5EF4-FFF2-40B4-BE49-F238E27FC236}">
                <a16:creationId xmlns:a16="http://schemas.microsoft.com/office/drawing/2014/main" id="{E94B8471-E4D2-15FC-762C-F13CB57BD87A}"/>
              </a:ext>
            </a:extLst>
          </p:cNvPr>
          <p:cNvCxnSpPr>
            <a:stCxn id="359" idx="6"/>
            <a:endCxn id="331" idx="2"/>
          </p:cNvCxnSpPr>
          <p:nvPr/>
        </p:nvCxnSpPr>
        <p:spPr>
          <a:xfrm>
            <a:off x="8659559" y="6825554"/>
            <a:ext cx="317138" cy="117876"/>
          </a:xfrm>
          <a:prstGeom prst="line">
            <a:avLst/>
          </a:prstGeom>
          <a:noFill/>
          <a:ln w="95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8" name="Straight Connector 47">
            <a:extLst>
              <a:ext uri="{FF2B5EF4-FFF2-40B4-BE49-F238E27FC236}">
                <a16:creationId xmlns:a16="http://schemas.microsoft.com/office/drawing/2014/main" id="{3082276C-1511-FD0E-7DAC-4D99E2791D09}"/>
              </a:ext>
            </a:extLst>
          </p:cNvPr>
          <p:cNvCxnSpPr>
            <a:cxnSpLocks/>
            <a:stCxn id="359" idx="7"/>
            <a:endCxn id="327" idx="2"/>
          </p:cNvCxnSpPr>
          <p:nvPr/>
        </p:nvCxnSpPr>
        <p:spPr>
          <a:xfrm flipV="1">
            <a:off x="8647968" y="6733320"/>
            <a:ext cx="191438" cy="59899"/>
          </a:xfrm>
          <a:prstGeom prst="line">
            <a:avLst/>
          </a:prstGeom>
          <a:noFill/>
          <a:ln w="127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368" name="Line">
            <a:extLst>
              <a:ext uri="{FF2B5EF4-FFF2-40B4-BE49-F238E27FC236}">
                <a16:creationId xmlns:a16="http://schemas.microsoft.com/office/drawing/2014/main" id="{07F93DC9-B015-1FE6-AD23-5629BAAC6B9B}"/>
              </a:ext>
            </a:extLst>
          </p:cNvPr>
          <p:cNvSpPr/>
          <p:nvPr/>
        </p:nvSpPr>
        <p:spPr>
          <a:xfrm flipV="1">
            <a:off x="4522135" y="1950770"/>
            <a:ext cx="0" cy="426545"/>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441" name="Line">
            <a:extLst>
              <a:ext uri="{FF2B5EF4-FFF2-40B4-BE49-F238E27FC236}">
                <a16:creationId xmlns:a16="http://schemas.microsoft.com/office/drawing/2014/main" id="{6C56CD6C-2DB9-B7D0-4DC5-23218D3C0750}"/>
              </a:ext>
            </a:extLst>
          </p:cNvPr>
          <p:cNvSpPr/>
          <p:nvPr/>
        </p:nvSpPr>
        <p:spPr>
          <a:xfrm flipV="1">
            <a:off x="4528417" y="2925125"/>
            <a:ext cx="0" cy="426545"/>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442" name="Line">
            <a:extLst>
              <a:ext uri="{FF2B5EF4-FFF2-40B4-BE49-F238E27FC236}">
                <a16:creationId xmlns:a16="http://schemas.microsoft.com/office/drawing/2014/main" id="{5F5DBC1C-B109-B239-C093-E3947E684DC5}"/>
              </a:ext>
            </a:extLst>
          </p:cNvPr>
          <p:cNvSpPr/>
          <p:nvPr/>
        </p:nvSpPr>
        <p:spPr>
          <a:xfrm flipV="1">
            <a:off x="4522135" y="3712979"/>
            <a:ext cx="0" cy="616883"/>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443" name="Line">
            <a:extLst>
              <a:ext uri="{FF2B5EF4-FFF2-40B4-BE49-F238E27FC236}">
                <a16:creationId xmlns:a16="http://schemas.microsoft.com/office/drawing/2014/main" id="{0B070A94-484C-1F85-327C-B8522FA6B1DA}"/>
              </a:ext>
            </a:extLst>
          </p:cNvPr>
          <p:cNvSpPr/>
          <p:nvPr/>
        </p:nvSpPr>
        <p:spPr>
          <a:xfrm flipV="1">
            <a:off x="4522135" y="4885657"/>
            <a:ext cx="0" cy="859416"/>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444" name="Line">
            <a:extLst>
              <a:ext uri="{FF2B5EF4-FFF2-40B4-BE49-F238E27FC236}">
                <a16:creationId xmlns:a16="http://schemas.microsoft.com/office/drawing/2014/main" id="{F3A79D4E-052A-881D-C04C-A21FD29931E8}"/>
              </a:ext>
            </a:extLst>
          </p:cNvPr>
          <p:cNvSpPr/>
          <p:nvPr/>
        </p:nvSpPr>
        <p:spPr>
          <a:xfrm flipV="1">
            <a:off x="4522135" y="6345871"/>
            <a:ext cx="0" cy="1081129"/>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445" name="Line">
            <a:extLst>
              <a:ext uri="{FF2B5EF4-FFF2-40B4-BE49-F238E27FC236}">
                <a16:creationId xmlns:a16="http://schemas.microsoft.com/office/drawing/2014/main" id="{A882E228-6013-469B-6720-295324934DD7}"/>
              </a:ext>
            </a:extLst>
          </p:cNvPr>
          <p:cNvSpPr/>
          <p:nvPr/>
        </p:nvSpPr>
        <p:spPr>
          <a:xfrm flipV="1">
            <a:off x="4526280" y="8228494"/>
            <a:ext cx="0" cy="426545"/>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513" name="TextBox 512">
            <a:extLst>
              <a:ext uri="{FF2B5EF4-FFF2-40B4-BE49-F238E27FC236}">
                <a16:creationId xmlns:a16="http://schemas.microsoft.com/office/drawing/2014/main" id="{C7CF9F48-65E2-784B-F900-CDB9CE9106F8}"/>
              </a:ext>
            </a:extLst>
          </p:cNvPr>
          <p:cNvSpPr txBox="1"/>
          <p:nvPr/>
        </p:nvSpPr>
        <p:spPr>
          <a:xfrm>
            <a:off x="3840480" y="3761082"/>
            <a:ext cx="582846" cy="46927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Node/</a:t>
            </a:r>
          </a:p>
          <a:p>
            <a:pPr marL="0" marR="0" indent="0" algn="ctr" defTabSz="584200" rtl="0" fontAlgn="auto" latinLnBrk="0" hangingPunct="0">
              <a:lnSpc>
                <a:spcPct val="100000"/>
              </a:lnSpc>
              <a:spcBef>
                <a:spcPts val="200"/>
              </a:spcBef>
              <a:spcAft>
                <a:spcPts val="0"/>
              </a:spcAft>
              <a:buClrTx/>
              <a:buSzTx/>
              <a:buFontTx/>
              <a:buNone/>
              <a:tabLst/>
            </a:pPr>
            <a:r>
              <a:rPr lang="en-US" sz="1000" b="0" dirty="0"/>
              <a:t>Edgelist</a:t>
            </a:r>
            <a:endParaRPr kumimoji="0" lang="en-US" sz="1000" b="0" i="0" u="none" strike="noStrike" cap="none" spc="0" normalizeH="0" baseline="0" dirty="0">
              <a:ln>
                <a:noFill/>
              </a:ln>
              <a:solidFill>
                <a:srgbClr val="4C4C4C"/>
              </a:solidFill>
              <a:effectLst/>
              <a:uFillTx/>
              <a:sym typeface="Source Sans Pro"/>
            </a:endParaRPr>
          </a:p>
        </p:txBody>
      </p:sp>
      <p:sp>
        <p:nvSpPr>
          <p:cNvPr id="529" name="Manipulate Variables">
            <a:extLst>
              <a:ext uri="{FF2B5EF4-FFF2-40B4-BE49-F238E27FC236}">
                <a16:creationId xmlns:a16="http://schemas.microsoft.com/office/drawing/2014/main" id="{FB2BE27B-97CE-9C42-523C-1C79AA5EC17C}"/>
              </a:ext>
            </a:extLst>
          </p:cNvPr>
          <p:cNvSpPr txBox="1"/>
          <p:nvPr/>
        </p:nvSpPr>
        <p:spPr>
          <a:xfrm>
            <a:off x="274320" y="3474720"/>
            <a:ext cx="1800173"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Downloaders</a:t>
            </a:r>
            <a:endParaRPr dirty="0"/>
          </a:p>
        </p:txBody>
      </p:sp>
      <p:sp>
        <p:nvSpPr>
          <p:cNvPr id="5" name="TextBox 4">
            <a:extLst>
              <a:ext uri="{FF2B5EF4-FFF2-40B4-BE49-F238E27FC236}">
                <a16:creationId xmlns:a16="http://schemas.microsoft.com/office/drawing/2014/main" id="{50FD7596-DFBC-AF09-A0D7-DE7222337296}"/>
              </a:ext>
            </a:extLst>
          </p:cNvPr>
          <p:cNvSpPr txBox="1"/>
          <p:nvPr/>
        </p:nvSpPr>
        <p:spPr>
          <a:xfrm>
            <a:off x="6080760" y="10327008"/>
            <a:ext cx="7747698" cy="5000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000" b="0" dirty="0">
                <a:solidFill>
                  <a:schemeClr val="tx1"/>
                </a:solidFill>
                <a:hlinkClick r:id="rId7">
                  <a:extLst>
                    <a:ext uri="{A12FA001-AC4F-418D-AE19-62706E023703}">
                      <ahyp:hlinkClr xmlns:ahyp="http://schemas.microsoft.com/office/drawing/2018/hyperlinkcolor" val="tx"/>
                    </a:ext>
                  </a:extLst>
                </a:hlinkClick>
              </a:rPr>
              <a:t>CC BY SA</a:t>
            </a:r>
            <a:r>
              <a:rPr lang="en-US" sz="1000" b="0" dirty="0">
                <a:solidFill>
                  <a:schemeClr val="tx1"/>
                </a:solidFill>
              </a:rPr>
              <a:t> Jared Seto</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 Carlos Paradis • Kai</a:t>
            </a:r>
            <a:r>
              <a:rPr kumimoji="0" lang="haw-US" sz="1000" b="0" i="0" u="none" strike="noStrike" cap="none" spc="0" normalizeH="0" baseline="0">
                <a:ln>
                  <a:noFill/>
                </a:ln>
                <a:solidFill>
                  <a:schemeClr val="tx1"/>
                </a:solidFill>
                <a:effectLst/>
                <a:uFillTx/>
                <a:latin typeface="Source Sans Pro"/>
                <a:ea typeface="Source Sans Pro"/>
                <a:cs typeface="Source Sans Pro"/>
                <a:sym typeface="Source Sans Pro"/>
              </a:rPr>
              <a:t>ā</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ulu package version 0.0.0.9700 (in development) •  Updated: 2026-04</a:t>
            </a: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cxnSp>
        <p:nvCxnSpPr>
          <p:cNvPr id="519" name="Connector: Elbow 518">
            <a:extLst>
              <a:ext uri="{FF2B5EF4-FFF2-40B4-BE49-F238E27FC236}">
                <a16:creationId xmlns:a16="http://schemas.microsoft.com/office/drawing/2014/main" id="{317BD4D3-2BDD-F486-BB37-C4C8B1B35A28}"/>
              </a:ext>
            </a:extLst>
          </p:cNvPr>
          <p:cNvCxnSpPr>
            <a:cxnSpLocks/>
            <a:endCxn id="421" idx="1"/>
          </p:cNvCxnSpPr>
          <p:nvPr/>
        </p:nvCxnSpPr>
        <p:spPr>
          <a:xfrm flipV="1">
            <a:off x="5249371" y="8491055"/>
            <a:ext cx="4626149" cy="557801"/>
          </a:xfrm>
          <a:prstGeom prst="bentConnector3">
            <a:avLst>
              <a:gd name="adj1" fmla="val 95719"/>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547" name="Connector: Elbow 546">
            <a:extLst>
              <a:ext uri="{FF2B5EF4-FFF2-40B4-BE49-F238E27FC236}">
                <a16:creationId xmlns:a16="http://schemas.microsoft.com/office/drawing/2014/main" id="{FBE9EB6B-0DBF-FEDE-C370-176C677E5D6C}"/>
              </a:ext>
            </a:extLst>
          </p:cNvPr>
          <p:cNvCxnSpPr>
            <a:stCxn id="529" idx="3"/>
            <a:endCxn id="447" idx="1"/>
          </p:cNvCxnSpPr>
          <p:nvPr/>
        </p:nvCxnSpPr>
        <p:spPr>
          <a:xfrm flipV="1">
            <a:off x="2074493" y="2148962"/>
            <a:ext cx="1765987" cy="1495773"/>
          </a:xfrm>
          <a:prstGeom prst="bentConnector3">
            <a:avLst>
              <a:gd name="adj1" fmla="val 82702"/>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550" name="Straight Connector 549">
            <a:extLst>
              <a:ext uri="{FF2B5EF4-FFF2-40B4-BE49-F238E27FC236}">
                <a16:creationId xmlns:a16="http://schemas.microsoft.com/office/drawing/2014/main" id="{1852C2A1-04BC-91F2-2529-4ECE638025BE}"/>
              </a:ext>
            </a:extLst>
          </p:cNvPr>
          <p:cNvCxnSpPr>
            <a:cxnSpLocks/>
            <a:stCxn id="488" idx="3"/>
            <a:endCxn id="512" idx="1"/>
          </p:cNvCxnSpPr>
          <p:nvPr/>
        </p:nvCxnSpPr>
        <p:spPr>
          <a:xfrm flipV="1">
            <a:off x="1292227" y="3099580"/>
            <a:ext cx="2548253" cy="2373955"/>
          </a:xfrm>
          <a:prstGeom prst="bentConnector3">
            <a:avLst>
              <a:gd name="adj1" fmla="val 91549"/>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556" name="Connector: Elbow 555">
            <a:extLst>
              <a:ext uri="{FF2B5EF4-FFF2-40B4-BE49-F238E27FC236}">
                <a16:creationId xmlns:a16="http://schemas.microsoft.com/office/drawing/2014/main" id="{64BB1902-84BD-0E31-3105-CD8049B558C3}"/>
              </a:ext>
            </a:extLst>
          </p:cNvPr>
          <p:cNvCxnSpPr>
            <a:cxnSpLocks/>
            <a:stCxn id="326" idx="3"/>
            <a:endCxn id="513" idx="1"/>
          </p:cNvCxnSpPr>
          <p:nvPr/>
        </p:nvCxnSpPr>
        <p:spPr>
          <a:xfrm flipV="1">
            <a:off x="2100141" y="3995721"/>
            <a:ext cx="1740339" cy="3672374"/>
          </a:xfrm>
          <a:prstGeom prst="bentConnector3">
            <a:avLst>
              <a:gd name="adj1" fmla="val 92171"/>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565" name="Connector: Elbow 564">
            <a:extLst>
              <a:ext uri="{FF2B5EF4-FFF2-40B4-BE49-F238E27FC236}">
                <a16:creationId xmlns:a16="http://schemas.microsoft.com/office/drawing/2014/main" id="{4D71BE41-7D5A-5406-24C8-A4C7A47C5CD2}"/>
              </a:ext>
            </a:extLst>
          </p:cNvPr>
          <p:cNvCxnSpPr>
            <a:stCxn id="28" idx="2"/>
            <a:endCxn id="12" idx="0"/>
          </p:cNvCxnSpPr>
          <p:nvPr/>
        </p:nvCxnSpPr>
        <p:spPr>
          <a:xfrm rot="16200000" flipH="1">
            <a:off x="5549608" y="2703047"/>
            <a:ext cx="261031" cy="2153"/>
          </a:xfrm>
          <a:prstGeom prst="bentConnector3">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566" name="Connector: Elbow 565">
            <a:extLst>
              <a:ext uri="{FF2B5EF4-FFF2-40B4-BE49-F238E27FC236}">
                <a16:creationId xmlns:a16="http://schemas.microsoft.com/office/drawing/2014/main" id="{8027A995-FDDF-0A87-70DC-835E4441C175}"/>
              </a:ext>
            </a:extLst>
          </p:cNvPr>
          <p:cNvCxnSpPr>
            <a:cxnSpLocks/>
            <a:stCxn id="20" idx="2"/>
            <a:endCxn id="15" idx="0"/>
          </p:cNvCxnSpPr>
          <p:nvPr/>
        </p:nvCxnSpPr>
        <p:spPr>
          <a:xfrm rot="16200000" flipH="1">
            <a:off x="6777668" y="2684172"/>
            <a:ext cx="288585" cy="12350"/>
          </a:xfrm>
          <a:prstGeom prst="bentConnector3">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569" name="Connector: Elbow 568">
            <a:extLst>
              <a:ext uri="{FF2B5EF4-FFF2-40B4-BE49-F238E27FC236}">
                <a16:creationId xmlns:a16="http://schemas.microsoft.com/office/drawing/2014/main" id="{3F37A830-5C8F-6548-1AE9-6BC74F4A2171}"/>
              </a:ext>
            </a:extLst>
          </p:cNvPr>
          <p:cNvCxnSpPr>
            <a:cxnSpLocks/>
            <a:stCxn id="24" idx="2"/>
            <a:endCxn id="18" idx="0"/>
          </p:cNvCxnSpPr>
          <p:nvPr/>
        </p:nvCxnSpPr>
        <p:spPr>
          <a:xfrm rot="16200000" flipH="1">
            <a:off x="8050345" y="2680382"/>
            <a:ext cx="302822" cy="5694"/>
          </a:xfrm>
          <a:prstGeom prst="bentConnector3">
            <a:avLst>
              <a:gd name="adj1" fmla="val 50000"/>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572" name="Connector: Elbow 571">
            <a:extLst>
              <a:ext uri="{FF2B5EF4-FFF2-40B4-BE49-F238E27FC236}">
                <a16:creationId xmlns:a16="http://schemas.microsoft.com/office/drawing/2014/main" id="{918CA74F-06D5-A3BC-8C96-F695EBE1B6AB}"/>
              </a:ext>
            </a:extLst>
          </p:cNvPr>
          <p:cNvCxnSpPr>
            <a:cxnSpLocks/>
            <a:stCxn id="12" idx="2"/>
          </p:cNvCxnSpPr>
          <p:nvPr/>
        </p:nvCxnSpPr>
        <p:spPr>
          <a:xfrm rot="16200000" flipH="1">
            <a:off x="5570266" y="3539329"/>
            <a:ext cx="223234" cy="1366"/>
          </a:xfrm>
          <a:prstGeom prst="bentConnector3">
            <a:avLst>
              <a:gd name="adj1" fmla="val 50000"/>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575" name="Connector: Elbow 574">
            <a:extLst>
              <a:ext uri="{FF2B5EF4-FFF2-40B4-BE49-F238E27FC236}">
                <a16:creationId xmlns:a16="http://schemas.microsoft.com/office/drawing/2014/main" id="{AE1D04CA-4565-7701-20F7-2236388EAF49}"/>
              </a:ext>
            </a:extLst>
          </p:cNvPr>
          <p:cNvCxnSpPr>
            <a:cxnSpLocks/>
            <a:stCxn id="15" idx="2"/>
          </p:cNvCxnSpPr>
          <p:nvPr/>
        </p:nvCxnSpPr>
        <p:spPr>
          <a:xfrm rot="5400000">
            <a:off x="6822937" y="3533593"/>
            <a:ext cx="210396" cy="0"/>
          </a:xfrm>
          <a:prstGeom prst="bentConnector3">
            <a:avLst>
              <a:gd name="adj1" fmla="val 50000"/>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261" name="Connector: Elbow 260">
            <a:extLst>
              <a:ext uri="{FF2B5EF4-FFF2-40B4-BE49-F238E27FC236}">
                <a16:creationId xmlns:a16="http://schemas.microsoft.com/office/drawing/2014/main" id="{A500FA4A-CCEA-AD60-ACCF-DCF6E3EB7C8B}"/>
              </a:ext>
            </a:extLst>
          </p:cNvPr>
          <p:cNvCxnSpPr>
            <a:cxnSpLocks/>
            <a:stCxn id="18" idx="2"/>
          </p:cNvCxnSpPr>
          <p:nvPr/>
        </p:nvCxnSpPr>
        <p:spPr>
          <a:xfrm rot="5400000">
            <a:off x="8099447" y="3533551"/>
            <a:ext cx="210312" cy="0"/>
          </a:xfrm>
          <a:prstGeom prst="bentConnector3">
            <a:avLst>
              <a:gd name="adj1" fmla="val 50000"/>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355" name="Connector: Elbow 354">
            <a:extLst>
              <a:ext uri="{FF2B5EF4-FFF2-40B4-BE49-F238E27FC236}">
                <a16:creationId xmlns:a16="http://schemas.microsoft.com/office/drawing/2014/main" id="{00C71DB0-8351-09C7-A0DF-3DCBFE5A9F96}"/>
              </a:ext>
            </a:extLst>
          </p:cNvPr>
          <p:cNvCxnSpPr>
            <a:cxnSpLocks/>
            <a:endCxn id="369" idx="1"/>
          </p:cNvCxnSpPr>
          <p:nvPr/>
        </p:nvCxnSpPr>
        <p:spPr>
          <a:xfrm rot="16200000" flipH="1">
            <a:off x="5457123" y="4535855"/>
            <a:ext cx="664634" cy="213754"/>
          </a:xfrm>
          <a:prstGeom prst="bentConnector2">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sp>
        <p:nvSpPr>
          <p:cNvPr id="369" name="TextBox 368">
            <a:extLst>
              <a:ext uri="{FF2B5EF4-FFF2-40B4-BE49-F238E27FC236}">
                <a16:creationId xmlns:a16="http://schemas.microsoft.com/office/drawing/2014/main" id="{5088E348-78A6-38A9-8B4A-8E7DA104013D}"/>
              </a:ext>
            </a:extLst>
          </p:cNvPr>
          <p:cNvSpPr txBox="1"/>
          <p:nvPr/>
        </p:nvSpPr>
        <p:spPr>
          <a:xfrm>
            <a:off x="5896317" y="4604475"/>
            <a:ext cx="2124618" cy="74114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a:p>
            <a:pPr marL="0" marR="0" indent="0" algn="l" defTabSz="584200" rtl="0" fontAlgn="auto" latinLnBrk="0" hangingPunct="0">
              <a:lnSpc>
                <a:spcPct val="100000"/>
              </a:lnSpc>
              <a:spcBef>
                <a:spcPts val="200"/>
              </a:spcBef>
              <a:spcAft>
                <a:spcPts val="0"/>
              </a:spcAft>
              <a:buClrTx/>
              <a:buSzTx/>
              <a:buFontTx/>
              <a:buNone/>
              <a:tabLst/>
            </a:pPr>
            <a:endParaRPr lang="en-US" dirty="0"/>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cxnSp>
        <p:nvCxnSpPr>
          <p:cNvPr id="382" name="Connector: Elbow 381">
            <a:extLst>
              <a:ext uri="{FF2B5EF4-FFF2-40B4-BE49-F238E27FC236}">
                <a16:creationId xmlns:a16="http://schemas.microsoft.com/office/drawing/2014/main" id="{04DFAE84-CE06-30CC-E9DE-864CA3A6D37F}"/>
              </a:ext>
            </a:extLst>
          </p:cNvPr>
          <p:cNvCxnSpPr>
            <a:cxnSpLocks/>
            <a:endCxn id="369" idx="0"/>
          </p:cNvCxnSpPr>
          <p:nvPr/>
        </p:nvCxnSpPr>
        <p:spPr>
          <a:xfrm rot="16200000" flipH="1">
            <a:off x="6776146" y="4452487"/>
            <a:ext cx="303976" cy="0"/>
          </a:xfrm>
          <a:prstGeom prst="bentConnector3">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425" name="Connector: Elbow 424">
            <a:extLst>
              <a:ext uri="{FF2B5EF4-FFF2-40B4-BE49-F238E27FC236}">
                <a16:creationId xmlns:a16="http://schemas.microsoft.com/office/drawing/2014/main" id="{4E10EFFA-2171-A7FD-0BD3-82C4DDA8711B}"/>
              </a:ext>
            </a:extLst>
          </p:cNvPr>
          <p:cNvCxnSpPr>
            <a:cxnSpLocks/>
            <a:endCxn id="369" idx="3"/>
          </p:cNvCxnSpPr>
          <p:nvPr/>
        </p:nvCxnSpPr>
        <p:spPr>
          <a:xfrm rot="5400000">
            <a:off x="7747432" y="4530189"/>
            <a:ext cx="718364" cy="171357"/>
          </a:xfrm>
          <a:prstGeom prst="bentConnector2">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433" name="Connector: Elbow 432">
            <a:extLst>
              <a:ext uri="{FF2B5EF4-FFF2-40B4-BE49-F238E27FC236}">
                <a16:creationId xmlns:a16="http://schemas.microsoft.com/office/drawing/2014/main" id="{E6DBC591-E7A8-4F93-85F4-D44F5725C457}"/>
              </a:ext>
            </a:extLst>
          </p:cNvPr>
          <p:cNvCxnSpPr>
            <a:cxnSpLocks/>
          </p:cNvCxnSpPr>
          <p:nvPr/>
        </p:nvCxnSpPr>
        <p:spPr>
          <a:xfrm rot="5400000">
            <a:off x="6675120" y="6223177"/>
            <a:ext cx="580803" cy="0"/>
          </a:xfrm>
          <a:prstGeom prst="bentConnector3">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436" name="Connector: Elbow 435">
            <a:extLst>
              <a:ext uri="{FF2B5EF4-FFF2-40B4-BE49-F238E27FC236}">
                <a16:creationId xmlns:a16="http://schemas.microsoft.com/office/drawing/2014/main" id="{BBCC7275-B0AF-E568-1CCE-8B7E583DACA5}"/>
              </a:ext>
            </a:extLst>
          </p:cNvPr>
          <p:cNvCxnSpPr>
            <a:cxnSpLocks/>
            <a:stCxn id="440" idx="1"/>
          </p:cNvCxnSpPr>
          <p:nvPr/>
        </p:nvCxnSpPr>
        <p:spPr>
          <a:xfrm rot="10800000" flipV="1">
            <a:off x="5466126" y="5555851"/>
            <a:ext cx="439624" cy="591063"/>
          </a:xfrm>
          <a:prstGeom prst="bentConnector2">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sp>
        <p:nvSpPr>
          <p:cNvPr id="440" name="TextBox 439">
            <a:extLst>
              <a:ext uri="{FF2B5EF4-FFF2-40B4-BE49-F238E27FC236}">
                <a16:creationId xmlns:a16="http://schemas.microsoft.com/office/drawing/2014/main" id="{F56AA4A8-9F6D-24EA-E067-ADD0332962F4}"/>
              </a:ext>
            </a:extLst>
          </p:cNvPr>
          <p:cNvSpPr txBox="1"/>
          <p:nvPr/>
        </p:nvSpPr>
        <p:spPr>
          <a:xfrm>
            <a:off x="5905750" y="5185278"/>
            <a:ext cx="2124618" cy="74114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a:p>
            <a:pPr marL="0" marR="0" indent="0" algn="l" defTabSz="584200" rtl="0" fontAlgn="auto" latinLnBrk="0" hangingPunct="0">
              <a:lnSpc>
                <a:spcPct val="100000"/>
              </a:lnSpc>
              <a:spcBef>
                <a:spcPts val="200"/>
              </a:spcBef>
              <a:spcAft>
                <a:spcPts val="0"/>
              </a:spcAft>
              <a:buClrTx/>
              <a:buSzTx/>
              <a:buFontTx/>
              <a:buNone/>
              <a:tabLst/>
            </a:pPr>
            <a:endParaRPr lang="en-US" dirty="0"/>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cxnSp>
        <p:nvCxnSpPr>
          <p:cNvPr id="576" name="Connector: Elbow 575">
            <a:extLst>
              <a:ext uri="{FF2B5EF4-FFF2-40B4-BE49-F238E27FC236}">
                <a16:creationId xmlns:a16="http://schemas.microsoft.com/office/drawing/2014/main" id="{40421267-B2A4-8395-C64C-14BD1EE24BD5}"/>
              </a:ext>
            </a:extLst>
          </p:cNvPr>
          <p:cNvCxnSpPr>
            <a:cxnSpLocks/>
            <a:stCxn id="440" idx="3"/>
          </p:cNvCxnSpPr>
          <p:nvPr/>
        </p:nvCxnSpPr>
        <p:spPr>
          <a:xfrm>
            <a:off x="8030368" y="5555852"/>
            <a:ext cx="542787" cy="893070"/>
          </a:xfrm>
          <a:prstGeom prst="bentConnector2">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580" name="Connector: Elbow 579">
            <a:extLst>
              <a:ext uri="{FF2B5EF4-FFF2-40B4-BE49-F238E27FC236}">
                <a16:creationId xmlns:a16="http://schemas.microsoft.com/office/drawing/2014/main" id="{00E6FF21-9201-632F-5617-DF2710A5BB82}"/>
              </a:ext>
            </a:extLst>
          </p:cNvPr>
          <p:cNvCxnSpPr>
            <a:cxnSpLocks/>
            <a:endCxn id="258" idx="1"/>
          </p:cNvCxnSpPr>
          <p:nvPr/>
        </p:nvCxnSpPr>
        <p:spPr>
          <a:xfrm>
            <a:off x="5705594" y="7554120"/>
            <a:ext cx="1064272" cy="896502"/>
          </a:xfrm>
          <a:prstGeom prst="bentConnector3">
            <a:avLst>
              <a:gd name="adj1" fmla="val -119"/>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583" name="Connector: Elbow 582">
            <a:extLst>
              <a:ext uri="{FF2B5EF4-FFF2-40B4-BE49-F238E27FC236}">
                <a16:creationId xmlns:a16="http://schemas.microsoft.com/office/drawing/2014/main" id="{A4ACA83D-3C45-F577-CA1A-76878A78AA4A}"/>
              </a:ext>
            </a:extLst>
          </p:cNvPr>
          <p:cNvCxnSpPr>
            <a:cxnSpLocks/>
          </p:cNvCxnSpPr>
          <p:nvPr/>
        </p:nvCxnSpPr>
        <p:spPr>
          <a:xfrm rot="5400000">
            <a:off x="6583680" y="7835471"/>
            <a:ext cx="800034" cy="0"/>
          </a:xfrm>
          <a:prstGeom prst="bentConnector3">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588" name="Connector: Elbow 587">
            <a:extLst>
              <a:ext uri="{FF2B5EF4-FFF2-40B4-BE49-F238E27FC236}">
                <a16:creationId xmlns:a16="http://schemas.microsoft.com/office/drawing/2014/main" id="{E6A199E4-C323-70D5-4DF0-48DBC5C4C438}"/>
              </a:ext>
            </a:extLst>
          </p:cNvPr>
          <p:cNvCxnSpPr>
            <a:cxnSpLocks/>
            <a:endCxn id="258" idx="3"/>
          </p:cNvCxnSpPr>
          <p:nvPr/>
        </p:nvCxnSpPr>
        <p:spPr>
          <a:xfrm rot="10800000" flipV="1">
            <a:off x="7276368" y="7477246"/>
            <a:ext cx="1371600" cy="973376"/>
          </a:xfrm>
          <a:prstGeom prst="bentConnector3">
            <a:avLst>
              <a:gd name="adj1" fmla="val 1055"/>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grpSp>
        <p:nvGrpSpPr>
          <p:cNvPr id="31" name="Group 30">
            <a:extLst>
              <a:ext uri="{FF2B5EF4-FFF2-40B4-BE49-F238E27FC236}">
                <a16:creationId xmlns:a16="http://schemas.microsoft.com/office/drawing/2014/main" id="{9A5440E2-B3EB-E626-9474-E5CED33B3ADE}"/>
              </a:ext>
            </a:extLst>
          </p:cNvPr>
          <p:cNvGrpSpPr/>
          <p:nvPr/>
        </p:nvGrpSpPr>
        <p:grpSpPr>
          <a:xfrm>
            <a:off x="4743746" y="6200121"/>
            <a:ext cx="1467990" cy="1268806"/>
            <a:chOff x="4743746" y="6200121"/>
            <a:chExt cx="1467990" cy="1268806"/>
          </a:xfrm>
        </p:grpSpPr>
        <p:grpSp>
          <p:nvGrpSpPr>
            <p:cNvPr id="373" name="Google Shape;156;p1">
              <a:extLst>
                <a:ext uri="{FF2B5EF4-FFF2-40B4-BE49-F238E27FC236}">
                  <a16:creationId xmlns:a16="http://schemas.microsoft.com/office/drawing/2014/main" id="{557DF384-9494-A8AD-BBE1-5D47A3076282}"/>
                </a:ext>
              </a:extLst>
            </p:cNvPr>
            <p:cNvGrpSpPr/>
            <p:nvPr/>
          </p:nvGrpSpPr>
          <p:grpSpPr>
            <a:xfrm>
              <a:off x="4743746" y="6633828"/>
              <a:ext cx="1467990" cy="835099"/>
              <a:chOff x="10592773" y="5229745"/>
              <a:chExt cx="3298954" cy="1741391"/>
            </a:xfrm>
          </p:grpSpPr>
          <p:sp>
            <p:nvSpPr>
              <p:cNvPr id="374" name="Google Shape;157;p1">
                <a:extLst>
                  <a:ext uri="{FF2B5EF4-FFF2-40B4-BE49-F238E27FC236}">
                    <a16:creationId xmlns:a16="http://schemas.microsoft.com/office/drawing/2014/main" id="{4B367089-88A7-97FD-3F89-95D0932745EF}"/>
                  </a:ext>
                </a:extLst>
              </p:cNvPr>
              <p:cNvSpPr/>
              <p:nvPr/>
            </p:nvSpPr>
            <p:spPr>
              <a:xfrm>
                <a:off x="12237743" y="5550161"/>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75" name="Google Shape;158;p1">
                <a:extLst>
                  <a:ext uri="{FF2B5EF4-FFF2-40B4-BE49-F238E27FC236}">
                    <a16:creationId xmlns:a16="http://schemas.microsoft.com/office/drawing/2014/main" id="{F9F320CA-EA95-58E2-30DB-B1594273ED9B}"/>
                  </a:ext>
                </a:extLst>
              </p:cNvPr>
              <p:cNvSpPr/>
              <p:nvPr/>
            </p:nvSpPr>
            <p:spPr>
              <a:xfrm>
                <a:off x="12990609" y="5398089"/>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76" name="Google Shape;159;p1">
                <a:extLst>
                  <a:ext uri="{FF2B5EF4-FFF2-40B4-BE49-F238E27FC236}">
                    <a16:creationId xmlns:a16="http://schemas.microsoft.com/office/drawing/2014/main" id="{C73540F7-E851-A7BA-0190-4D93E3D13AAE}"/>
                  </a:ext>
                </a:extLst>
              </p:cNvPr>
              <p:cNvSpPr/>
              <p:nvPr/>
            </p:nvSpPr>
            <p:spPr>
              <a:xfrm>
                <a:off x="13329043" y="522974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77" name="Google Shape;160;p1">
                <a:extLst>
                  <a:ext uri="{FF2B5EF4-FFF2-40B4-BE49-F238E27FC236}">
                    <a16:creationId xmlns:a16="http://schemas.microsoft.com/office/drawing/2014/main" id="{9A3717E6-1C4B-E5A3-1E7E-6F0FA51076F7}"/>
                  </a:ext>
                </a:extLst>
              </p:cNvPr>
              <p:cNvSpPr/>
              <p:nvPr/>
            </p:nvSpPr>
            <p:spPr>
              <a:xfrm>
                <a:off x="13317282" y="5522084"/>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78" name="Google Shape;161;p1">
                <a:extLst>
                  <a:ext uri="{FF2B5EF4-FFF2-40B4-BE49-F238E27FC236}">
                    <a16:creationId xmlns:a16="http://schemas.microsoft.com/office/drawing/2014/main" id="{7021E6C8-034E-B05E-749B-057B04DC7D3D}"/>
                  </a:ext>
                </a:extLst>
              </p:cNvPr>
              <p:cNvSpPr/>
              <p:nvPr/>
            </p:nvSpPr>
            <p:spPr>
              <a:xfrm>
                <a:off x="13699427" y="5306906"/>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79" name="Google Shape;162;p1">
                <a:extLst>
                  <a:ext uri="{FF2B5EF4-FFF2-40B4-BE49-F238E27FC236}">
                    <a16:creationId xmlns:a16="http://schemas.microsoft.com/office/drawing/2014/main" id="{53BB3D37-908F-B0DB-D982-E0796F9B0DD5}"/>
                  </a:ext>
                </a:extLst>
              </p:cNvPr>
              <p:cNvSpPr/>
              <p:nvPr/>
            </p:nvSpPr>
            <p:spPr>
              <a:xfrm>
                <a:off x="12990598" y="5644267"/>
                <a:ext cx="192300" cy="198000"/>
              </a:xfrm>
              <a:prstGeom prst="ellipse">
                <a:avLst/>
              </a:prstGeom>
              <a:solidFill>
                <a:schemeClr val="accent3"/>
              </a:solidFill>
              <a:ln w="9525" cap="flat" cmpd="sng">
                <a:solidFill>
                  <a:srgbClr val="262626"/>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80" name="Google Shape;163;p1">
                <a:extLst>
                  <a:ext uri="{FF2B5EF4-FFF2-40B4-BE49-F238E27FC236}">
                    <a16:creationId xmlns:a16="http://schemas.microsoft.com/office/drawing/2014/main" id="{CFF00200-CEFC-C448-09E7-D6A6351A1DDA}"/>
                  </a:ext>
                </a:extLst>
              </p:cNvPr>
              <p:cNvSpPr/>
              <p:nvPr/>
            </p:nvSpPr>
            <p:spPr>
              <a:xfrm>
                <a:off x="13261106" y="6564434"/>
                <a:ext cx="328200" cy="336900"/>
              </a:xfrm>
              <a:prstGeom prst="ellipse">
                <a:avLst/>
              </a:prstGeom>
              <a:solidFill>
                <a:schemeClr val="tx1"/>
              </a:solidFill>
              <a:ln w="9525" cap="flat" cmpd="sng">
                <a:solidFill>
                  <a:srgbClr val="000000"/>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81" name="Google Shape;164;p1">
                <a:extLst>
                  <a:ext uri="{FF2B5EF4-FFF2-40B4-BE49-F238E27FC236}">
                    <a16:creationId xmlns:a16="http://schemas.microsoft.com/office/drawing/2014/main" id="{A7FB777C-400A-3B4E-A5A1-144290FE1C31}"/>
                  </a:ext>
                </a:extLst>
              </p:cNvPr>
              <p:cNvSpPr/>
              <p:nvPr/>
            </p:nvSpPr>
            <p:spPr>
              <a:xfrm>
                <a:off x="12889483" y="6773136"/>
                <a:ext cx="192300" cy="198000"/>
              </a:xfrm>
              <a:prstGeom prst="ellipse">
                <a:avLst/>
              </a:prstGeom>
              <a:solidFill>
                <a:schemeClr val="tx1"/>
              </a:solidFill>
              <a:ln w="9525" cap="flat" cmpd="sng">
                <a:solidFill>
                  <a:srgbClr val="000000"/>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83" name="Google Shape;165;p1">
                <a:extLst>
                  <a:ext uri="{FF2B5EF4-FFF2-40B4-BE49-F238E27FC236}">
                    <a16:creationId xmlns:a16="http://schemas.microsoft.com/office/drawing/2014/main" id="{6A5B0B10-A48B-89E4-9C9A-CDBA751DC359}"/>
                  </a:ext>
                </a:extLst>
              </p:cNvPr>
              <p:cNvSpPr/>
              <p:nvPr/>
            </p:nvSpPr>
            <p:spPr>
              <a:xfrm>
                <a:off x="13324166" y="6099152"/>
                <a:ext cx="192300" cy="198000"/>
              </a:xfrm>
              <a:prstGeom prst="ellipse">
                <a:avLst/>
              </a:prstGeom>
              <a:solidFill>
                <a:schemeClr val="accent3"/>
              </a:solidFill>
              <a:ln w="9525" cap="flat" cmpd="sng">
                <a:solidFill>
                  <a:srgbClr val="000000"/>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85" name="Google Shape;166;p1">
                <a:extLst>
                  <a:ext uri="{FF2B5EF4-FFF2-40B4-BE49-F238E27FC236}">
                    <a16:creationId xmlns:a16="http://schemas.microsoft.com/office/drawing/2014/main" id="{89FBABE8-271F-B8D8-C6AD-7280022E0561}"/>
                  </a:ext>
                </a:extLst>
              </p:cNvPr>
              <p:cNvSpPr/>
              <p:nvPr/>
            </p:nvSpPr>
            <p:spPr>
              <a:xfrm>
                <a:off x="11468140" y="5576165"/>
                <a:ext cx="305700" cy="308400"/>
              </a:xfrm>
              <a:prstGeom prst="ellipse">
                <a:avLst/>
              </a:prstGeom>
              <a:solidFill>
                <a:srgbClr val="E4E4E3"/>
              </a:solidFill>
              <a:ln w="179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86" name="Google Shape;167;p1">
                <a:extLst>
                  <a:ext uri="{FF2B5EF4-FFF2-40B4-BE49-F238E27FC236}">
                    <a16:creationId xmlns:a16="http://schemas.microsoft.com/office/drawing/2014/main" id="{0FC31C3C-BF43-6479-6A2A-BFF847EA96D0}"/>
                  </a:ext>
                </a:extLst>
              </p:cNvPr>
              <p:cNvSpPr/>
              <p:nvPr/>
            </p:nvSpPr>
            <p:spPr>
              <a:xfrm>
                <a:off x="10719482" y="592538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87" name="Google Shape;168;p1">
                <a:extLst>
                  <a:ext uri="{FF2B5EF4-FFF2-40B4-BE49-F238E27FC236}">
                    <a16:creationId xmlns:a16="http://schemas.microsoft.com/office/drawing/2014/main" id="{B61CE04E-E18B-1212-71F8-B0A4F3992B28}"/>
                  </a:ext>
                </a:extLst>
              </p:cNvPr>
              <p:cNvSpPr/>
              <p:nvPr/>
            </p:nvSpPr>
            <p:spPr>
              <a:xfrm>
                <a:off x="11061232" y="5405652"/>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88" name="Google Shape;169;p1">
                <a:extLst>
                  <a:ext uri="{FF2B5EF4-FFF2-40B4-BE49-F238E27FC236}">
                    <a16:creationId xmlns:a16="http://schemas.microsoft.com/office/drawing/2014/main" id="{00FDCB4A-B4FC-8619-F9DC-464B2A32FD7C}"/>
                  </a:ext>
                </a:extLst>
              </p:cNvPr>
              <p:cNvSpPr/>
              <p:nvPr/>
            </p:nvSpPr>
            <p:spPr>
              <a:xfrm>
                <a:off x="10592773" y="6139937"/>
                <a:ext cx="274500" cy="2763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89" name="Google Shape;170;p1">
                <a:extLst>
                  <a:ext uri="{FF2B5EF4-FFF2-40B4-BE49-F238E27FC236}">
                    <a16:creationId xmlns:a16="http://schemas.microsoft.com/office/drawing/2014/main" id="{714F82B2-DBBE-09C1-832A-C15783751311}"/>
                  </a:ext>
                </a:extLst>
              </p:cNvPr>
              <p:cNvSpPr/>
              <p:nvPr/>
            </p:nvSpPr>
            <p:spPr>
              <a:xfrm>
                <a:off x="11037864" y="6333062"/>
                <a:ext cx="192300" cy="198000"/>
              </a:xfrm>
              <a:prstGeom prst="ellipse">
                <a:avLst/>
              </a:prstGeom>
              <a:solidFill>
                <a:srgbClr val="D9D9D9"/>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90" name="Google Shape;171;p1">
                <a:extLst>
                  <a:ext uri="{FF2B5EF4-FFF2-40B4-BE49-F238E27FC236}">
                    <a16:creationId xmlns:a16="http://schemas.microsoft.com/office/drawing/2014/main" id="{D6E152D1-5E04-331B-AC95-148F51196E81}"/>
                  </a:ext>
                </a:extLst>
              </p:cNvPr>
              <p:cNvSpPr/>
              <p:nvPr/>
            </p:nvSpPr>
            <p:spPr>
              <a:xfrm>
                <a:off x="11449106" y="6300040"/>
                <a:ext cx="553500" cy="567900"/>
              </a:xfrm>
              <a:prstGeom prst="ellipse">
                <a:avLst/>
              </a:prstGeom>
              <a:solidFill>
                <a:srgbClr val="FFE599"/>
              </a:solidFill>
              <a:ln w="26900" cap="flat" cmpd="sng">
                <a:solidFill>
                  <a:schemeClr val="dk2"/>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cxnSp>
            <p:nvCxnSpPr>
              <p:cNvPr id="391" name="Google Shape;172;p1">
                <a:extLst>
                  <a:ext uri="{FF2B5EF4-FFF2-40B4-BE49-F238E27FC236}">
                    <a16:creationId xmlns:a16="http://schemas.microsoft.com/office/drawing/2014/main" id="{3547655A-0B68-88D1-9F54-A8045297F5ED}"/>
                  </a:ext>
                </a:extLst>
              </p:cNvPr>
              <p:cNvCxnSpPr>
                <a:stCxn id="374" idx="2"/>
                <a:endCxn id="385" idx="6"/>
              </p:cNvCxnSpPr>
              <p:nvPr/>
            </p:nvCxnSpPr>
            <p:spPr>
              <a:xfrm flipH="1">
                <a:off x="11773943" y="5649161"/>
                <a:ext cx="463800" cy="81300"/>
              </a:xfrm>
              <a:prstGeom prst="straightConnector1">
                <a:avLst/>
              </a:prstGeom>
              <a:noFill/>
              <a:ln w="9525" cap="flat" cmpd="sng">
                <a:solidFill>
                  <a:srgbClr val="CCCCCC"/>
                </a:solidFill>
                <a:prstDash val="solid"/>
                <a:round/>
                <a:headEnd type="none" w="sm" len="sm"/>
                <a:tailEnd type="stealth" w="med" len="med"/>
              </a:ln>
            </p:spPr>
          </p:cxnSp>
          <p:cxnSp>
            <p:nvCxnSpPr>
              <p:cNvPr id="392" name="Google Shape;173;p1">
                <a:extLst>
                  <a:ext uri="{FF2B5EF4-FFF2-40B4-BE49-F238E27FC236}">
                    <a16:creationId xmlns:a16="http://schemas.microsoft.com/office/drawing/2014/main" id="{0E4427F2-DB0D-5446-8279-283A8F085389}"/>
                  </a:ext>
                </a:extLst>
              </p:cNvPr>
              <p:cNvCxnSpPr>
                <a:stCxn id="385" idx="2"/>
                <a:endCxn id="403" idx="6"/>
              </p:cNvCxnSpPr>
              <p:nvPr/>
            </p:nvCxnSpPr>
            <p:spPr>
              <a:xfrm flipH="1">
                <a:off x="11113540" y="5730365"/>
                <a:ext cx="354600" cy="30600"/>
              </a:xfrm>
              <a:prstGeom prst="straightConnector1">
                <a:avLst/>
              </a:prstGeom>
              <a:noFill/>
              <a:ln w="9525" cap="flat" cmpd="sng">
                <a:solidFill>
                  <a:srgbClr val="CCCCCC"/>
                </a:solidFill>
                <a:prstDash val="solid"/>
                <a:round/>
                <a:headEnd type="none" w="sm" len="sm"/>
                <a:tailEnd type="stealth" w="med" len="med"/>
              </a:ln>
            </p:spPr>
          </p:cxnSp>
          <p:cxnSp>
            <p:nvCxnSpPr>
              <p:cNvPr id="393" name="Google Shape;175;p1">
                <a:extLst>
                  <a:ext uri="{FF2B5EF4-FFF2-40B4-BE49-F238E27FC236}">
                    <a16:creationId xmlns:a16="http://schemas.microsoft.com/office/drawing/2014/main" id="{3C9E4E7B-16A8-84A6-5CF2-DE7A7CFF1502}"/>
                  </a:ext>
                </a:extLst>
              </p:cNvPr>
              <p:cNvCxnSpPr>
                <a:stCxn id="390" idx="1"/>
                <a:endCxn id="400" idx="5"/>
              </p:cNvCxnSpPr>
              <p:nvPr/>
            </p:nvCxnSpPr>
            <p:spPr>
              <a:xfrm rot="10800000">
                <a:off x="11390064" y="6170507"/>
                <a:ext cx="140100" cy="212700"/>
              </a:xfrm>
              <a:prstGeom prst="straightConnector1">
                <a:avLst/>
              </a:prstGeom>
              <a:noFill/>
              <a:ln w="9525" cap="flat" cmpd="sng">
                <a:solidFill>
                  <a:srgbClr val="CCCCCC"/>
                </a:solidFill>
                <a:prstDash val="solid"/>
                <a:round/>
                <a:headEnd type="none" w="sm" len="sm"/>
                <a:tailEnd type="stealth" w="med" len="med"/>
              </a:ln>
            </p:spPr>
          </p:cxnSp>
          <p:cxnSp>
            <p:nvCxnSpPr>
              <p:cNvPr id="394" name="Google Shape;177;p1">
                <a:extLst>
                  <a:ext uri="{FF2B5EF4-FFF2-40B4-BE49-F238E27FC236}">
                    <a16:creationId xmlns:a16="http://schemas.microsoft.com/office/drawing/2014/main" id="{99758D70-7DE8-DCAC-0962-667BACADE27A}"/>
                  </a:ext>
                </a:extLst>
              </p:cNvPr>
              <p:cNvCxnSpPr>
                <a:stCxn id="390" idx="2"/>
                <a:endCxn id="389" idx="5"/>
              </p:cNvCxnSpPr>
              <p:nvPr/>
            </p:nvCxnSpPr>
            <p:spPr>
              <a:xfrm rot="10800000">
                <a:off x="11201906" y="6502090"/>
                <a:ext cx="247200" cy="81900"/>
              </a:xfrm>
              <a:prstGeom prst="straightConnector1">
                <a:avLst/>
              </a:prstGeom>
              <a:noFill/>
              <a:ln w="9525" cap="flat" cmpd="sng">
                <a:solidFill>
                  <a:srgbClr val="CCCCCC"/>
                </a:solidFill>
                <a:prstDash val="solid"/>
                <a:round/>
                <a:headEnd type="none" w="sm" len="sm"/>
                <a:tailEnd type="stealth" w="med" len="med"/>
              </a:ln>
            </p:spPr>
          </p:cxnSp>
          <p:cxnSp>
            <p:nvCxnSpPr>
              <p:cNvPr id="395" name="Google Shape;178;p1">
                <a:extLst>
                  <a:ext uri="{FF2B5EF4-FFF2-40B4-BE49-F238E27FC236}">
                    <a16:creationId xmlns:a16="http://schemas.microsoft.com/office/drawing/2014/main" id="{8C4D5E36-559B-E7C0-FEBF-5E2B0F240B06}"/>
                  </a:ext>
                </a:extLst>
              </p:cNvPr>
              <p:cNvCxnSpPr>
                <a:stCxn id="389" idx="2"/>
                <a:endCxn id="388" idx="6"/>
              </p:cNvCxnSpPr>
              <p:nvPr/>
            </p:nvCxnSpPr>
            <p:spPr>
              <a:xfrm rot="10800000">
                <a:off x="10867164" y="6278162"/>
                <a:ext cx="170700" cy="153900"/>
              </a:xfrm>
              <a:prstGeom prst="straightConnector1">
                <a:avLst/>
              </a:prstGeom>
              <a:noFill/>
              <a:ln w="9525" cap="flat" cmpd="sng">
                <a:solidFill>
                  <a:srgbClr val="B7B7B7"/>
                </a:solidFill>
                <a:prstDash val="solid"/>
                <a:round/>
                <a:headEnd type="none" w="sm" len="sm"/>
                <a:tailEnd type="stealth" w="med" len="med"/>
              </a:ln>
            </p:spPr>
          </p:cxnSp>
          <p:cxnSp>
            <p:nvCxnSpPr>
              <p:cNvPr id="396" name="Google Shape;179;p1">
                <a:extLst>
                  <a:ext uri="{FF2B5EF4-FFF2-40B4-BE49-F238E27FC236}">
                    <a16:creationId xmlns:a16="http://schemas.microsoft.com/office/drawing/2014/main" id="{8A37B587-540B-3D9A-0378-5EB525585D5E}"/>
                  </a:ext>
                </a:extLst>
              </p:cNvPr>
              <p:cNvCxnSpPr>
                <a:stCxn id="400" idx="2"/>
                <a:endCxn id="386" idx="5"/>
              </p:cNvCxnSpPr>
              <p:nvPr/>
            </p:nvCxnSpPr>
            <p:spPr>
              <a:xfrm rot="10800000">
                <a:off x="10883737" y="6094319"/>
                <a:ext cx="342300" cy="6300"/>
              </a:xfrm>
              <a:prstGeom prst="straightConnector1">
                <a:avLst/>
              </a:prstGeom>
              <a:noFill/>
              <a:ln w="9525" cap="flat" cmpd="sng">
                <a:solidFill>
                  <a:srgbClr val="CCCCCC"/>
                </a:solidFill>
                <a:prstDash val="solid"/>
                <a:round/>
                <a:headEnd type="none" w="sm" len="sm"/>
                <a:tailEnd type="stealth" w="med" len="med"/>
              </a:ln>
            </p:spPr>
          </p:cxnSp>
          <p:cxnSp>
            <p:nvCxnSpPr>
              <p:cNvPr id="397" name="Google Shape;180;p1">
                <a:extLst>
                  <a:ext uri="{FF2B5EF4-FFF2-40B4-BE49-F238E27FC236}">
                    <a16:creationId xmlns:a16="http://schemas.microsoft.com/office/drawing/2014/main" id="{6A7204DD-220C-6AE5-1EC2-36EFB136C86E}"/>
                  </a:ext>
                </a:extLst>
              </p:cNvPr>
              <p:cNvCxnSpPr>
                <a:stCxn id="385" idx="1"/>
                <a:endCxn id="387" idx="5"/>
              </p:cNvCxnSpPr>
              <p:nvPr/>
            </p:nvCxnSpPr>
            <p:spPr>
              <a:xfrm rot="10800000">
                <a:off x="11225509" y="5574529"/>
                <a:ext cx="287400" cy="46800"/>
              </a:xfrm>
              <a:prstGeom prst="straightConnector1">
                <a:avLst/>
              </a:prstGeom>
              <a:noFill/>
              <a:ln w="9525" cap="flat" cmpd="sng">
                <a:solidFill>
                  <a:srgbClr val="CCCCCC"/>
                </a:solidFill>
                <a:prstDash val="solid"/>
                <a:round/>
                <a:headEnd type="none" w="sm" len="sm"/>
                <a:tailEnd type="stealth" w="med" len="med"/>
              </a:ln>
            </p:spPr>
          </p:cxnSp>
          <p:cxnSp>
            <p:nvCxnSpPr>
              <p:cNvPr id="398" name="Google Shape;181;p1">
                <a:extLst>
                  <a:ext uri="{FF2B5EF4-FFF2-40B4-BE49-F238E27FC236}">
                    <a16:creationId xmlns:a16="http://schemas.microsoft.com/office/drawing/2014/main" id="{2F6C80D0-1ACD-E8F1-7BCD-B0CB92F8A937}"/>
                  </a:ext>
                </a:extLst>
              </p:cNvPr>
              <p:cNvCxnSpPr>
                <a:stCxn id="411" idx="2"/>
                <a:endCxn id="400" idx="6"/>
              </p:cNvCxnSpPr>
              <p:nvPr/>
            </p:nvCxnSpPr>
            <p:spPr>
              <a:xfrm flipH="1">
                <a:off x="11418366" y="5897435"/>
                <a:ext cx="710100" cy="203100"/>
              </a:xfrm>
              <a:prstGeom prst="straightConnector1">
                <a:avLst/>
              </a:prstGeom>
              <a:noFill/>
              <a:ln w="9525" cap="flat" cmpd="sng">
                <a:solidFill>
                  <a:srgbClr val="CCCCCC"/>
                </a:solidFill>
                <a:prstDash val="solid"/>
                <a:round/>
                <a:headEnd type="none" w="sm" len="sm"/>
                <a:tailEnd type="stealth" w="med" len="med"/>
              </a:ln>
            </p:spPr>
          </p:cxnSp>
          <p:cxnSp>
            <p:nvCxnSpPr>
              <p:cNvPr id="399" name="Google Shape;183;p1">
                <a:extLst>
                  <a:ext uri="{FF2B5EF4-FFF2-40B4-BE49-F238E27FC236}">
                    <a16:creationId xmlns:a16="http://schemas.microsoft.com/office/drawing/2014/main" id="{5398C726-9ED3-049F-78D9-29C6F83065AA}"/>
                  </a:ext>
                </a:extLst>
              </p:cNvPr>
              <p:cNvCxnSpPr>
                <a:stCxn id="411" idx="2"/>
                <a:endCxn id="386" idx="6"/>
              </p:cNvCxnSpPr>
              <p:nvPr/>
            </p:nvCxnSpPr>
            <p:spPr>
              <a:xfrm flipH="1">
                <a:off x="10911666" y="5897435"/>
                <a:ext cx="1216800" cy="126900"/>
              </a:xfrm>
              <a:prstGeom prst="straightConnector1">
                <a:avLst/>
              </a:prstGeom>
              <a:noFill/>
              <a:ln w="9525" cap="flat" cmpd="sng">
                <a:solidFill>
                  <a:srgbClr val="CCCCCC"/>
                </a:solidFill>
                <a:prstDash val="solid"/>
                <a:round/>
                <a:headEnd type="none" w="sm" len="sm"/>
                <a:tailEnd type="stealth" w="med" len="med"/>
              </a:ln>
            </p:spPr>
          </p:cxnSp>
          <p:sp>
            <p:nvSpPr>
              <p:cNvPr id="400" name="Google Shape;176;p1">
                <a:extLst>
                  <a:ext uri="{FF2B5EF4-FFF2-40B4-BE49-F238E27FC236}">
                    <a16:creationId xmlns:a16="http://schemas.microsoft.com/office/drawing/2014/main" id="{5670E7A9-AA9C-BF47-11BA-C751A375906A}"/>
                  </a:ext>
                </a:extLst>
              </p:cNvPr>
              <p:cNvSpPr/>
              <p:nvPr/>
            </p:nvSpPr>
            <p:spPr>
              <a:xfrm>
                <a:off x="11226037" y="6001619"/>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cxnSp>
            <p:nvCxnSpPr>
              <p:cNvPr id="401" name="Google Shape;184;p1">
                <a:extLst>
                  <a:ext uri="{FF2B5EF4-FFF2-40B4-BE49-F238E27FC236}">
                    <a16:creationId xmlns:a16="http://schemas.microsoft.com/office/drawing/2014/main" id="{F895C011-0749-ED46-FE95-98304511E152}"/>
                  </a:ext>
                </a:extLst>
              </p:cNvPr>
              <p:cNvCxnSpPr>
                <a:stCxn id="374" idx="2"/>
                <a:endCxn id="389" idx="7"/>
              </p:cNvCxnSpPr>
              <p:nvPr/>
            </p:nvCxnSpPr>
            <p:spPr>
              <a:xfrm flipH="1">
                <a:off x="11202143" y="5649161"/>
                <a:ext cx="1035600" cy="712800"/>
              </a:xfrm>
              <a:prstGeom prst="straightConnector1">
                <a:avLst/>
              </a:prstGeom>
              <a:noFill/>
              <a:ln w="9525" cap="flat" cmpd="sng">
                <a:solidFill>
                  <a:srgbClr val="CCCCCC"/>
                </a:solidFill>
                <a:prstDash val="solid"/>
                <a:round/>
                <a:headEnd type="none" w="sm" len="sm"/>
                <a:tailEnd type="stealth" w="med" len="med"/>
              </a:ln>
            </p:spPr>
          </p:cxnSp>
          <p:cxnSp>
            <p:nvCxnSpPr>
              <p:cNvPr id="402" name="Google Shape;185;p1">
                <a:extLst>
                  <a:ext uri="{FF2B5EF4-FFF2-40B4-BE49-F238E27FC236}">
                    <a16:creationId xmlns:a16="http://schemas.microsoft.com/office/drawing/2014/main" id="{6F6D821D-7757-CBD7-C733-E017C9CBD354}"/>
                  </a:ext>
                </a:extLst>
              </p:cNvPr>
              <p:cNvCxnSpPr>
                <a:stCxn id="374" idx="5"/>
                <a:endCxn id="380" idx="1"/>
              </p:cNvCxnSpPr>
              <p:nvPr/>
            </p:nvCxnSpPr>
            <p:spPr>
              <a:xfrm>
                <a:off x="12401881" y="5719165"/>
                <a:ext cx="907200" cy="894600"/>
              </a:xfrm>
              <a:prstGeom prst="straightConnector1">
                <a:avLst/>
              </a:prstGeom>
              <a:noFill/>
              <a:ln w="17925" cap="flat" cmpd="sng">
                <a:solidFill>
                  <a:srgbClr val="D9D9D9"/>
                </a:solidFill>
                <a:prstDash val="solid"/>
                <a:round/>
                <a:headEnd type="none" w="sm" len="sm"/>
                <a:tailEnd type="stealth" w="med" len="med"/>
              </a:ln>
            </p:spPr>
          </p:cxnSp>
          <p:sp>
            <p:nvSpPr>
              <p:cNvPr id="403" name="Google Shape;174;p1">
                <a:extLst>
                  <a:ext uri="{FF2B5EF4-FFF2-40B4-BE49-F238E27FC236}">
                    <a16:creationId xmlns:a16="http://schemas.microsoft.com/office/drawing/2014/main" id="{0760B263-FCA4-8895-FA7D-F07654B7E48E}"/>
                  </a:ext>
                </a:extLst>
              </p:cNvPr>
              <p:cNvSpPr/>
              <p:nvPr/>
            </p:nvSpPr>
            <p:spPr>
              <a:xfrm>
                <a:off x="10921235" y="566202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cxnSp>
            <p:nvCxnSpPr>
              <p:cNvPr id="404" name="Google Shape;186;p1">
                <a:extLst>
                  <a:ext uri="{FF2B5EF4-FFF2-40B4-BE49-F238E27FC236}">
                    <a16:creationId xmlns:a16="http://schemas.microsoft.com/office/drawing/2014/main" id="{E39CEDDD-E01E-406C-AB4B-0F8BC088BF3F}"/>
                  </a:ext>
                </a:extLst>
              </p:cNvPr>
              <p:cNvCxnSpPr>
                <a:stCxn id="411" idx="2"/>
                <a:endCxn id="389" idx="6"/>
              </p:cNvCxnSpPr>
              <p:nvPr/>
            </p:nvCxnSpPr>
            <p:spPr>
              <a:xfrm flipH="1">
                <a:off x="11230266" y="5897435"/>
                <a:ext cx="898200" cy="534600"/>
              </a:xfrm>
              <a:prstGeom prst="straightConnector1">
                <a:avLst/>
              </a:prstGeom>
              <a:noFill/>
              <a:ln w="9525" cap="flat" cmpd="sng">
                <a:solidFill>
                  <a:srgbClr val="CCCCCC"/>
                </a:solidFill>
                <a:prstDash val="solid"/>
                <a:round/>
                <a:headEnd type="none" w="sm" len="sm"/>
                <a:tailEnd type="stealth" w="med" len="med"/>
              </a:ln>
            </p:spPr>
          </p:cxnSp>
          <p:cxnSp>
            <p:nvCxnSpPr>
              <p:cNvPr id="405" name="Google Shape;187;p1">
                <a:extLst>
                  <a:ext uri="{FF2B5EF4-FFF2-40B4-BE49-F238E27FC236}">
                    <a16:creationId xmlns:a16="http://schemas.microsoft.com/office/drawing/2014/main" id="{D25DAB40-36BA-673A-5010-17AB3001EDAB}"/>
                  </a:ext>
                </a:extLst>
              </p:cNvPr>
              <p:cNvCxnSpPr>
                <a:stCxn id="409" idx="6"/>
                <a:endCxn id="379" idx="2"/>
              </p:cNvCxnSpPr>
              <p:nvPr/>
            </p:nvCxnSpPr>
            <p:spPr>
              <a:xfrm rot="10800000" flipH="1">
                <a:off x="12553633" y="5743151"/>
                <a:ext cx="437100" cy="199800"/>
              </a:xfrm>
              <a:prstGeom prst="straightConnector1">
                <a:avLst/>
              </a:prstGeom>
              <a:noFill/>
              <a:ln w="38100" cap="flat" cmpd="sng">
                <a:solidFill>
                  <a:schemeClr val="accent1"/>
                </a:solidFill>
                <a:prstDash val="solid"/>
                <a:round/>
                <a:headEnd type="none" w="sm" len="sm"/>
                <a:tailEnd type="stealth" w="med" len="med"/>
              </a:ln>
            </p:spPr>
          </p:cxnSp>
          <p:cxnSp>
            <p:nvCxnSpPr>
              <p:cNvPr id="406" name="Google Shape;189;p1">
                <a:extLst>
                  <a:ext uri="{FF2B5EF4-FFF2-40B4-BE49-F238E27FC236}">
                    <a16:creationId xmlns:a16="http://schemas.microsoft.com/office/drawing/2014/main" id="{C60F9E9A-45BA-84A0-7AC5-B100F086CA3F}"/>
                  </a:ext>
                </a:extLst>
              </p:cNvPr>
              <p:cNvCxnSpPr>
                <a:stCxn id="379" idx="7"/>
                <a:endCxn id="377" idx="2"/>
              </p:cNvCxnSpPr>
              <p:nvPr/>
            </p:nvCxnSpPr>
            <p:spPr>
              <a:xfrm rot="10800000" flipH="1">
                <a:off x="13154736" y="5621063"/>
                <a:ext cx="162600" cy="52200"/>
              </a:xfrm>
              <a:prstGeom prst="straightConnector1">
                <a:avLst/>
              </a:prstGeom>
              <a:noFill/>
              <a:ln w="9525" cap="flat" cmpd="sng">
                <a:solidFill>
                  <a:srgbClr val="E4E4E3"/>
                </a:solidFill>
                <a:prstDash val="solid"/>
                <a:round/>
                <a:headEnd type="none" w="sm" len="sm"/>
                <a:tailEnd type="stealth" w="med" len="med"/>
              </a:ln>
            </p:spPr>
          </p:cxnSp>
          <p:cxnSp>
            <p:nvCxnSpPr>
              <p:cNvPr id="407" name="Google Shape;190;p1">
                <a:extLst>
                  <a:ext uri="{FF2B5EF4-FFF2-40B4-BE49-F238E27FC236}">
                    <a16:creationId xmlns:a16="http://schemas.microsoft.com/office/drawing/2014/main" id="{627F3916-102F-2D3B-F287-6B1607F166B8}"/>
                  </a:ext>
                </a:extLst>
              </p:cNvPr>
              <p:cNvCxnSpPr>
                <a:stCxn id="377" idx="6"/>
                <a:endCxn id="378" idx="2"/>
              </p:cNvCxnSpPr>
              <p:nvPr/>
            </p:nvCxnSpPr>
            <p:spPr>
              <a:xfrm rot="10800000" flipH="1">
                <a:off x="13509582" y="5405984"/>
                <a:ext cx="189900" cy="215100"/>
              </a:xfrm>
              <a:prstGeom prst="straightConnector1">
                <a:avLst/>
              </a:prstGeom>
              <a:noFill/>
              <a:ln w="9525" cap="flat" cmpd="sng">
                <a:solidFill>
                  <a:srgbClr val="E4E4E3"/>
                </a:solidFill>
                <a:prstDash val="solid"/>
                <a:round/>
                <a:headEnd type="none" w="sm" len="sm"/>
                <a:tailEnd type="stealth" w="med" len="med"/>
              </a:ln>
            </p:spPr>
          </p:cxnSp>
          <p:cxnSp>
            <p:nvCxnSpPr>
              <p:cNvPr id="408" name="Google Shape;191;p1">
                <a:extLst>
                  <a:ext uri="{FF2B5EF4-FFF2-40B4-BE49-F238E27FC236}">
                    <a16:creationId xmlns:a16="http://schemas.microsoft.com/office/drawing/2014/main" id="{DBBF9DFC-676F-44A2-0275-FD68D3BDAB84}"/>
                  </a:ext>
                </a:extLst>
              </p:cNvPr>
              <p:cNvCxnSpPr>
                <a:stCxn id="374" idx="6"/>
                <a:endCxn id="375" idx="2"/>
              </p:cNvCxnSpPr>
              <p:nvPr/>
            </p:nvCxnSpPr>
            <p:spPr>
              <a:xfrm rot="10800000" flipH="1">
                <a:off x="12430043" y="5497061"/>
                <a:ext cx="560700" cy="152100"/>
              </a:xfrm>
              <a:prstGeom prst="straightConnector1">
                <a:avLst/>
              </a:prstGeom>
              <a:noFill/>
              <a:ln w="9525" cap="flat" cmpd="sng">
                <a:solidFill>
                  <a:srgbClr val="E4E4E3"/>
                </a:solidFill>
                <a:prstDash val="solid"/>
                <a:round/>
                <a:headEnd type="none" w="sm" len="sm"/>
                <a:tailEnd type="stealth" w="med" len="med"/>
              </a:ln>
            </p:spPr>
          </p:cxnSp>
          <p:sp>
            <p:nvSpPr>
              <p:cNvPr id="409" name="Google Shape;188;p1">
                <a:extLst>
                  <a:ext uri="{FF2B5EF4-FFF2-40B4-BE49-F238E27FC236}">
                    <a16:creationId xmlns:a16="http://schemas.microsoft.com/office/drawing/2014/main" id="{61C1DDE7-803C-A98D-DC8E-8C02E39DBC8D}"/>
                  </a:ext>
                </a:extLst>
              </p:cNvPr>
              <p:cNvSpPr/>
              <p:nvPr/>
            </p:nvSpPr>
            <p:spPr>
              <a:xfrm>
                <a:off x="12361333" y="5843951"/>
                <a:ext cx="192300" cy="198000"/>
              </a:xfrm>
              <a:prstGeom prst="ellipse">
                <a:avLst/>
              </a:prstGeom>
              <a:solidFill>
                <a:schemeClr val="tx1"/>
              </a:solidFill>
              <a:ln w="9525" cap="flat" cmpd="sng">
                <a:solidFill>
                  <a:schemeClr val="dk2"/>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cxnSp>
            <p:nvCxnSpPr>
              <p:cNvPr id="410" name="Google Shape;192;p1">
                <a:extLst>
                  <a:ext uri="{FF2B5EF4-FFF2-40B4-BE49-F238E27FC236}">
                    <a16:creationId xmlns:a16="http://schemas.microsoft.com/office/drawing/2014/main" id="{CACF5458-FB36-53C0-DE5E-4111A96C4352}"/>
                  </a:ext>
                </a:extLst>
              </p:cNvPr>
              <p:cNvCxnSpPr>
                <a:stCxn id="375" idx="7"/>
                <a:endCxn id="376" idx="2"/>
              </p:cNvCxnSpPr>
              <p:nvPr/>
            </p:nvCxnSpPr>
            <p:spPr>
              <a:xfrm rot="10800000" flipH="1">
                <a:off x="13154747" y="5328685"/>
                <a:ext cx="174300" cy="98400"/>
              </a:xfrm>
              <a:prstGeom prst="straightConnector1">
                <a:avLst/>
              </a:prstGeom>
              <a:noFill/>
              <a:ln w="9525" cap="flat" cmpd="sng">
                <a:solidFill>
                  <a:srgbClr val="E4E4E3"/>
                </a:solidFill>
                <a:prstDash val="solid"/>
                <a:round/>
                <a:headEnd type="none" w="sm" len="sm"/>
                <a:tailEnd type="stealth" w="med" len="med"/>
              </a:ln>
            </p:spPr>
          </p:cxnSp>
          <p:sp>
            <p:nvSpPr>
              <p:cNvPr id="411" name="Google Shape;182;p1">
                <a:extLst>
                  <a:ext uri="{FF2B5EF4-FFF2-40B4-BE49-F238E27FC236}">
                    <a16:creationId xmlns:a16="http://schemas.microsoft.com/office/drawing/2014/main" id="{367C7319-BB16-52A3-FF62-C1E8E38DD335}"/>
                  </a:ext>
                </a:extLst>
              </p:cNvPr>
              <p:cNvSpPr/>
              <p:nvPr/>
            </p:nvSpPr>
            <p:spPr>
              <a:xfrm>
                <a:off x="12128466" y="579843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cxnSp>
            <p:nvCxnSpPr>
              <p:cNvPr id="412" name="Google Shape;193;p1">
                <a:extLst>
                  <a:ext uri="{FF2B5EF4-FFF2-40B4-BE49-F238E27FC236}">
                    <a16:creationId xmlns:a16="http://schemas.microsoft.com/office/drawing/2014/main" id="{B608ADF9-4FA7-6E29-49CC-063BBF344AB7}"/>
                  </a:ext>
                </a:extLst>
              </p:cNvPr>
              <p:cNvCxnSpPr>
                <a:stCxn id="390" idx="6"/>
                <a:endCxn id="380" idx="2"/>
              </p:cNvCxnSpPr>
              <p:nvPr/>
            </p:nvCxnSpPr>
            <p:spPr>
              <a:xfrm>
                <a:off x="12002606" y="6583990"/>
                <a:ext cx="1258500" cy="148800"/>
              </a:xfrm>
              <a:prstGeom prst="straightConnector1">
                <a:avLst/>
              </a:prstGeom>
              <a:noFill/>
              <a:ln w="35850" cap="flat" cmpd="sng">
                <a:solidFill>
                  <a:srgbClr val="E4E4E3"/>
                </a:solidFill>
                <a:prstDash val="solid"/>
                <a:round/>
                <a:headEnd type="stealth" w="med" len="med"/>
                <a:tailEnd type="none" w="sm" len="sm"/>
              </a:ln>
            </p:spPr>
          </p:cxnSp>
          <p:cxnSp>
            <p:nvCxnSpPr>
              <p:cNvPr id="413" name="Google Shape;194;p1">
                <a:extLst>
                  <a:ext uri="{FF2B5EF4-FFF2-40B4-BE49-F238E27FC236}">
                    <a16:creationId xmlns:a16="http://schemas.microsoft.com/office/drawing/2014/main" id="{92184AC2-326D-F82D-CF13-5F416E388DB4}"/>
                  </a:ext>
                </a:extLst>
              </p:cNvPr>
              <p:cNvCxnSpPr>
                <a:stCxn id="381" idx="1"/>
                <a:endCxn id="385" idx="5"/>
              </p:cNvCxnSpPr>
              <p:nvPr/>
            </p:nvCxnSpPr>
            <p:spPr>
              <a:xfrm rot="10800000">
                <a:off x="11729045" y="5839432"/>
                <a:ext cx="1188600" cy="962700"/>
              </a:xfrm>
              <a:prstGeom prst="straightConnector1">
                <a:avLst/>
              </a:prstGeom>
              <a:noFill/>
              <a:ln w="9525" cap="flat" cmpd="sng">
                <a:solidFill>
                  <a:srgbClr val="CCCCCC"/>
                </a:solidFill>
                <a:prstDash val="solid"/>
                <a:round/>
                <a:headEnd type="none" w="sm" len="sm"/>
                <a:tailEnd type="stealth" w="med" len="med"/>
              </a:ln>
            </p:spPr>
          </p:cxnSp>
          <p:cxnSp>
            <p:nvCxnSpPr>
              <p:cNvPr id="414" name="Google Shape;195;p1">
                <a:extLst>
                  <a:ext uri="{FF2B5EF4-FFF2-40B4-BE49-F238E27FC236}">
                    <a16:creationId xmlns:a16="http://schemas.microsoft.com/office/drawing/2014/main" id="{5D655AA9-FDA5-F2A4-8808-C30B43AF68FB}"/>
                  </a:ext>
                </a:extLst>
              </p:cNvPr>
              <p:cNvCxnSpPr>
                <a:stCxn id="411" idx="3"/>
                <a:endCxn id="390" idx="7"/>
              </p:cNvCxnSpPr>
              <p:nvPr/>
            </p:nvCxnSpPr>
            <p:spPr>
              <a:xfrm flipH="1">
                <a:off x="11921428" y="5967439"/>
                <a:ext cx="235200" cy="415800"/>
              </a:xfrm>
              <a:prstGeom prst="straightConnector1">
                <a:avLst/>
              </a:prstGeom>
              <a:noFill/>
              <a:ln w="35850" cap="flat" cmpd="sng">
                <a:solidFill>
                  <a:srgbClr val="E4E4E3"/>
                </a:solidFill>
                <a:prstDash val="solid"/>
                <a:round/>
                <a:headEnd type="none" w="sm" len="sm"/>
                <a:tailEnd type="stealth" w="med" len="med"/>
              </a:ln>
            </p:spPr>
          </p:cxnSp>
          <p:cxnSp>
            <p:nvCxnSpPr>
              <p:cNvPr id="415" name="Google Shape;196;p1">
                <a:extLst>
                  <a:ext uri="{FF2B5EF4-FFF2-40B4-BE49-F238E27FC236}">
                    <a16:creationId xmlns:a16="http://schemas.microsoft.com/office/drawing/2014/main" id="{E5831266-1C7C-81B1-C4DC-1D401E05A4EB}"/>
                  </a:ext>
                </a:extLst>
              </p:cNvPr>
              <p:cNvCxnSpPr>
                <a:stCxn id="409" idx="5"/>
                <a:endCxn id="381" idx="1"/>
              </p:cNvCxnSpPr>
              <p:nvPr/>
            </p:nvCxnSpPr>
            <p:spPr>
              <a:xfrm>
                <a:off x="12525471" y="6012955"/>
                <a:ext cx="392100" cy="789300"/>
              </a:xfrm>
              <a:prstGeom prst="straightConnector1">
                <a:avLst/>
              </a:prstGeom>
              <a:noFill/>
              <a:ln w="31750" cap="flat" cmpd="sng">
                <a:solidFill>
                  <a:schemeClr val="accent1"/>
                </a:solidFill>
                <a:prstDash val="solid"/>
                <a:round/>
                <a:headEnd type="none" w="sm" len="sm"/>
                <a:tailEnd type="stealth" w="med" len="med"/>
              </a:ln>
            </p:spPr>
          </p:cxnSp>
          <p:cxnSp>
            <p:nvCxnSpPr>
              <p:cNvPr id="416" name="Google Shape;197;p1">
                <a:extLst>
                  <a:ext uri="{FF2B5EF4-FFF2-40B4-BE49-F238E27FC236}">
                    <a16:creationId xmlns:a16="http://schemas.microsoft.com/office/drawing/2014/main" id="{8FA715C6-B197-1B5F-6FFD-E9B077BB5EB5}"/>
                  </a:ext>
                </a:extLst>
              </p:cNvPr>
              <p:cNvCxnSpPr>
                <a:stCxn id="374" idx="6"/>
                <a:endCxn id="379" idx="2"/>
              </p:cNvCxnSpPr>
              <p:nvPr/>
            </p:nvCxnSpPr>
            <p:spPr>
              <a:xfrm>
                <a:off x="12430043" y="5649161"/>
                <a:ext cx="560700" cy="94200"/>
              </a:xfrm>
              <a:prstGeom prst="straightConnector1">
                <a:avLst/>
              </a:prstGeom>
              <a:noFill/>
              <a:ln w="9525" cap="flat" cmpd="sng">
                <a:solidFill>
                  <a:srgbClr val="E4E4E3"/>
                </a:solidFill>
                <a:prstDash val="solid"/>
                <a:round/>
                <a:headEnd type="none" w="sm" len="sm"/>
                <a:tailEnd type="stealth" w="med" len="med"/>
              </a:ln>
            </p:spPr>
          </p:cxnSp>
          <p:cxnSp>
            <p:nvCxnSpPr>
              <p:cNvPr id="417" name="Google Shape;198;p1">
                <a:extLst>
                  <a:ext uri="{FF2B5EF4-FFF2-40B4-BE49-F238E27FC236}">
                    <a16:creationId xmlns:a16="http://schemas.microsoft.com/office/drawing/2014/main" id="{4DD749CD-1E84-7789-A13D-5A60CD628BB8}"/>
                  </a:ext>
                </a:extLst>
              </p:cNvPr>
              <p:cNvCxnSpPr>
                <a:stCxn id="409" idx="6"/>
                <a:endCxn id="383" idx="2"/>
              </p:cNvCxnSpPr>
              <p:nvPr/>
            </p:nvCxnSpPr>
            <p:spPr>
              <a:xfrm>
                <a:off x="12553633" y="5942951"/>
                <a:ext cx="770400" cy="255300"/>
              </a:xfrm>
              <a:prstGeom prst="straightConnector1">
                <a:avLst/>
              </a:prstGeom>
              <a:noFill/>
              <a:ln w="31750" cap="flat" cmpd="sng">
                <a:solidFill>
                  <a:schemeClr val="accent1"/>
                </a:solidFill>
                <a:prstDash val="solid"/>
                <a:round/>
                <a:headEnd type="none" w="sm" len="sm"/>
                <a:tailEnd type="stealth" w="med" len="med"/>
              </a:ln>
            </p:spPr>
          </p:cxnSp>
          <p:cxnSp>
            <p:nvCxnSpPr>
              <p:cNvPr id="418" name="Google Shape;199;p1">
                <a:extLst>
                  <a:ext uri="{FF2B5EF4-FFF2-40B4-BE49-F238E27FC236}">
                    <a16:creationId xmlns:a16="http://schemas.microsoft.com/office/drawing/2014/main" id="{31242443-454F-F5B9-B12A-9F6A57D2F134}"/>
                  </a:ext>
                </a:extLst>
              </p:cNvPr>
              <p:cNvCxnSpPr>
                <a:stCxn id="409" idx="3"/>
                <a:endCxn id="390" idx="7"/>
              </p:cNvCxnSpPr>
              <p:nvPr/>
            </p:nvCxnSpPr>
            <p:spPr>
              <a:xfrm flipH="1">
                <a:off x="11921495" y="6012955"/>
                <a:ext cx="468000" cy="370200"/>
              </a:xfrm>
              <a:prstGeom prst="straightConnector1">
                <a:avLst/>
              </a:prstGeom>
              <a:noFill/>
              <a:ln w="31750" cap="flat" cmpd="sng">
                <a:solidFill>
                  <a:schemeClr val="accent1"/>
                </a:solidFill>
                <a:prstDash val="solid"/>
                <a:round/>
                <a:headEnd type="none" w="sm" len="sm"/>
                <a:tailEnd type="stealth" w="med" len="med"/>
              </a:ln>
            </p:spPr>
          </p:cxnSp>
          <p:cxnSp>
            <p:nvCxnSpPr>
              <p:cNvPr id="419" name="Google Shape;200;p1">
                <a:extLst>
                  <a:ext uri="{FF2B5EF4-FFF2-40B4-BE49-F238E27FC236}">
                    <a16:creationId xmlns:a16="http://schemas.microsoft.com/office/drawing/2014/main" id="{973099B0-5943-5508-A469-F9BDAAEFF17E}"/>
                  </a:ext>
                </a:extLst>
              </p:cNvPr>
              <p:cNvCxnSpPr>
                <a:stCxn id="409" idx="6"/>
                <a:endCxn id="380" idx="1"/>
              </p:cNvCxnSpPr>
              <p:nvPr/>
            </p:nvCxnSpPr>
            <p:spPr>
              <a:xfrm>
                <a:off x="12553633" y="5942951"/>
                <a:ext cx="755400" cy="670800"/>
              </a:xfrm>
              <a:prstGeom prst="straightConnector1">
                <a:avLst/>
              </a:prstGeom>
              <a:noFill/>
              <a:ln w="34925" cap="flat" cmpd="sng">
                <a:solidFill>
                  <a:schemeClr val="accent1"/>
                </a:solidFill>
                <a:prstDash val="solid"/>
                <a:round/>
                <a:headEnd type="none" w="sm" len="sm"/>
                <a:tailEnd type="stealth" w="med" len="med"/>
              </a:ln>
            </p:spPr>
          </p:cxnSp>
        </p:grpSp>
        <p:graphicFrame>
          <p:nvGraphicFramePr>
            <p:cNvPr id="17" name="Table">
              <a:extLst>
                <a:ext uri="{FF2B5EF4-FFF2-40B4-BE49-F238E27FC236}">
                  <a16:creationId xmlns:a16="http://schemas.microsoft.com/office/drawing/2014/main" id="{4BB3AF93-BC74-C905-2296-2170BD1AC16D}"/>
                </a:ext>
              </a:extLst>
            </p:cNvPr>
            <p:cNvGraphicFramePr/>
            <p:nvPr/>
          </p:nvGraphicFramePr>
          <p:xfrm>
            <a:off x="5154380" y="6200121"/>
            <a:ext cx="627864" cy="475004"/>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4"/>
                    </a:ext>
                  </a:extLst>
                </a:tr>
              </a:tbl>
            </a:graphicData>
          </a:graphic>
        </p:graphicFrame>
      </p:grpSp>
      <p:sp>
        <p:nvSpPr>
          <p:cNvPr id="11" name="TextBox 10">
            <a:extLst>
              <a:ext uri="{FF2B5EF4-FFF2-40B4-BE49-F238E27FC236}">
                <a16:creationId xmlns:a16="http://schemas.microsoft.com/office/drawing/2014/main" id="{CE080807-A0B1-E306-8BD4-B661C39F86AD}"/>
              </a:ext>
            </a:extLst>
          </p:cNvPr>
          <p:cNvSpPr txBox="1"/>
          <p:nvPr/>
        </p:nvSpPr>
        <p:spPr>
          <a:xfrm>
            <a:off x="274319" y="3699618"/>
            <a:ext cx="3291840" cy="156188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t>Kaiaulu downloaders allow different raw data to be obtained. For reference, see refreshers cheatsheet: cheatsheets/refresher-cheatsheet.pdf</a:t>
            </a:r>
          </a:p>
          <a:p>
            <a:endParaRPr lang="en-US" dirty="0"/>
          </a:p>
          <a:p>
            <a:r>
              <a:rPr lang="en-US" sz="1300" dirty="0"/>
              <a:t>1. download_jira_issues()</a:t>
            </a:r>
          </a:p>
          <a:p>
            <a:r>
              <a:rPr lang="en-US" b="0" dirty="0"/>
              <a:t>Downloads JIRA data locally as JSON files.</a:t>
            </a:r>
            <a:endParaRPr lang="en-US" dirty="0"/>
          </a:p>
          <a:p>
            <a:r>
              <a:rPr lang="en-US" sz="1300" dirty="0"/>
              <a:t>2. …</a:t>
            </a:r>
            <a:endParaRPr lang="en-US" b="0" dirty="0"/>
          </a:p>
        </p:txBody>
      </p:sp>
      <p:sp>
        <p:nvSpPr>
          <p:cNvPr id="14" name="TextBox 13">
            <a:extLst>
              <a:ext uri="{FF2B5EF4-FFF2-40B4-BE49-F238E27FC236}">
                <a16:creationId xmlns:a16="http://schemas.microsoft.com/office/drawing/2014/main" id="{EEE584CB-EF20-1E9D-F6C6-E89DCCE6FDF7}"/>
              </a:ext>
            </a:extLst>
          </p:cNvPr>
          <p:cNvSpPr txBox="1"/>
          <p:nvPr/>
        </p:nvSpPr>
        <p:spPr>
          <a:xfrm>
            <a:off x="274320" y="5493289"/>
            <a:ext cx="3291840" cy="199790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t>Parse functions format raw data into structured tables that are reusable across multiple transforms.</a:t>
            </a:r>
          </a:p>
          <a:p>
            <a:endParaRPr lang="en-US" dirty="0"/>
          </a:p>
          <a:p>
            <a:r>
              <a:rPr lang="en-US" sz="1300" dirty="0"/>
              <a:t>1. parse_gitlog()</a:t>
            </a:r>
          </a:p>
          <a:p>
            <a:r>
              <a:rPr lang="en-US" b="0" dirty="0"/>
              <a:t>Parses a git repository into a commit table.</a:t>
            </a:r>
            <a:endParaRPr lang="en-US" dirty="0"/>
          </a:p>
          <a:p>
            <a:r>
              <a:rPr lang="en-US" sz="1300" dirty="0"/>
              <a:t>2. parse_jira_replies()</a:t>
            </a:r>
          </a:p>
          <a:p>
            <a:r>
              <a:rPr lang="en-US" b="0" dirty="0"/>
              <a:t>Parses Jira issue comments into a reply table.</a:t>
            </a:r>
            <a:endParaRPr lang="en-US" sz="1400" dirty="0"/>
          </a:p>
          <a:p>
            <a:r>
              <a:rPr lang="en-US" sz="1300" dirty="0"/>
              <a:t>3. …</a:t>
            </a:r>
            <a:endParaRPr lang="en-US" sz="1300" b="0" dirty="0"/>
          </a:p>
        </p:txBody>
      </p:sp>
      <p:sp>
        <p:nvSpPr>
          <p:cNvPr id="16" name="TextBox 15">
            <a:extLst>
              <a:ext uri="{FF2B5EF4-FFF2-40B4-BE49-F238E27FC236}">
                <a16:creationId xmlns:a16="http://schemas.microsoft.com/office/drawing/2014/main" id="{D9B64059-CABF-AF93-E0DA-58AE0C6FA06F}"/>
              </a:ext>
            </a:extLst>
          </p:cNvPr>
          <p:cNvSpPr txBox="1"/>
          <p:nvPr/>
        </p:nvSpPr>
        <p:spPr>
          <a:xfrm>
            <a:off x="274320" y="7772400"/>
            <a:ext cx="3566160" cy="228600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t>Transform functions construct S3 graph objects from parsed tables by defining nodes, edges, and relationships.</a:t>
            </a:r>
          </a:p>
          <a:p>
            <a:endParaRPr lang="en-US" dirty="0"/>
          </a:p>
          <a:p>
            <a:r>
              <a:rPr lang="en-US" sz="1300" dirty="0"/>
              <a:t>1. transform_gitlog_to_bipartite_network()</a:t>
            </a:r>
          </a:p>
          <a:p>
            <a:r>
              <a:rPr lang="en-US" b="0" dirty="0"/>
              <a:t>Git Log commit table → bipartite graph.</a:t>
            </a:r>
          </a:p>
          <a:p>
            <a:r>
              <a:rPr lang="en-US" sz="1300" dirty="0"/>
              <a:t>2. transform_gitlog_to_multimodal_network()</a:t>
            </a:r>
          </a:p>
          <a:p>
            <a:r>
              <a:rPr lang="en-US" b="0" dirty="0"/>
              <a:t>Git Log commit table → multimodal graph.</a:t>
            </a:r>
          </a:p>
          <a:p>
            <a:r>
              <a:rPr lang="en-US" sz="1300" dirty="0"/>
              <a:t>3. transform_reply_to_bipartite_network()</a:t>
            </a:r>
          </a:p>
          <a:p>
            <a:r>
              <a:rPr lang="en-US" b="0" dirty="0"/>
              <a:t>Reply table → person-issue bipartite graph.</a:t>
            </a:r>
          </a:p>
          <a:p>
            <a:r>
              <a:rPr lang="en-US" sz="1300" dirty="0"/>
              <a:t>4. …</a:t>
            </a:r>
            <a:endParaRPr lang="en-US" sz="1400" b="0" dirty="0"/>
          </a:p>
        </p:txBody>
      </p:sp>
    </p:spTree>
    <p:extLst>
      <p:ext uri="{BB962C8B-B14F-4D97-AF65-F5344CB8AC3E}">
        <p14:creationId xmlns:p14="http://schemas.microsoft.com/office/powerpoint/2010/main" val="3276859624"/>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8960BA-5BA0-AF4F-261A-5A97ECE57743}"/>
            </a:ext>
          </a:extLst>
        </p:cNvPr>
        <p:cNvGrpSpPr/>
        <p:nvPr/>
      </p:nvGrpSpPr>
      <p:grpSpPr>
        <a:xfrm>
          <a:off x="0" y="0"/>
          <a:ext cx="0" cy="0"/>
          <a:chOff x="0" y="0"/>
          <a:chExt cx="0" cy="0"/>
        </a:xfrm>
      </p:grpSpPr>
      <p:pic>
        <p:nvPicPr>
          <p:cNvPr id="56" name="Image" descr="Image">
            <a:extLst>
              <a:ext uri="{FF2B5EF4-FFF2-40B4-BE49-F238E27FC236}">
                <a16:creationId xmlns:a16="http://schemas.microsoft.com/office/drawing/2014/main" id="{A2F62703-C143-B799-3593-561228B348A1}"/>
              </a:ext>
            </a:extLst>
          </p:cNvPr>
          <p:cNvPicPr>
            <a:picLocks noChangeAspect="1"/>
          </p:cNvPicPr>
          <p:nvPr/>
        </p:nvPicPr>
        <p:blipFill>
          <a:blip r:embed="rId3"/>
          <a:stretch>
            <a:fillRect/>
          </a:stretch>
        </p:blipFill>
        <p:spPr>
          <a:xfrm>
            <a:off x="8371568" y="-682083"/>
            <a:ext cx="5598432" cy="2990088"/>
          </a:xfrm>
          <a:prstGeom prst="rect">
            <a:avLst/>
          </a:prstGeom>
          <a:ln w="12700">
            <a:miter lim="400000"/>
          </a:ln>
        </p:spPr>
      </p:pic>
      <p:sp>
        <p:nvSpPr>
          <p:cNvPr id="447" name="TextBox 446">
            <a:extLst>
              <a:ext uri="{FF2B5EF4-FFF2-40B4-BE49-F238E27FC236}">
                <a16:creationId xmlns:a16="http://schemas.microsoft.com/office/drawing/2014/main" id="{B85EF6AD-A856-EB07-C50B-10E577548EE9}"/>
              </a:ext>
            </a:extLst>
          </p:cNvPr>
          <p:cNvSpPr txBox="1"/>
          <p:nvPr/>
        </p:nvSpPr>
        <p:spPr>
          <a:xfrm>
            <a:off x="3840480" y="2004091"/>
            <a:ext cx="670876"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dirty="0">
                <a:ln>
                  <a:noFill/>
                </a:ln>
                <a:solidFill>
                  <a:srgbClr val="4C4C4C"/>
                </a:solidFill>
                <a:effectLst/>
                <a:uFillTx/>
                <a:sym typeface="Source Sans Pro"/>
              </a:rPr>
              <a:t>Raw Data</a:t>
            </a:r>
          </a:p>
        </p:txBody>
      </p:sp>
      <p:sp>
        <p:nvSpPr>
          <p:cNvPr id="512" name="TextBox 511">
            <a:extLst>
              <a:ext uri="{FF2B5EF4-FFF2-40B4-BE49-F238E27FC236}">
                <a16:creationId xmlns:a16="http://schemas.microsoft.com/office/drawing/2014/main" id="{F128F195-DB72-50E7-1E97-A9B539A937B2}"/>
              </a:ext>
            </a:extLst>
          </p:cNvPr>
          <p:cNvSpPr txBox="1"/>
          <p:nvPr/>
        </p:nvSpPr>
        <p:spPr>
          <a:xfrm>
            <a:off x="3840480" y="2877765"/>
            <a:ext cx="670876" cy="443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Tabular Data</a:t>
            </a:r>
            <a:endParaRPr kumimoji="0" lang="en-US" sz="1000" b="0" i="0" u="none" strike="noStrike" cap="none" spc="0" normalizeH="0" baseline="0" dirty="0">
              <a:ln>
                <a:noFill/>
              </a:ln>
              <a:solidFill>
                <a:srgbClr val="4C4C4C"/>
              </a:solidFill>
              <a:effectLst/>
              <a:uFillTx/>
              <a:sym typeface="Source Sans Pro"/>
            </a:endParaRPr>
          </a:p>
        </p:txBody>
      </p:sp>
      <p:sp>
        <p:nvSpPr>
          <p:cNvPr id="515" name="TextBox 514">
            <a:extLst>
              <a:ext uri="{FF2B5EF4-FFF2-40B4-BE49-F238E27FC236}">
                <a16:creationId xmlns:a16="http://schemas.microsoft.com/office/drawing/2014/main" id="{DF28AAD1-1D33-61B2-98AB-CC61CB9CFEC6}"/>
              </a:ext>
            </a:extLst>
          </p:cNvPr>
          <p:cNvSpPr txBox="1"/>
          <p:nvPr/>
        </p:nvSpPr>
        <p:spPr>
          <a:xfrm>
            <a:off x="3840480" y="6652009"/>
            <a:ext cx="670876" cy="443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dirty="0">
                <a:ln>
                  <a:noFill/>
                </a:ln>
                <a:solidFill>
                  <a:srgbClr val="4C4C4C"/>
                </a:solidFill>
                <a:effectLst/>
                <a:uFillTx/>
                <a:sym typeface="Source Sans Pro"/>
              </a:rPr>
              <a:t>S3 Graph API</a:t>
            </a:r>
          </a:p>
        </p:txBody>
      </p:sp>
      <p:sp>
        <p:nvSpPr>
          <p:cNvPr id="516" name="TextBox 515">
            <a:extLst>
              <a:ext uri="{FF2B5EF4-FFF2-40B4-BE49-F238E27FC236}">
                <a16:creationId xmlns:a16="http://schemas.microsoft.com/office/drawing/2014/main" id="{42DA7EF8-AC4E-C6CB-9343-C30F15BCE25E}"/>
              </a:ext>
            </a:extLst>
          </p:cNvPr>
          <p:cNvSpPr txBox="1"/>
          <p:nvPr/>
        </p:nvSpPr>
        <p:spPr>
          <a:xfrm>
            <a:off x="3840480" y="8209269"/>
            <a:ext cx="670876" cy="443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dirty="0">
                <a:ln>
                  <a:noFill/>
                </a:ln>
                <a:solidFill>
                  <a:srgbClr val="4C4C4C"/>
                </a:solidFill>
                <a:effectLst/>
                <a:uFillTx/>
                <a:sym typeface="Source Sans Pro"/>
              </a:rPr>
              <a:t>Graph Export</a:t>
            </a:r>
          </a:p>
        </p:txBody>
      </p:sp>
      <p:sp>
        <p:nvSpPr>
          <p:cNvPr id="7" name="TextBox 6">
            <a:extLst>
              <a:ext uri="{FF2B5EF4-FFF2-40B4-BE49-F238E27FC236}">
                <a16:creationId xmlns:a16="http://schemas.microsoft.com/office/drawing/2014/main" id="{520C60E1-2663-3EC5-15DF-CEBC07458A14}"/>
              </a:ext>
            </a:extLst>
          </p:cNvPr>
          <p:cNvSpPr txBox="1"/>
          <p:nvPr/>
        </p:nvSpPr>
        <p:spPr>
          <a:xfrm>
            <a:off x="9875520" y="3840480"/>
            <a:ext cx="4177348" cy="402336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t>S3 methods execute the correct behavior based on the graph's class, allowing for analyses functions to work regardless of the data’s origin.</a:t>
            </a:r>
          </a:p>
          <a:p>
            <a:endParaRPr lang="en-US" b="0" dirty="0"/>
          </a:p>
          <a:p>
            <a:r>
              <a:rPr lang="en-US" b="0" dirty="0"/>
              <a:t>Examples of S3 Generic Functions:</a:t>
            </a:r>
            <a:endParaRPr lang="en-US" dirty="0"/>
          </a:p>
          <a:p>
            <a:r>
              <a:rPr lang="en-US" sz="1300" dirty="0"/>
              <a:t>1. bipartite_graph_projection()</a:t>
            </a:r>
          </a:p>
          <a:p>
            <a:r>
              <a:rPr lang="en-US" b="0" dirty="0"/>
              <a:t>Performs bipartite projection on multimodal graphs.</a:t>
            </a:r>
            <a:endParaRPr lang="en-US" sz="1300" dirty="0"/>
          </a:p>
          <a:p>
            <a:r>
              <a:rPr lang="en-US" sz="1300" dirty="0"/>
              <a:t>2. temporal_graph_projection()</a:t>
            </a:r>
          </a:p>
          <a:p>
            <a:r>
              <a:rPr lang="en-US" b="0" dirty="0"/>
              <a:t>Performs temporal projection on multimodal graphs.</a:t>
            </a:r>
            <a:endParaRPr lang="en-US" sz="1300" dirty="0"/>
          </a:p>
          <a:p>
            <a:r>
              <a:rPr lang="en-US" sz="1300" dirty="0"/>
              <a:t>3. community_oslom()</a:t>
            </a:r>
          </a:p>
          <a:p>
            <a:r>
              <a:rPr lang="en-US" b="0" dirty="0"/>
              <a:t>Runs OSLOM community detection on a graph.</a:t>
            </a:r>
          </a:p>
          <a:p>
            <a:r>
              <a:rPr lang="en-US" sz="1300" dirty="0"/>
              <a:t>4. graph_to_dsmj()</a:t>
            </a:r>
          </a:p>
          <a:p>
            <a:r>
              <a:rPr lang="en-US" b="0" dirty="0"/>
              <a:t>Exports graph to a .dsmj file.</a:t>
            </a:r>
            <a:endParaRPr lang="en-US" dirty="0"/>
          </a:p>
          <a:p>
            <a:pPr marL="0" marR="0" indent="0" algn="l" defTabSz="584200" rtl="0" fontAlgn="auto" latinLnBrk="0" hangingPunct="0">
              <a:lnSpc>
                <a:spcPct val="100000"/>
              </a:lnSpc>
              <a:spcBef>
                <a:spcPts val="200"/>
              </a:spcBef>
              <a:spcAft>
                <a:spcPts val="0"/>
              </a:spcAft>
              <a:buClrTx/>
              <a:buSzTx/>
              <a:buFontTx/>
              <a:buNone/>
              <a:tabLst/>
            </a:pPr>
            <a:endParaRPr lang="en-US" dirty="0"/>
          </a:p>
          <a:p>
            <a:r>
              <a:rPr lang="en-US" b="0" dirty="0"/>
              <a:t>Example of S3 Auxiliary Functions:</a:t>
            </a:r>
            <a:endParaRPr lang="en-US" dirty="0"/>
          </a:p>
          <a:p>
            <a:r>
              <a:rPr lang="en-US" sz="1300" dirty="0"/>
              <a:t>5. subset_bipartite_from_multimodal()</a:t>
            </a:r>
          </a:p>
          <a:p>
            <a:r>
              <a:rPr lang="en-US" b="0" dirty="0"/>
              <a:t>Slices a bipartite graph from a multimodal graph.</a:t>
            </a:r>
          </a:p>
          <a:p>
            <a:r>
              <a:rPr lang="en-US" sz="1300" dirty="0"/>
              <a:t>6. get_bidirected_edges()</a:t>
            </a:r>
          </a:p>
          <a:p>
            <a:r>
              <a:rPr lang="en-US" b="0" dirty="0"/>
              <a:t>Returns all mutual edge pairs from a graph.</a:t>
            </a:r>
          </a:p>
        </p:txBody>
      </p:sp>
      <p:sp>
        <p:nvSpPr>
          <p:cNvPr id="514" name="TextBox 513">
            <a:extLst>
              <a:ext uri="{FF2B5EF4-FFF2-40B4-BE49-F238E27FC236}">
                <a16:creationId xmlns:a16="http://schemas.microsoft.com/office/drawing/2014/main" id="{E05E5074-A8A1-1C0F-7CBB-E71862B7B6B9}"/>
              </a:ext>
            </a:extLst>
          </p:cNvPr>
          <p:cNvSpPr txBox="1"/>
          <p:nvPr/>
        </p:nvSpPr>
        <p:spPr>
          <a:xfrm>
            <a:off x="3840480" y="5027556"/>
            <a:ext cx="670876" cy="443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dirty="0">
                <a:ln>
                  <a:noFill/>
                </a:ln>
                <a:solidFill>
                  <a:srgbClr val="4C4C4C"/>
                </a:solidFill>
                <a:effectLst/>
                <a:uFillTx/>
                <a:sym typeface="Source Sans Pro"/>
              </a:rPr>
              <a:t>S3 Graph Class</a:t>
            </a:r>
          </a:p>
        </p:txBody>
      </p:sp>
      <p:sp>
        <p:nvSpPr>
          <p:cNvPr id="312" name="Line">
            <a:extLst>
              <a:ext uri="{FF2B5EF4-FFF2-40B4-BE49-F238E27FC236}">
                <a16:creationId xmlns:a16="http://schemas.microsoft.com/office/drawing/2014/main" id="{29E76B25-1FD2-46A2-2E78-AD9205E6C94B}"/>
              </a:ext>
            </a:extLst>
          </p:cNvPr>
          <p:cNvSpPr/>
          <p:nvPr/>
        </p:nvSpPr>
        <p:spPr>
          <a:xfrm flipV="1">
            <a:off x="213255" y="10296246"/>
            <a:ext cx="13462982" cy="39499"/>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313" name="YOUR LOGO…">
            <a:extLst>
              <a:ext uri="{FF2B5EF4-FFF2-40B4-BE49-F238E27FC236}">
                <a16:creationId xmlns:a16="http://schemas.microsoft.com/office/drawing/2014/main" id="{5F5ED31A-0A1B-78DE-C2E1-F3E81941C44F}"/>
              </a:ext>
            </a:extLst>
          </p:cNvPr>
          <p:cNvSpPr/>
          <p:nvPr/>
        </p:nvSpPr>
        <p:spPr>
          <a:xfrm>
            <a:off x="170343" y="10207710"/>
            <a:ext cx="1757945" cy="528270"/>
          </a:xfrm>
          <a:prstGeom prst="roundRect">
            <a:avLst>
              <a:gd name="adj" fmla="val 36061"/>
            </a:avLst>
          </a:prstGeom>
          <a:solidFill>
            <a:srgbClr val="FFFFFF"/>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lstStyle/>
          <a:p>
            <a:pPr algn="ctr">
              <a:lnSpc>
                <a:spcPct val="90000"/>
              </a:lnSpc>
              <a:spcBef>
                <a:spcPts val="0"/>
              </a:spcBef>
              <a:defRPr>
                <a:solidFill>
                  <a:srgbClr val="407AAA"/>
                </a:solidFill>
                <a:latin typeface="Helvetica Neue"/>
                <a:ea typeface="Helvetica Neue"/>
                <a:cs typeface="Helvetica Neue"/>
                <a:sym typeface="Helvetica Neue"/>
              </a:defRPr>
            </a:pPr>
            <a:r>
              <a:rPr lang="en-US" sz="2400" dirty="0"/>
              <a:t>Kaiāulu</a:t>
            </a:r>
            <a:endParaRPr sz="2400" dirty="0"/>
          </a:p>
        </p:txBody>
      </p:sp>
      <p:sp>
        <p:nvSpPr>
          <p:cNvPr id="334" name="Three Column Layout: : CHEAT SHEET">
            <a:extLst>
              <a:ext uri="{FF2B5EF4-FFF2-40B4-BE49-F238E27FC236}">
                <a16:creationId xmlns:a16="http://schemas.microsoft.com/office/drawing/2014/main" id="{B35D9F55-410C-702E-BD81-4E2418BA40C1}"/>
              </a:ext>
            </a:extLst>
          </p:cNvPr>
          <p:cNvSpPr txBox="1">
            <a:spLocks noGrp="1"/>
          </p:cNvSpPr>
          <p:nvPr>
            <p:ph type="title"/>
          </p:nvPr>
        </p:nvSpPr>
        <p:spPr>
          <a:xfrm>
            <a:off x="275721" y="361177"/>
            <a:ext cx="10898129" cy="803346"/>
          </a:xfrm>
          <a:prstGeom prst="rect">
            <a:avLst/>
          </a:prstGeom>
        </p:spPr>
        <p:txBody>
          <a:bodyPr lIns="0" tIns="0" rIns="0" bIns="0" anchor="t"/>
          <a:lstStyle/>
          <a:p>
            <a:r>
              <a:rPr lang="en-US" dirty="0"/>
              <a:t>Network Transform</a:t>
            </a:r>
            <a:r>
              <a:rPr dirty="0"/>
              <a:t>: : </a:t>
            </a:r>
            <a:r>
              <a:rPr sz="3300" dirty="0">
                <a:latin typeface="Source Sans Pro Semibold"/>
                <a:ea typeface="Source Sans Pro Semibold"/>
                <a:cs typeface="Source Sans Pro Semibold"/>
                <a:sym typeface="Source Sans Pro Semibold"/>
              </a:rPr>
              <a:t>CHEAT SHEET</a:t>
            </a:r>
            <a:r>
              <a:rPr dirty="0"/>
              <a:t> </a:t>
            </a:r>
          </a:p>
        </p:txBody>
      </p:sp>
      <p:sp>
        <p:nvSpPr>
          <p:cNvPr id="384" name="Layout Suggestions">
            <a:extLst>
              <a:ext uri="{FF2B5EF4-FFF2-40B4-BE49-F238E27FC236}">
                <a16:creationId xmlns:a16="http://schemas.microsoft.com/office/drawing/2014/main" id="{82EB782C-FFC7-044E-17F9-5B570C801F40}"/>
              </a:ext>
            </a:extLst>
          </p:cNvPr>
          <p:cNvSpPr txBox="1"/>
          <p:nvPr/>
        </p:nvSpPr>
        <p:spPr>
          <a:xfrm>
            <a:off x="275721" y="1459299"/>
            <a:ext cx="1349729"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t>About</a:t>
            </a:r>
            <a:endParaRPr dirty="0"/>
          </a:p>
        </p:txBody>
      </p:sp>
      <p:sp>
        <p:nvSpPr>
          <p:cNvPr id="501" name="TextBox 500">
            <a:extLst>
              <a:ext uri="{FF2B5EF4-FFF2-40B4-BE49-F238E27FC236}">
                <a16:creationId xmlns:a16="http://schemas.microsoft.com/office/drawing/2014/main" id="{E7B7BA2C-7409-C813-C0EE-091C39123808}"/>
              </a:ext>
            </a:extLst>
          </p:cNvPr>
          <p:cNvSpPr txBox="1"/>
          <p:nvPr/>
        </p:nvSpPr>
        <p:spPr>
          <a:xfrm>
            <a:off x="274319" y="1737360"/>
            <a:ext cx="3284761" cy="1645920"/>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err="1"/>
              <a:t>Kaiaulu’s</a:t>
            </a:r>
            <a:r>
              <a:rPr lang="en-US" b="0" dirty="0"/>
              <a:t> graph module unifies a variety of data sources (e.g. git logs, mailing lists) in a consistent object-oriented structure using S3 (R's object-oriented system). This abstraction allows future graph functions to be de-coupled from the data source. Graph functions will also apply the correct transformations depending on the graph object being passed as parameter (similarly to a print() function).</a:t>
            </a:r>
            <a:endParaRPr kumimoji="0" lang="en-US" b="0" i="0" u="none" strike="noStrike" cap="none" spc="0" normalizeH="0" dirty="0">
              <a:ln>
                <a:noFill/>
              </a:ln>
              <a:effectLst/>
              <a:uFillTx/>
              <a:latin typeface="Source Sans Pro" panose="020B0503030403020204" pitchFamily="34" charset="0"/>
              <a:ea typeface="Source Sans Pro" panose="020B0503030403020204" pitchFamily="34" charset="0"/>
              <a:sym typeface="Source Sans Pro"/>
            </a:endParaRPr>
          </a:p>
        </p:txBody>
      </p:sp>
      <p:cxnSp>
        <p:nvCxnSpPr>
          <p:cNvPr id="510" name="Elbow Connector 509">
            <a:extLst>
              <a:ext uri="{FF2B5EF4-FFF2-40B4-BE49-F238E27FC236}">
                <a16:creationId xmlns:a16="http://schemas.microsoft.com/office/drawing/2014/main" id="{D4779BEB-0A33-DF0D-B3B7-D969C5569994}"/>
              </a:ext>
            </a:extLst>
          </p:cNvPr>
          <p:cNvCxnSpPr>
            <a:cxnSpLocks/>
            <a:endCxn id="6" idx="1"/>
          </p:cNvCxnSpPr>
          <p:nvPr/>
        </p:nvCxnSpPr>
        <p:spPr>
          <a:xfrm flipV="1">
            <a:off x="8102322" y="1629314"/>
            <a:ext cx="1773198" cy="3659017"/>
          </a:xfrm>
          <a:prstGeom prst="bentConnector3">
            <a:avLst>
              <a:gd name="adj1" fmla="val 50000"/>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23" name="Elbow Connector 322">
            <a:extLst>
              <a:ext uri="{FF2B5EF4-FFF2-40B4-BE49-F238E27FC236}">
                <a16:creationId xmlns:a16="http://schemas.microsoft.com/office/drawing/2014/main" id="{E5E1ED9C-D5E0-233C-6D96-CF00209C1B79}"/>
              </a:ext>
            </a:extLst>
          </p:cNvPr>
          <p:cNvCxnSpPr>
            <a:cxnSpLocks/>
          </p:cNvCxnSpPr>
          <p:nvPr/>
        </p:nvCxnSpPr>
        <p:spPr>
          <a:xfrm rot="16200000" flipV="1">
            <a:off x="4503491" y="8322064"/>
            <a:ext cx="1504272" cy="4430"/>
          </a:xfrm>
          <a:prstGeom prst="bentConnector3">
            <a:avLst>
              <a:gd name="adj1" fmla="val 50000"/>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326" name="Manipulate Variables">
            <a:extLst>
              <a:ext uri="{FF2B5EF4-FFF2-40B4-BE49-F238E27FC236}">
                <a16:creationId xmlns:a16="http://schemas.microsoft.com/office/drawing/2014/main" id="{7DCEF4F9-EE20-CAC5-6EF5-33D073B7BC00}"/>
              </a:ext>
            </a:extLst>
          </p:cNvPr>
          <p:cNvSpPr txBox="1"/>
          <p:nvPr/>
        </p:nvSpPr>
        <p:spPr>
          <a:xfrm>
            <a:off x="274320" y="7498080"/>
            <a:ext cx="1825821"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Transformers</a:t>
            </a:r>
            <a:endParaRPr dirty="0"/>
          </a:p>
        </p:txBody>
      </p:sp>
      <p:sp>
        <p:nvSpPr>
          <p:cNvPr id="426" name="TextBox 425">
            <a:extLst>
              <a:ext uri="{FF2B5EF4-FFF2-40B4-BE49-F238E27FC236}">
                <a16:creationId xmlns:a16="http://schemas.microsoft.com/office/drawing/2014/main" id="{8B47F1E2-681C-19F7-24A6-86F18ED45FAF}"/>
              </a:ext>
            </a:extLst>
          </p:cNvPr>
          <p:cNvSpPr txBox="1"/>
          <p:nvPr/>
        </p:nvSpPr>
        <p:spPr>
          <a:xfrm>
            <a:off x="9875520" y="8595360"/>
            <a:ext cx="4138222" cy="146304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latin typeface="Source Sans Pro" panose="020B0503030403020204" pitchFamily="34" charset="0"/>
                <a:ea typeface="Source Sans Pro" panose="020B0503030403020204" pitchFamily="34" charset="0"/>
              </a:rPr>
              <a:t>Any numeric value — such as sentiment scores or custom weight schemes — can be assigned as edge </a:t>
            </a:r>
            <a:r>
              <a:rPr lang="en-US" dirty="0">
                <a:solidFill>
                  <a:schemeClr val="accent1"/>
                </a:solidFill>
                <a:latin typeface="Source Sans Pro" panose="020B0503030403020204" pitchFamily="34" charset="0"/>
                <a:ea typeface="Source Sans Pro" panose="020B0503030403020204" pitchFamily="34" charset="0"/>
              </a:rPr>
              <a:t>weights</a:t>
            </a:r>
            <a:r>
              <a:rPr lang="en-US" b="0" dirty="0">
                <a:latin typeface="Source Sans Pro" panose="020B0503030403020204" pitchFamily="34" charset="0"/>
                <a:ea typeface="Source Sans Pro" panose="020B0503030403020204" pitchFamily="34" charset="0"/>
              </a:rPr>
              <a:t> without modifying any existing transforms.</a:t>
            </a:r>
          </a:p>
          <a:p>
            <a:endParaRPr kumimoji="0" lang="en-US" b="0" i="0" u="none" strike="noStrike" cap="none" spc="0" normalizeH="0" baseline="0" dirty="0">
              <a:ln>
                <a:noFill/>
              </a:ln>
              <a:solidFill>
                <a:srgbClr val="4C4C4C"/>
              </a:solidFill>
              <a:effectLst/>
              <a:uFillTx/>
              <a:latin typeface="Source Sans Pro" panose="020B0503030403020204" pitchFamily="34" charset="0"/>
              <a:ea typeface="Source Sans Pro" panose="020B0503030403020204" pitchFamily="34" charset="0"/>
              <a:sym typeface="Source Sans Pro"/>
            </a:endParaRPr>
          </a:p>
          <a:p>
            <a:r>
              <a:rPr lang="en-US" sz="1300" dirty="0"/>
              <a:t>1. transform_reply_to_bipartite_network(</a:t>
            </a:r>
            <a:r>
              <a:rPr lang="en-US" sz="1400" dirty="0">
                <a:solidFill>
                  <a:schemeClr val="accent1"/>
                </a:solidFill>
              </a:rPr>
              <a:t>weight</a:t>
            </a:r>
            <a:r>
              <a:rPr lang="en-US" sz="1300" dirty="0"/>
              <a:t>, …)</a:t>
            </a:r>
          </a:p>
          <a:p>
            <a:r>
              <a:rPr lang="en-US" sz="1300" dirty="0"/>
              <a:t>2. transform_gitlog_to_bipartite_network(</a:t>
            </a:r>
            <a:r>
              <a:rPr lang="en-US" sz="1400" dirty="0">
                <a:solidFill>
                  <a:schemeClr val="accent1"/>
                </a:solidFill>
              </a:rPr>
              <a:t>weight</a:t>
            </a:r>
            <a:r>
              <a:rPr lang="en-US" sz="1300" dirty="0"/>
              <a:t>, …)</a:t>
            </a:r>
          </a:p>
          <a:p>
            <a:r>
              <a:rPr lang="en-US" sz="1300" dirty="0"/>
              <a:t>3. …</a:t>
            </a:r>
          </a:p>
        </p:txBody>
      </p:sp>
      <p:sp>
        <p:nvSpPr>
          <p:cNvPr id="10" name="Manipulate Variables">
            <a:extLst>
              <a:ext uri="{FF2B5EF4-FFF2-40B4-BE49-F238E27FC236}">
                <a16:creationId xmlns:a16="http://schemas.microsoft.com/office/drawing/2014/main" id="{DB0D10F1-C540-FE1F-662A-B33A51117CDA}"/>
              </a:ext>
            </a:extLst>
          </p:cNvPr>
          <p:cNvSpPr txBox="1"/>
          <p:nvPr/>
        </p:nvSpPr>
        <p:spPr>
          <a:xfrm>
            <a:off x="9875520" y="3566160"/>
            <a:ext cx="1808187"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S3 Functions</a:t>
            </a:r>
            <a:endParaRPr dirty="0"/>
          </a:p>
        </p:txBody>
      </p:sp>
      <p:sp>
        <p:nvSpPr>
          <p:cNvPr id="488" name="Manipulate Variables">
            <a:extLst>
              <a:ext uri="{FF2B5EF4-FFF2-40B4-BE49-F238E27FC236}">
                <a16:creationId xmlns:a16="http://schemas.microsoft.com/office/drawing/2014/main" id="{04130859-EED8-13E4-2FB9-49C85BEC95EB}"/>
              </a:ext>
            </a:extLst>
          </p:cNvPr>
          <p:cNvSpPr txBox="1"/>
          <p:nvPr/>
        </p:nvSpPr>
        <p:spPr>
          <a:xfrm>
            <a:off x="274320" y="5303520"/>
            <a:ext cx="1017907"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Parsers</a:t>
            </a:r>
            <a:endParaRPr dirty="0"/>
          </a:p>
        </p:txBody>
      </p:sp>
      <p:sp>
        <p:nvSpPr>
          <p:cNvPr id="2" name="TextBox 1">
            <a:extLst>
              <a:ext uri="{FF2B5EF4-FFF2-40B4-BE49-F238E27FC236}">
                <a16:creationId xmlns:a16="http://schemas.microsoft.com/office/drawing/2014/main" id="{02B5345F-D81A-8B23-DA3E-CE6AE98B82F5}"/>
              </a:ext>
            </a:extLst>
          </p:cNvPr>
          <p:cNvSpPr txBox="1"/>
          <p:nvPr/>
        </p:nvSpPr>
        <p:spPr>
          <a:xfrm>
            <a:off x="9875520" y="1675114"/>
            <a:ext cx="4177348" cy="158753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t>Transformers utilize a graph structure which generalizes different types of graphs, regardless of their data source.</a:t>
            </a:r>
          </a:p>
          <a:p>
            <a:endParaRPr lang="en-US" dirty="0"/>
          </a:p>
          <a:p>
            <a:r>
              <a:rPr lang="en-US" sz="1300" dirty="0"/>
              <a:t>1. model_unimodal_graph()</a:t>
            </a:r>
          </a:p>
          <a:p>
            <a:r>
              <a:rPr lang="en-US" b="0" dirty="0"/>
              <a:t>Represents a unimodal graph.</a:t>
            </a:r>
            <a:endParaRPr lang="en-US" dirty="0"/>
          </a:p>
          <a:p>
            <a:r>
              <a:rPr lang="en-US" sz="1300" dirty="0"/>
              <a:t>2. model_multimodal_graph()</a:t>
            </a:r>
          </a:p>
          <a:p>
            <a:r>
              <a:rPr lang="en-US" b="0" dirty="0"/>
              <a:t>Represents a multimodal graph.</a:t>
            </a:r>
          </a:p>
        </p:txBody>
      </p:sp>
      <p:cxnSp>
        <p:nvCxnSpPr>
          <p:cNvPr id="43" name="Elbow Connector 42">
            <a:extLst>
              <a:ext uri="{FF2B5EF4-FFF2-40B4-BE49-F238E27FC236}">
                <a16:creationId xmlns:a16="http://schemas.microsoft.com/office/drawing/2014/main" id="{5C529D7C-C665-B0CC-CDDD-0CD782B82289}"/>
              </a:ext>
            </a:extLst>
          </p:cNvPr>
          <p:cNvCxnSpPr>
            <a:cxnSpLocks/>
            <a:stCxn id="257" idx="3"/>
          </p:cNvCxnSpPr>
          <p:nvPr/>
        </p:nvCxnSpPr>
        <p:spPr>
          <a:xfrm flipV="1">
            <a:off x="7241179" y="6255621"/>
            <a:ext cx="2634341" cy="2472576"/>
          </a:xfrm>
          <a:prstGeom prst="bentConnector3">
            <a:avLst>
              <a:gd name="adj1" fmla="val 87908"/>
            </a:avLst>
          </a:prstGeom>
          <a:noFill/>
          <a:ln w="127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90" name="Elbow Connector 489">
            <a:extLst>
              <a:ext uri="{FF2B5EF4-FFF2-40B4-BE49-F238E27FC236}">
                <a16:creationId xmlns:a16="http://schemas.microsoft.com/office/drawing/2014/main" id="{79272D89-C97A-E6E1-4BFE-31F8CE50D585}"/>
              </a:ext>
            </a:extLst>
          </p:cNvPr>
          <p:cNvCxnSpPr>
            <a:cxnSpLocks/>
            <a:endCxn id="10" idx="1"/>
          </p:cNvCxnSpPr>
          <p:nvPr/>
        </p:nvCxnSpPr>
        <p:spPr>
          <a:xfrm flipV="1">
            <a:off x="9277609" y="3736175"/>
            <a:ext cx="597911" cy="3238528"/>
          </a:xfrm>
          <a:prstGeom prst="bentConnector3">
            <a:avLst>
              <a:gd name="adj1" fmla="val 21325"/>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grpSp>
        <p:nvGrpSpPr>
          <p:cNvPr id="267" name="Google Shape;156;p1">
            <a:extLst>
              <a:ext uri="{FF2B5EF4-FFF2-40B4-BE49-F238E27FC236}">
                <a16:creationId xmlns:a16="http://schemas.microsoft.com/office/drawing/2014/main" id="{86C73B11-1D70-CCE5-645F-240B4C804000}"/>
              </a:ext>
            </a:extLst>
          </p:cNvPr>
          <p:cNvGrpSpPr/>
          <p:nvPr/>
        </p:nvGrpSpPr>
        <p:grpSpPr>
          <a:xfrm>
            <a:off x="5817574" y="4638565"/>
            <a:ext cx="2196419" cy="1216823"/>
            <a:chOff x="10592773" y="5229745"/>
            <a:chExt cx="3298954" cy="1741391"/>
          </a:xfrm>
          <a:solidFill>
            <a:schemeClr val="tx1"/>
          </a:solidFill>
        </p:grpSpPr>
        <p:sp>
          <p:nvSpPr>
            <p:cNvPr id="268" name="Google Shape;157;p1">
              <a:extLst>
                <a:ext uri="{FF2B5EF4-FFF2-40B4-BE49-F238E27FC236}">
                  <a16:creationId xmlns:a16="http://schemas.microsoft.com/office/drawing/2014/main" id="{04D6EDDB-FABF-BC43-BA4A-E71907C6EFCD}"/>
                </a:ext>
              </a:extLst>
            </p:cNvPr>
            <p:cNvSpPr/>
            <p:nvPr/>
          </p:nvSpPr>
          <p:spPr>
            <a:xfrm>
              <a:off x="12237743" y="5550161"/>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69" name="Google Shape;158;p1">
              <a:extLst>
                <a:ext uri="{FF2B5EF4-FFF2-40B4-BE49-F238E27FC236}">
                  <a16:creationId xmlns:a16="http://schemas.microsoft.com/office/drawing/2014/main" id="{AA94CE47-ED6F-D0F6-08BE-168AE4CD1D0E}"/>
                </a:ext>
              </a:extLst>
            </p:cNvPr>
            <p:cNvSpPr/>
            <p:nvPr/>
          </p:nvSpPr>
          <p:spPr>
            <a:xfrm>
              <a:off x="12990609" y="5398089"/>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0" name="Google Shape;159;p1">
              <a:extLst>
                <a:ext uri="{FF2B5EF4-FFF2-40B4-BE49-F238E27FC236}">
                  <a16:creationId xmlns:a16="http://schemas.microsoft.com/office/drawing/2014/main" id="{9DE3156B-EC63-0077-1E74-633201D483C2}"/>
                </a:ext>
              </a:extLst>
            </p:cNvPr>
            <p:cNvSpPr/>
            <p:nvPr/>
          </p:nvSpPr>
          <p:spPr>
            <a:xfrm>
              <a:off x="13329043" y="5229745"/>
              <a:ext cx="192300" cy="198000"/>
            </a:xfrm>
            <a:prstGeom prst="ellipse">
              <a:avLst/>
            </a:prstGeom>
            <a:solidFill>
              <a:schemeClr val="accent3"/>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1" name="Google Shape;160;p1">
              <a:extLst>
                <a:ext uri="{FF2B5EF4-FFF2-40B4-BE49-F238E27FC236}">
                  <a16:creationId xmlns:a16="http://schemas.microsoft.com/office/drawing/2014/main" id="{1180336F-8BBB-F7CE-1D81-F05CECBB3BFB}"/>
                </a:ext>
              </a:extLst>
            </p:cNvPr>
            <p:cNvSpPr/>
            <p:nvPr/>
          </p:nvSpPr>
          <p:spPr>
            <a:xfrm>
              <a:off x="13317282" y="5522084"/>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2" name="Google Shape;161;p1">
              <a:extLst>
                <a:ext uri="{FF2B5EF4-FFF2-40B4-BE49-F238E27FC236}">
                  <a16:creationId xmlns:a16="http://schemas.microsoft.com/office/drawing/2014/main" id="{785C31C6-88DA-74A4-C524-74B180435D6E}"/>
                </a:ext>
              </a:extLst>
            </p:cNvPr>
            <p:cNvSpPr/>
            <p:nvPr/>
          </p:nvSpPr>
          <p:spPr>
            <a:xfrm>
              <a:off x="13699427" y="5306906"/>
              <a:ext cx="192300" cy="198000"/>
            </a:xfrm>
            <a:prstGeom prst="ellipse">
              <a:avLst/>
            </a:prstGeom>
            <a:solidFill>
              <a:schemeClr val="accent3"/>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3" name="Google Shape;162;p1">
              <a:extLst>
                <a:ext uri="{FF2B5EF4-FFF2-40B4-BE49-F238E27FC236}">
                  <a16:creationId xmlns:a16="http://schemas.microsoft.com/office/drawing/2014/main" id="{CF303448-C23A-9EAA-28D5-5A311D7F4AEB}"/>
                </a:ext>
              </a:extLst>
            </p:cNvPr>
            <p:cNvSpPr/>
            <p:nvPr/>
          </p:nvSpPr>
          <p:spPr>
            <a:xfrm>
              <a:off x="12990598" y="5644267"/>
              <a:ext cx="192300" cy="198000"/>
            </a:xfrm>
            <a:prstGeom prst="ellipse">
              <a:avLst/>
            </a:prstGeom>
            <a:solidFill>
              <a:schemeClr val="accent3"/>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4" name="Google Shape;163;p1">
              <a:extLst>
                <a:ext uri="{FF2B5EF4-FFF2-40B4-BE49-F238E27FC236}">
                  <a16:creationId xmlns:a16="http://schemas.microsoft.com/office/drawing/2014/main" id="{1722E6E2-A9F4-D8A3-EF75-64FD71114516}"/>
                </a:ext>
              </a:extLst>
            </p:cNvPr>
            <p:cNvSpPr/>
            <p:nvPr/>
          </p:nvSpPr>
          <p:spPr>
            <a:xfrm>
              <a:off x="13261106" y="6564434"/>
              <a:ext cx="328200" cy="3369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5" name="Google Shape;164;p1">
              <a:extLst>
                <a:ext uri="{FF2B5EF4-FFF2-40B4-BE49-F238E27FC236}">
                  <a16:creationId xmlns:a16="http://schemas.microsoft.com/office/drawing/2014/main" id="{CA540B69-D08D-3F93-69A1-B106A3C9D00E}"/>
                </a:ext>
              </a:extLst>
            </p:cNvPr>
            <p:cNvSpPr/>
            <p:nvPr/>
          </p:nvSpPr>
          <p:spPr>
            <a:xfrm>
              <a:off x="12889483" y="6773136"/>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6" name="Google Shape;165;p1">
              <a:extLst>
                <a:ext uri="{FF2B5EF4-FFF2-40B4-BE49-F238E27FC236}">
                  <a16:creationId xmlns:a16="http://schemas.microsoft.com/office/drawing/2014/main" id="{3B47B3A9-F5C9-3842-5B22-4EAD8CE93FA0}"/>
                </a:ext>
              </a:extLst>
            </p:cNvPr>
            <p:cNvSpPr/>
            <p:nvPr/>
          </p:nvSpPr>
          <p:spPr>
            <a:xfrm>
              <a:off x="13324166" y="6099152"/>
              <a:ext cx="192300" cy="198000"/>
            </a:xfrm>
            <a:prstGeom prst="ellipse">
              <a:avLst/>
            </a:prstGeom>
            <a:solidFill>
              <a:schemeClr val="accent3"/>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7" name="Google Shape;166;p1">
              <a:extLst>
                <a:ext uri="{FF2B5EF4-FFF2-40B4-BE49-F238E27FC236}">
                  <a16:creationId xmlns:a16="http://schemas.microsoft.com/office/drawing/2014/main" id="{58EB9847-94A0-5E8A-3C40-2188B4491888}"/>
                </a:ext>
              </a:extLst>
            </p:cNvPr>
            <p:cNvSpPr/>
            <p:nvPr/>
          </p:nvSpPr>
          <p:spPr>
            <a:xfrm>
              <a:off x="11468140" y="5576165"/>
              <a:ext cx="305700" cy="308400"/>
            </a:xfrm>
            <a:prstGeom prst="ellipse">
              <a:avLst/>
            </a:prstGeom>
            <a:solidFill>
              <a:schemeClr val="accent3"/>
            </a:solidFill>
            <a:ln w="179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8" name="Google Shape;167;p1">
              <a:extLst>
                <a:ext uri="{FF2B5EF4-FFF2-40B4-BE49-F238E27FC236}">
                  <a16:creationId xmlns:a16="http://schemas.microsoft.com/office/drawing/2014/main" id="{6F2F49E2-A70E-0A1E-9EDC-9BB029CEF3E6}"/>
                </a:ext>
              </a:extLst>
            </p:cNvPr>
            <p:cNvSpPr/>
            <p:nvPr/>
          </p:nvSpPr>
          <p:spPr>
            <a:xfrm>
              <a:off x="10719482" y="5925385"/>
              <a:ext cx="192300" cy="198000"/>
            </a:xfrm>
            <a:prstGeom prst="ellipse">
              <a:avLst/>
            </a:prstGeom>
            <a:solidFill>
              <a:schemeClr val="accent3"/>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79" name="Google Shape;168;p1">
              <a:extLst>
                <a:ext uri="{FF2B5EF4-FFF2-40B4-BE49-F238E27FC236}">
                  <a16:creationId xmlns:a16="http://schemas.microsoft.com/office/drawing/2014/main" id="{68161072-AE40-FC1F-B9B3-55AF9C1EDB03}"/>
                </a:ext>
              </a:extLst>
            </p:cNvPr>
            <p:cNvSpPr/>
            <p:nvPr/>
          </p:nvSpPr>
          <p:spPr>
            <a:xfrm>
              <a:off x="11061232" y="5405652"/>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80" name="Google Shape;169;p1">
              <a:extLst>
                <a:ext uri="{FF2B5EF4-FFF2-40B4-BE49-F238E27FC236}">
                  <a16:creationId xmlns:a16="http://schemas.microsoft.com/office/drawing/2014/main" id="{201719F0-C5C6-32D1-4AAF-9802E9685100}"/>
                </a:ext>
              </a:extLst>
            </p:cNvPr>
            <p:cNvSpPr/>
            <p:nvPr/>
          </p:nvSpPr>
          <p:spPr>
            <a:xfrm>
              <a:off x="10592773" y="6139937"/>
              <a:ext cx="274500" cy="276300"/>
            </a:xfrm>
            <a:prstGeom prst="ellipse">
              <a:avLst/>
            </a:prstGeom>
            <a:solidFill>
              <a:schemeClr val="accent3"/>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81" name="Google Shape;170;p1">
              <a:extLst>
                <a:ext uri="{FF2B5EF4-FFF2-40B4-BE49-F238E27FC236}">
                  <a16:creationId xmlns:a16="http://schemas.microsoft.com/office/drawing/2014/main" id="{116F1915-ADBB-F832-91FE-2F735B358EF7}"/>
                </a:ext>
              </a:extLst>
            </p:cNvPr>
            <p:cNvSpPr/>
            <p:nvPr/>
          </p:nvSpPr>
          <p:spPr>
            <a:xfrm>
              <a:off x="11037864" y="6333062"/>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82" name="Google Shape;171;p1">
              <a:extLst>
                <a:ext uri="{FF2B5EF4-FFF2-40B4-BE49-F238E27FC236}">
                  <a16:creationId xmlns:a16="http://schemas.microsoft.com/office/drawing/2014/main" id="{6B7E74DD-361E-6A6E-3BE7-AF3B0E29E781}"/>
                </a:ext>
              </a:extLst>
            </p:cNvPr>
            <p:cNvSpPr/>
            <p:nvPr/>
          </p:nvSpPr>
          <p:spPr>
            <a:xfrm>
              <a:off x="11449106" y="6300040"/>
              <a:ext cx="553500" cy="567900"/>
            </a:xfrm>
            <a:prstGeom prst="ellipse">
              <a:avLst/>
            </a:prstGeom>
            <a:solidFill>
              <a:schemeClr val="accent3"/>
            </a:solidFill>
            <a:ln w="26900"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283" name="Google Shape;172;p1">
              <a:extLst>
                <a:ext uri="{FF2B5EF4-FFF2-40B4-BE49-F238E27FC236}">
                  <a16:creationId xmlns:a16="http://schemas.microsoft.com/office/drawing/2014/main" id="{FA7E3C09-42DF-D05B-E064-8F7AA1DED54F}"/>
                </a:ext>
              </a:extLst>
            </p:cNvPr>
            <p:cNvCxnSpPr>
              <a:stCxn id="268" idx="2"/>
              <a:endCxn id="277" idx="6"/>
            </p:cNvCxnSpPr>
            <p:nvPr/>
          </p:nvCxnSpPr>
          <p:spPr>
            <a:xfrm flipH="1">
              <a:off x="11773943" y="5649161"/>
              <a:ext cx="463800" cy="813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84" name="Google Shape;173;p1">
              <a:extLst>
                <a:ext uri="{FF2B5EF4-FFF2-40B4-BE49-F238E27FC236}">
                  <a16:creationId xmlns:a16="http://schemas.microsoft.com/office/drawing/2014/main" id="{2112FED9-D359-C9AD-F0E5-D13ADA71B4C1}"/>
                </a:ext>
              </a:extLst>
            </p:cNvPr>
            <p:cNvCxnSpPr>
              <a:stCxn id="277" idx="2"/>
              <a:endCxn id="296" idx="6"/>
            </p:cNvCxnSpPr>
            <p:nvPr/>
          </p:nvCxnSpPr>
          <p:spPr>
            <a:xfrm flipH="1">
              <a:off x="11113540" y="5730365"/>
              <a:ext cx="354600" cy="306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85" name="Google Shape;175;p1">
              <a:extLst>
                <a:ext uri="{FF2B5EF4-FFF2-40B4-BE49-F238E27FC236}">
                  <a16:creationId xmlns:a16="http://schemas.microsoft.com/office/drawing/2014/main" id="{91A97F52-C0F7-85B3-66AB-2927D90AE511}"/>
                </a:ext>
              </a:extLst>
            </p:cNvPr>
            <p:cNvCxnSpPr>
              <a:stCxn id="282" idx="1"/>
              <a:endCxn id="293" idx="5"/>
            </p:cNvCxnSpPr>
            <p:nvPr/>
          </p:nvCxnSpPr>
          <p:spPr>
            <a:xfrm rot="10800000">
              <a:off x="11390064" y="6170507"/>
              <a:ext cx="140100" cy="2127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86" name="Google Shape;177;p1">
              <a:extLst>
                <a:ext uri="{FF2B5EF4-FFF2-40B4-BE49-F238E27FC236}">
                  <a16:creationId xmlns:a16="http://schemas.microsoft.com/office/drawing/2014/main" id="{FCB91EF3-4C3B-43FD-C9E7-436C04258A90}"/>
                </a:ext>
              </a:extLst>
            </p:cNvPr>
            <p:cNvCxnSpPr>
              <a:stCxn id="282" idx="2"/>
              <a:endCxn id="281" idx="5"/>
            </p:cNvCxnSpPr>
            <p:nvPr/>
          </p:nvCxnSpPr>
          <p:spPr>
            <a:xfrm rot="10800000">
              <a:off x="11201906" y="6502090"/>
              <a:ext cx="247200" cy="819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87" name="Google Shape;178;p1">
              <a:extLst>
                <a:ext uri="{FF2B5EF4-FFF2-40B4-BE49-F238E27FC236}">
                  <a16:creationId xmlns:a16="http://schemas.microsoft.com/office/drawing/2014/main" id="{11326CF0-262D-AAB8-C7AE-89215AC0A9A3}"/>
                </a:ext>
              </a:extLst>
            </p:cNvPr>
            <p:cNvCxnSpPr>
              <a:stCxn id="281" idx="2"/>
              <a:endCxn id="280" idx="6"/>
            </p:cNvCxnSpPr>
            <p:nvPr/>
          </p:nvCxnSpPr>
          <p:spPr>
            <a:xfrm rot="10800000">
              <a:off x="10867164" y="6278162"/>
              <a:ext cx="170700" cy="1539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88" name="Google Shape;179;p1">
              <a:extLst>
                <a:ext uri="{FF2B5EF4-FFF2-40B4-BE49-F238E27FC236}">
                  <a16:creationId xmlns:a16="http://schemas.microsoft.com/office/drawing/2014/main" id="{B9226557-AD6C-6072-452C-38BFC71F118E}"/>
                </a:ext>
              </a:extLst>
            </p:cNvPr>
            <p:cNvCxnSpPr>
              <a:stCxn id="293" idx="2"/>
              <a:endCxn id="278" idx="5"/>
            </p:cNvCxnSpPr>
            <p:nvPr/>
          </p:nvCxnSpPr>
          <p:spPr>
            <a:xfrm rot="10800000">
              <a:off x="10883737" y="6094319"/>
              <a:ext cx="342300" cy="63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89" name="Google Shape;180;p1">
              <a:extLst>
                <a:ext uri="{FF2B5EF4-FFF2-40B4-BE49-F238E27FC236}">
                  <a16:creationId xmlns:a16="http://schemas.microsoft.com/office/drawing/2014/main" id="{ED7815E5-E40E-D9BA-ECAC-0C4C91B07252}"/>
                </a:ext>
              </a:extLst>
            </p:cNvPr>
            <p:cNvCxnSpPr>
              <a:stCxn id="277" idx="1"/>
              <a:endCxn id="279" idx="5"/>
            </p:cNvCxnSpPr>
            <p:nvPr/>
          </p:nvCxnSpPr>
          <p:spPr>
            <a:xfrm rot="10800000">
              <a:off x="11225509" y="5574529"/>
              <a:ext cx="287400" cy="468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90" name="Google Shape;181;p1">
              <a:extLst>
                <a:ext uri="{FF2B5EF4-FFF2-40B4-BE49-F238E27FC236}">
                  <a16:creationId xmlns:a16="http://schemas.microsoft.com/office/drawing/2014/main" id="{5DACBC2F-6D5F-1602-8BAC-96F81AC3E6CD}"/>
                </a:ext>
              </a:extLst>
            </p:cNvPr>
            <p:cNvCxnSpPr>
              <a:stCxn id="304" idx="2"/>
              <a:endCxn id="293" idx="6"/>
            </p:cNvCxnSpPr>
            <p:nvPr/>
          </p:nvCxnSpPr>
          <p:spPr>
            <a:xfrm flipH="1">
              <a:off x="11418366" y="5897435"/>
              <a:ext cx="710100" cy="2031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91" name="Google Shape;183;p1">
              <a:extLst>
                <a:ext uri="{FF2B5EF4-FFF2-40B4-BE49-F238E27FC236}">
                  <a16:creationId xmlns:a16="http://schemas.microsoft.com/office/drawing/2014/main" id="{48AE4544-7869-966B-6F66-FDB5ED2C89F9}"/>
                </a:ext>
              </a:extLst>
            </p:cNvPr>
            <p:cNvCxnSpPr>
              <a:stCxn id="304" idx="2"/>
              <a:endCxn id="278" idx="6"/>
            </p:cNvCxnSpPr>
            <p:nvPr/>
          </p:nvCxnSpPr>
          <p:spPr>
            <a:xfrm flipH="1">
              <a:off x="10911666" y="5897435"/>
              <a:ext cx="1216800" cy="1269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sp>
          <p:nvSpPr>
            <p:cNvPr id="293" name="Google Shape;176;p1">
              <a:extLst>
                <a:ext uri="{FF2B5EF4-FFF2-40B4-BE49-F238E27FC236}">
                  <a16:creationId xmlns:a16="http://schemas.microsoft.com/office/drawing/2014/main" id="{E1E6221B-C765-4AED-6149-4C4EDA20C9DE}"/>
                </a:ext>
              </a:extLst>
            </p:cNvPr>
            <p:cNvSpPr/>
            <p:nvPr/>
          </p:nvSpPr>
          <p:spPr>
            <a:xfrm>
              <a:off x="11226037" y="6001619"/>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294" name="Google Shape;184;p1">
              <a:extLst>
                <a:ext uri="{FF2B5EF4-FFF2-40B4-BE49-F238E27FC236}">
                  <a16:creationId xmlns:a16="http://schemas.microsoft.com/office/drawing/2014/main" id="{21FC396C-D02A-7FEC-86CF-168E48D192B6}"/>
                </a:ext>
              </a:extLst>
            </p:cNvPr>
            <p:cNvCxnSpPr>
              <a:stCxn id="268" idx="2"/>
              <a:endCxn id="281" idx="7"/>
            </p:cNvCxnSpPr>
            <p:nvPr/>
          </p:nvCxnSpPr>
          <p:spPr>
            <a:xfrm flipH="1">
              <a:off x="11202143" y="5649161"/>
              <a:ext cx="1035600" cy="7128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95" name="Google Shape;185;p1">
              <a:extLst>
                <a:ext uri="{FF2B5EF4-FFF2-40B4-BE49-F238E27FC236}">
                  <a16:creationId xmlns:a16="http://schemas.microsoft.com/office/drawing/2014/main" id="{AFACB7FF-2EC4-0B2C-811D-3D2435942966}"/>
                </a:ext>
              </a:extLst>
            </p:cNvPr>
            <p:cNvCxnSpPr>
              <a:stCxn id="268" idx="5"/>
              <a:endCxn id="274" idx="1"/>
            </p:cNvCxnSpPr>
            <p:nvPr/>
          </p:nvCxnSpPr>
          <p:spPr>
            <a:xfrm>
              <a:off x="12401881" y="5719165"/>
              <a:ext cx="907200" cy="8946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sp>
          <p:nvSpPr>
            <p:cNvPr id="296" name="Google Shape;174;p1">
              <a:extLst>
                <a:ext uri="{FF2B5EF4-FFF2-40B4-BE49-F238E27FC236}">
                  <a16:creationId xmlns:a16="http://schemas.microsoft.com/office/drawing/2014/main" id="{6539BB91-DD5D-DC71-5DAC-C46D5F3B22EE}"/>
                </a:ext>
              </a:extLst>
            </p:cNvPr>
            <p:cNvSpPr/>
            <p:nvPr/>
          </p:nvSpPr>
          <p:spPr>
            <a:xfrm>
              <a:off x="10921235" y="5662025"/>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297" name="Google Shape;186;p1">
              <a:extLst>
                <a:ext uri="{FF2B5EF4-FFF2-40B4-BE49-F238E27FC236}">
                  <a16:creationId xmlns:a16="http://schemas.microsoft.com/office/drawing/2014/main" id="{80DFC4A2-319A-1D25-3064-CEFF5B607A5F}"/>
                </a:ext>
              </a:extLst>
            </p:cNvPr>
            <p:cNvCxnSpPr>
              <a:stCxn id="304" idx="2"/>
              <a:endCxn id="281" idx="6"/>
            </p:cNvCxnSpPr>
            <p:nvPr/>
          </p:nvCxnSpPr>
          <p:spPr>
            <a:xfrm flipH="1">
              <a:off x="11230266" y="5897435"/>
              <a:ext cx="898200" cy="5346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98" name="Google Shape;187;p1">
              <a:extLst>
                <a:ext uri="{FF2B5EF4-FFF2-40B4-BE49-F238E27FC236}">
                  <a16:creationId xmlns:a16="http://schemas.microsoft.com/office/drawing/2014/main" id="{F383918C-EC7C-CF37-B205-ED7B792923A8}"/>
                </a:ext>
              </a:extLst>
            </p:cNvPr>
            <p:cNvCxnSpPr>
              <a:stCxn id="302" idx="6"/>
              <a:endCxn id="273" idx="2"/>
            </p:cNvCxnSpPr>
            <p:nvPr/>
          </p:nvCxnSpPr>
          <p:spPr>
            <a:xfrm rot="10800000" flipH="1">
              <a:off x="12553633" y="5743151"/>
              <a:ext cx="437100" cy="199800"/>
            </a:xfrm>
            <a:prstGeom prst="straightConnector1">
              <a:avLst/>
            </a:prstGeom>
            <a:grpFill/>
            <a:ln w="9525" cap="flat" cmpd="sng">
              <a:solidFill>
                <a:schemeClr val="bg2">
                  <a:lumMod val="10000"/>
                </a:schemeClr>
              </a:solidFill>
              <a:prstDash val="solid"/>
              <a:round/>
              <a:headEnd type="none" w="sm" len="sm"/>
              <a:tailEnd type="stealth" w="med" len="med"/>
            </a:ln>
          </p:spPr>
        </p:cxnSp>
        <p:cxnSp>
          <p:nvCxnSpPr>
            <p:cNvPr id="299" name="Google Shape;189;p1">
              <a:extLst>
                <a:ext uri="{FF2B5EF4-FFF2-40B4-BE49-F238E27FC236}">
                  <a16:creationId xmlns:a16="http://schemas.microsoft.com/office/drawing/2014/main" id="{7073115C-753C-19B4-9FD1-7D71D65C8CAE}"/>
                </a:ext>
              </a:extLst>
            </p:cNvPr>
            <p:cNvCxnSpPr>
              <a:stCxn id="273" idx="7"/>
              <a:endCxn id="271" idx="2"/>
            </p:cNvCxnSpPr>
            <p:nvPr/>
          </p:nvCxnSpPr>
          <p:spPr>
            <a:xfrm rot="10800000" flipH="1">
              <a:off x="13154736" y="5621063"/>
              <a:ext cx="162600" cy="522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300" name="Google Shape;190;p1">
              <a:extLst>
                <a:ext uri="{FF2B5EF4-FFF2-40B4-BE49-F238E27FC236}">
                  <a16:creationId xmlns:a16="http://schemas.microsoft.com/office/drawing/2014/main" id="{6EAD997E-93D8-B182-86F7-AFC461CFFF96}"/>
                </a:ext>
              </a:extLst>
            </p:cNvPr>
            <p:cNvCxnSpPr>
              <a:stCxn id="271" idx="6"/>
              <a:endCxn id="272" idx="2"/>
            </p:cNvCxnSpPr>
            <p:nvPr/>
          </p:nvCxnSpPr>
          <p:spPr>
            <a:xfrm rot="10800000" flipH="1">
              <a:off x="13509582" y="5405984"/>
              <a:ext cx="189900" cy="2151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301" name="Google Shape;191;p1">
              <a:extLst>
                <a:ext uri="{FF2B5EF4-FFF2-40B4-BE49-F238E27FC236}">
                  <a16:creationId xmlns:a16="http://schemas.microsoft.com/office/drawing/2014/main" id="{321F8888-E0C7-2D29-447E-0F03165F536A}"/>
                </a:ext>
              </a:extLst>
            </p:cNvPr>
            <p:cNvCxnSpPr>
              <a:stCxn id="268" idx="6"/>
              <a:endCxn id="269" idx="2"/>
            </p:cNvCxnSpPr>
            <p:nvPr/>
          </p:nvCxnSpPr>
          <p:spPr>
            <a:xfrm rot="10800000" flipH="1">
              <a:off x="12430043" y="5497061"/>
              <a:ext cx="560700" cy="1521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sp>
          <p:nvSpPr>
            <p:cNvPr id="302" name="Google Shape;188;p1">
              <a:extLst>
                <a:ext uri="{FF2B5EF4-FFF2-40B4-BE49-F238E27FC236}">
                  <a16:creationId xmlns:a16="http://schemas.microsoft.com/office/drawing/2014/main" id="{0D188FB4-1CA2-BF06-89B8-7EEF4E94E469}"/>
                </a:ext>
              </a:extLst>
            </p:cNvPr>
            <p:cNvSpPr/>
            <p:nvPr/>
          </p:nvSpPr>
          <p:spPr>
            <a:xfrm>
              <a:off x="12361333" y="5843951"/>
              <a:ext cx="192300" cy="198000"/>
            </a:xfrm>
            <a:prstGeom prst="ellipse">
              <a:avLst/>
            </a:prstGeom>
            <a:solidFill>
              <a:schemeClr val="accent3"/>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303" name="Google Shape;192;p1">
              <a:extLst>
                <a:ext uri="{FF2B5EF4-FFF2-40B4-BE49-F238E27FC236}">
                  <a16:creationId xmlns:a16="http://schemas.microsoft.com/office/drawing/2014/main" id="{C81BF0A6-1CBF-70F4-79C9-5CB7A55C118C}"/>
                </a:ext>
              </a:extLst>
            </p:cNvPr>
            <p:cNvCxnSpPr>
              <a:stCxn id="269" idx="7"/>
              <a:endCxn id="270" idx="2"/>
            </p:cNvCxnSpPr>
            <p:nvPr/>
          </p:nvCxnSpPr>
          <p:spPr>
            <a:xfrm rot="10800000" flipH="1">
              <a:off x="13154747" y="5328685"/>
              <a:ext cx="174300" cy="984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sp>
          <p:nvSpPr>
            <p:cNvPr id="304" name="Google Shape;182;p1">
              <a:extLst>
                <a:ext uri="{FF2B5EF4-FFF2-40B4-BE49-F238E27FC236}">
                  <a16:creationId xmlns:a16="http://schemas.microsoft.com/office/drawing/2014/main" id="{DB9FC5F2-9C53-79AB-F5A1-F86B295700A2}"/>
                </a:ext>
              </a:extLst>
            </p:cNvPr>
            <p:cNvSpPr/>
            <p:nvPr/>
          </p:nvSpPr>
          <p:spPr>
            <a:xfrm>
              <a:off x="12128466" y="5798435"/>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305" name="Google Shape;193;p1">
              <a:extLst>
                <a:ext uri="{FF2B5EF4-FFF2-40B4-BE49-F238E27FC236}">
                  <a16:creationId xmlns:a16="http://schemas.microsoft.com/office/drawing/2014/main" id="{4760CF25-539D-11B4-2B72-7B3BADFDFDF3}"/>
                </a:ext>
              </a:extLst>
            </p:cNvPr>
            <p:cNvCxnSpPr>
              <a:stCxn id="282" idx="6"/>
              <a:endCxn id="274" idx="2"/>
            </p:cNvCxnSpPr>
            <p:nvPr/>
          </p:nvCxnSpPr>
          <p:spPr>
            <a:xfrm>
              <a:off x="12002606" y="6583990"/>
              <a:ext cx="1258500" cy="148800"/>
            </a:xfrm>
            <a:prstGeom prst="straightConnector1">
              <a:avLst/>
            </a:prstGeom>
            <a:grpFill/>
            <a:ln>
              <a:solidFill>
                <a:schemeClr val="bg2">
                  <a:lumMod val="10000"/>
                </a:schemeClr>
              </a:solidFill>
              <a:headEnd type="stealth" w="med" len="med"/>
              <a:tailEnd type="none" w="sm" len="sm"/>
            </a:ln>
          </p:spPr>
          <p:style>
            <a:lnRef idx="1">
              <a:schemeClr val="dk1"/>
            </a:lnRef>
            <a:fillRef idx="0">
              <a:schemeClr val="dk1"/>
            </a:fillRef>
            <a:effectRef idx="0">
              <a:schemeClr val="dk1"/>
            </a:effectRef>
            <a:fontRef idx="minor">
              <a:schemeClr val="tx1"/>
            </a:fontRef>
          </p:style>
        </p:cxnSp>
        <p:cxnSp>
          <p:nvCxnSpPr>
            <p:cNvPr id="306" name="Google Shape;194;p1">
              <a:extLst>
                <a:ext uri="{FF2B5EF4-FFF2-40B4-BE49-F238E27FC236}">
                  <a16:creationId xmlns:a16="http://schemas.microsoft.com/office/drawing/2014/main" id="{64E874FA-A650-E684-25B9-4E2E0F72878A}"/>
                </a:ext>
              </a:extLst>
            </p:cNvPr>
            <p:cNvCxnSpPr>
              <a:stCxn id="275" idx="1"/>
              <a:endCxn id="277" idx="5"/>
            </p:cNvCxnSpPr>
            <p:nvPr/>
          </p:nvCxnSpPr>
          <p:spPr>
            <a:xfrm rot="10800000">
              <a:off x="11729045" y="5839432"/>
              <a:ext cx="1188600" cy="9627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307" name="Google Shape;195;p1">
              <a:extLst>
                <a:ext uri="{FF2B5EF4-FFF2-40B4-BE49-F238E27FC236}">
                  <a16:creationId xmlns:a16="http://schemas.microsoft.com/office/drawing/2014/main" id="{5A50CBD0-E34B-2AAA-1FAA-271B0F17703B}"/>
                </a:ext>
              </a:extLst>
            </p:cNvPr>
            <p:cNvCxnSpPr>
              <a:stCxn id="304" idx="3"/>
              <a:endCxn id="282" idx="7"/>
            </p:cNvCxnSpPr>
            <p:nvPr/>
          </p:nvCxnSpPr>
          <p:spPr>
            <a:xfrm flipH="1">
              <a:off x="11921428" y="5967439"/>
              <a:ext cx="235200" cy="4158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308" name="Google Shape;196;p1">
              <a:extLst>
                <a:ext uri="{FF2B5EF4-FFF2-40B4-BE49-F238E27FC236}">
                  <a16:creationId xmlns:a16="http://schemas.microsoft.com/office/drawing/2014/main" id="{8C7AA68B-9973-E35B-EA2F-FA33E7F2ED56}"/>
                </a:ext>
              </a:extLst>
            </p:cNvPr>
            <p:cNvCxnSpPr>
              <a:stCxn id="302" idx="5"/>
              <a:endCxn id="275" idx="1"/>
            </p:cNvCxnSpPr>
            <p:nvPr/>
          </p:nvCxnSpPr>
          <p:spPr>
            <a:xfrm>
              <a:off x="12525471" y="6012955"/>
              <a:ext cx="392100" cy="789300"/>
            </a:xfrm>
            <a:prstGeom prst="straightConnector1">
              <a:avLst/>
            </a:prstGeom>
            <a:grpFill/>
            <a:ln w="9525" cap="flat" cmpd="sng">
              <a:solidFill>
                <a:schemeClr val="bg2">
                  <a:lumMod val="10000"/>
                </a:schemeClr>
              </a:solidFill>
              <a:prstDash val="solid"/>
              <a:round/>
              <a:headEnd type="none" w="sm" len="sm"/>
              <a:tailEnd type="stealth" w="med" len="med"/>
            </a:ln>
          </p:spPr>
        </p:cxnSp>
        <p:cxnSp>
          <p:nvCxnSpPr>
            <p:cNvPr id="309" name="Google Shape;197;p1">
              <a:extLst>
                <a:ext uri="{FF2B5EF4-FFF2-40B4-BE49-F238E27FC236}">
                  <a16:creationId xmlns:a16="http://schemas.microsoft.com/office/drawing/2014/main" id="{18EB3C50-F4E3-A798-221D-0C761BBF053E}"/>
                </a:ext>
              </a:extLst>
            </p:cNvPr>
            <p:cNvCxnSpPr>
              <a:stCxn id="268" idx="6"/>
              <a:endCxn id="273" idx="2"/>
            </p:cNvCxnSpPr>
            <p:nvPr/>
          </p:nvCxnSpPr>
          <p:spPr>
            <a:xfrm>
              <a:off x="12430043" y="5649161"/>
              <a:ext cx="560700" cy="942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310" name="Google Shape;198;p1">
              <a:extLst>
                <a:ext uri="{FF2B5EF4-FFF2-40B4-BE49-F238E27FC236}">
                  <a16:creationId xmlns:a16="http://schemas.microsoft.com/office/drawing/2014/main" id="{FD52C051-DEBD-4B04-EEFB-59D1CDBC2DE9}"/>
                </a:ext>
              </a:extLst>
            </p:cNvPr>
            <p:cNvCxnSpPr>
              <a:stCxn id="302" idx="6"/>
              <a:endCxn id="276" idx="2"/>
            </p:cNvCxnSpPr>
            <p:nvPr/>
          </p:nvCxnSpPr>
          <p:spPr>
            <a:xfrm>
              <a:off x="12553633" y="5942951"/>
              <a:ext cx="770400" cy="255300"/>
            </a:xfrm>
            <a:prstGeom prst="straightConnector1">
              <a:avLst/>
            </a:prstGeom>
            <a:grpFill/>
            <a:ln w="9525" cap="flat" cmpd="sng">
              <a:solidFill>
                <a:schemeClr val="bg2">
                  <a:lumMod val="10000"/>
                </a:schemeClr>
              </a:solidFill>
              <a:prstDash val="solid"/>
              <a:round/>
              <a:headEnd type="none" w="sm" len="sm"/>
              <a:tailEnd type="stealth" w="med" len="med"/>
            </a:ln>
          </p:spPr>
        </p:cxnSp>
        <p:cxnSp>
          <p:nvCxnSpPr>
            <p:cNvPr id="311" name="Google Shape;199;p1">
              <a:extLst>
                <a:ext uri="{FF2B5EF4-FFF2-40B4-BE49-F238E27FC236}">
                  <a16:creationId xmlns:a16="http://schemas.microsoft.com/office/drawing/2014/main" id="{9B9544A7-8A2A-3CBA-A557-6275326C5522}"/>
                </a:ext>
              </a:extLst>
            </p:cNvPr>
            <p:cNvCxnSpPr>
              <a:stCxn id="302" idx="3"/>
              <a:endCxn id="282" idx="7"/>
            </p:cNvCxnSpPr>
            <p:nvPr/>
          </p:nvCxnSpPr>
          <p:spPr>
            <a:xfrm flipH="1">
              <a:off x="11921495" y="6012955"/>
              <a:ext cx="468000" cy="370200"/>
            </a:xfrm>
            <a:prstGeom prst="straightConnector1">
              <a:avLst/>
            </a:prstGeom>
            <a:grpFill/>
            <a:ln w="9525" cap="flat" cmpd="sng">
              <a:solidFill>
                <a:schemeClr val="bg2">
                  <a:lumMod val="10000"/>
                </a:schemeClr>
              </a:solidFill>
              <a:prstDash val="solid"/>
              <a:round/>
              <a:headEnd type="none" w="sm" len="sm"/>
              <a:tailEnd type="stealth" w="med" len="med"/>
            </a:ln>
          </p:spPr>
        </p:cxnSp>
        <p:cxnSp>
          <p:nvCxnSpPr>
            <p:cNvPr id="315" name="Google Shape;200;p1">
              <a:extLst>
                <a:ext uri="{FF2B5EF4-FFF2-40B4-BE49-F238E27FC236}">
                  <a16:creationId xmlns:a16="http://schemas.microsoft.com/office/drawing/2014/main" id="{080C635F-E01C-2296-2387-F5713509B9CA}"/>
                </a:ext>
              </a:extLst>
            </p:cNvPr>
            <p:cNvCxnSpPr>
              <a:stCxn id="302" idx="6"/>
              <a:endCxn id="274" idx="1"/>
            </p:cNvCxnSpPr>
            <p:nvPr/>
          </p:nvCxnSpPr>
          <p:spPr>
            <a:xfrm>
              <a:off x="12553633" y="5942951"/>
              <a:ext cx="755400" cy="670800"/>
            </a:xfrm>
            <a:prstGeom prst="straightConnector1">
              <a:avLst/>
            </a:prstGeom>
            <a:grpFill/>
            <a:ln w="17925" cap="flat" cmpd="sng">
              <a:solidFill>
                <a:schemeClr val="bg2">
                  <a:lumMod val="10000"/>
                </a:schemeClr>
              </a:solidFill>
              <a:prstDash val="solid"/>
              <a:round/>
              <a:headEnd type="none" w="sm" len="sm"/>
              <a:tailEnd type="stealth" w="med" len="med"/>
            </a:ln>
          </p:spPr>
        </p:cxnSp>
      </p:grpSp>
      <p:graphicFrame>
        <p:nvGraphicFramePr>
          <p:cNvPr id="12" name="Table">
            <a:extLst>
              <a:ext uri="{FF2B5EF4-FFF2-40B4-BE49-F238E27FC236}">
                <a16:creationId xmlns:a16="http://schemas.microsoft.com/office/drawing/2014/main" id="{1755303D-5C17-AEDD-5094-13DD8D525F5E}"/>
              </a:ext>
            </a:extLst>
          </p:cNvPr>
          <p:cNvGraphicFramePr/>
          <p:nvPr/>
        </p:nvGraphicFramePr>
        <p:xfrm>
          <a:off x="5367268" y="2834640"/>
          <a:ext cx="627864"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4"/>
                  </a:ext>
                </a:extLst>
              </a:tr>
            </a:tbl>
          </a:graphicData>
        </a:graphic>
      </p:graphicFrame>
      <p:graphicFrame>
        <p:nvGraphicFramePr>
          <p:cNvPr id="13" name="Table">
            <a:extLst>
              <a:ext uri="{FF2B5EF4-FFF2-40B4-BE49-F238E27FC236}">
                <a16:creationId xmlns:a16="http://schemas.microsoft.com/office/drawing/2014/main" id="{7DA1610B-0B9F-BAB5-BFB1-79517842568B}"/>
              </a:ext>
            </a:extLst>
          </p:cNvPr>
          <p:cNvGraphicFramePr/>
          <p:nvPr/>
        </p:nvGraphicFramePr>
        <p:xfrm>
          <a:off x="5217803" y="3657600"/>
          <a:ext cx="418576"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graphicFrame>
        <p:nvGraphicFramePr>
          <p:cNvPr id="15" name="Table">
            <a:extLst>
              <a:ext uri="{FF2B5EF4-FFF2-40B4-BE49-F238E27FC236}">
                <a16:creationId xmlns:a16="http://schemas.microsoft.com/office/drawing/2014/main" id="{8D3EDD3C-72A4-77C2-AB62-714E6D565E26}"/>
              </a:ext>
            </a:extLst>
          </p:cNvPr>
          <p:cNvGraphicFramePr/>
          <p:nvPr/>
        </p:nvGraphicFramePr>
        <p:xfrm>
          <a:off x="6614203" y="2834640"/>
          <a:ext cx="627864"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4"/>
                  </a:ext>
                </a:extLst>
              </a:tr>
            </a:tbl>
          </a:graphicData>
        </a:graphic>
      </p:graphicFrame>
      <p:graphicFrame>
        <p:nvGraphicFramePr>
          <p:cNvPr id="18" name="Table">
            <a:extLst>
              <a:ext uri="{FF2B5EF4-FFF2-40B4-BE49-F238E27FC236}">
                <a16:creationId xmlns:a16="http://schemas.microsoft.com/office/drawing/2014/main" id="{DE0643F5-88B4-653C-A19B-812D1C1ABA7F}"/>
              </a:ext>
            </a:extLst>
          </p:cNvPr>
          <p:cNvGraphicFramePr/>
          <p:nvPr/>
        </p:nvGraphicFramePr>
        <p:xfrm>
          <a:off x="7890671" y="2834640"/>
          <a:ext cx="627864"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4"/>
                  </a:ext>
                </a:extLst>
              </a:tr>
            </a:tbl>
          </a:graphicData>
        </a:graphic>
      </p:graphicFrame>
      <p:sp>
        <p:nvSpPr>
          <p:cNvPr id="20" name="TextBox 19">
            <a:extLst>
              <a:ext uri="{FF2B5EF4-FFF2-40B4-BE49-F238E27FC236}">
                <a16:creationId xmlns:a16="http://schemas.microsoft.com/office/drawing/2014/main" id="{C075BC12-64BD-AB6F-9FCB-16E3978165C1}"/>
              </a:ext>
            </a:extLst>
          </p:cNvPr>
          <p:cNvSpPr txBox="1"/>
          <p:nvPr/>
        </p:nvSpPr>
        <p:spPr>
          <a:xfrm>
            <a:off x="6659605" y="2309615"/>
            <a:ext cx="512359" cy="23644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.json</a:t>
            </a:r>
            <a:endParaRPr kumimoji="0" lang="en-US" sz="1000" b="0" i="0" u="none" strike="noStrike" cap="none" spc="0" normalizeH="0" baseline="0" dirty="0">
              <a:ln>
                <a:noFill/>
              </a:ln>
              <a:solidFill>
                <a:srgbClr val="4C4C4C"/>
              </a:solidFill>
              <a:effectLst/>
              <a:uFillTx/>
              <a:sym typeface="Source Sans Pro"/>
            </a:endParaRPr>
          </a:p>
        </p:txBody>
      </p:sp>
      <p:pic>
        <p:nvPicPr>
          <p:cNvPr id="21" name="Graphic 20" descr="Paper outline">
            <a:extLst>
              <a:ext uri="{FF2B5EF4-FFF2-40B4-BE49-F238E27FC236}">
                <a16:creationId xmlns:a16="http://schemas.microsoft.com/office/drawing/2014/main" id="{4FEA852B-480D-5CDF-09DE-C3D90618926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700650" y="1920240"/>
            <a:ext cx="430268" cy="430268"/>
          </a:xfrm>
          <a:prstGeom prst="rect">
            <a:avLst/>
          </a:prstGeom>
        </p:spPr>
      </p:pic>
      <p:sp>
        <p:nvSpPr>
          <p:cNvPr id="24" name="TextBox 23">
            <a:extLst>
              <a:ext uri="{FF2B5EF4-FFF2-40B4-BE49-F238E27FC236}">
                <a16:creationId xmlns:a16="http://schemas.microsoft.com/office/drawing/2014/main" id="{C54BE284-B20F-08CC-7F93-F1B057953257}"/>
              </a:ext>
            </a:extLst>
          </p:cNvPr>
          <p:cNvSpPr txBox="1"/>
          <p:nvPr/>
        </p:nvSpPr>
        <p:spPr>
          <a:xfrm>
            <a:off x="7942729" y="2295378"/>
            <a:ext cx="512359" cy="23644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.mbox</a:t>
            </a:r>
            <a:endParaRPr kumimoji="0" lang="en-US" sz="1000" b="0" i="0" u="none" strike="noStrike" cap="none" spc="0" normalizeH="0" baseline="0" dirty="0">
              <a:ln>
                <a:noFill/>
              </a:ln>
              <a:solidFill>
                <a:srgbClr val="4C4C4C"/>
              </a:solidFill>
              <a:effectLst/>
              <a:uFillTx/>
              <a:sym typeface="Source Sans Pro"/>
            </a:endParaRPr>
          </a:p>
        </p:txBody>
      </p:sp>
      <p:pic>
        <p:nvPicPr>
          <p:cNvPr id="25" name="Graphic 24" descr="Paper outline">
            <a:extLst>
              <a:ext uri="{FF2B5EF4-FFF2-40B4-BE49-F238E27FC236}">
                <a16:creationId xmlns:a16="http://schemas.microsoft.com/office/drawing/2014/main" id="{1CD1528C-B0E6-2632-BB9F-D98503E41A5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983775" y="1920889"/>
            <a:ext cx="430268" cy="430268"/>
          </a:xfrm>
          <a:prstGeom prst="rect">
            <a:avLst/>
          </a:prstGeom>
        </p:spPr>
      </p:pic>
      <p:pic>
        <p:nvPicPr>
          <p:cNvPr id="27" name="Graphic 26" descr="Folder outline">
            <a:extLst>
              <a:ext uri="{FF2B5EF4-FFF2-40B4-BE49-F238E27FC236}">
                <a16:creationId xmlns:a16="http://schemas.microsoft.com/office/drawing/2014/main" id="{F63B833C-8CBD-F3D4-C8D1-50269F9DD7E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407260" y="1920240"/>
            <a:ext cx="550611" cy="550611"/>
          </a:xfrm>
          <a:prstGeom prst="rect">
            <a:avLst/>
          </a:prstGeom>
        </p:spPr>
      </p:pic>
      <p:sp>
        <p:nvSpPr>
          <p:cNvPr id="28" name="TextBox 27">
            <a:extLst>
              <a:ext uri="{FF2B5EF4-FFF2-40B4-BE49-F238E27FC236}">
                <a16:creationId xmlns:a16="http://schemas.microsoft.com/office/drawing/2014/main" id="{C5A7E690-6F88-06FA-F12E-CEF74B1A6A77}"/>
              </a:ext>
            </a:extLst>
          </p:cNvPr>
          <p:cNvSpPr txBox="1"/>
          <p:nvPr/>
        </p:nvSpPr>
        <p:spPr>
          <a:xfrm>
            <a:off x="5422867" y="2337169"/>
            <a:ext cx="512359" cy="23644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.git</a:t>
            </a:r>
            <a:endParaRPr kumimoji="0" lang="en-US" sz="1000" b="0" i="0" u="none" strike="noStrike" cap="none" spc="0" normalizeH="0" baseline="0" dirty="0">
              <a:ln>
                <a:noFill/>
              </a:ln>
              <a:solidFill>
                <a:srgbClr val="4C4C4C"/>
              </a:solidFill>
              <a:effectLst/>
              <a:uFillTx/>
              <a:sym typeface="Source Sans Pro"/>
            </a:endParaRPr>
          </a:p>
        </p:txBody>
      </p:sp>
      <p:sp>
        <p:nvSpPr>
          <p:cNvPr id="257" name="TextBox 256">
            <a:extLst>
              <a:ext uri="{FF2B5EF4-FFF2-40B4-BE49-F238E27FC236}">
                <a16:creationId xmlns:a16="http://schemas.microsoft.com/office/drawing/2014/main" id="{7233FFDD-BDCD-208C-C124-8930A72318E7}"/>
              </a:ext>
            </a:extLst>
          </p:cNvPr>
          <p:cNvSpPr txBox="1"/>
          <p:nvPr/>
        </p:nvSpPr>
        <p:spPr>
          <a:xfrm>
            <a:off x="6728820" y="8583326"/>
            <a:ext cx="512359"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.dsmj</a:t>
            </a:r>
            <a:endParaRPr kumimoji="0" lang="en-US" sz="1000" b="0" i="0" u="none" strike="noStrike" cap="none" spc="0" normalizeH="0" baseline="0" dirty="0">
              <a:ln>
                <a:noFill/>
              </a:ln>
              <a:solidFill>
                <a:srgbClr val="4C4C4C"/>
              </a:solidFill>
              <a:effectLst/>
              <a:uFillTx/>
              <a:sym typeface="Source Sans Pro"/>
            </a:endParaRPr>
          </a:p>
        </p:txBody>
      </p:sp>
      <p:pic>
        <p:nvPicPr>
          <p:cNvPr id="258" name="Graphic 257" descr="Paper outline">
            <a:extLst>
              <a:ext uri="{FF2B5EF4-FFF2-40B4-BE49-F238E27FC236}">
                <a16:creationId xmlns:a16="http://schemas.microsoft.com/office/drawing/2014/main" id="{FFD5D4C7-99BB-54A7-2ADF-7754F57C5A0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769866" y="8235488"/>
            <a:ext cx="430268" cy="430268"/>
          </a:xfrm>
          <a:prstGeom prst="rect">
            <a:avLst/>
          </a:prstGeom>
        </p:spPr>
      </p:pic>
      <p:graphicFrame>
        <p:nvGraphicFramePr>
          <p:cNvPr id="430" name="Table">
            <a:extLst>
              <a:ext uri="{FF2B5EF4-FFF2-40B4-BE49-F238E27FC236}">
                <a16:creationId xmlns:a16="http://schemas.microsoft.com/office/drawing/2014/main" id="{CB16FD64-B883-9448-1EF0-4E8655977824}"/>
              </a:ext>
            </a:extLst>
          </p:cNvPr>
          <p:cNvGraphicFramePr/>
          <p:nvPr/>
        </p:nvGraphicFramePr>
        <p:xfrm>
          <a:off x="5717228" y="3657600"/>
          <a:ext cx="418576"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graphicFrame>
        <p:nvGraphicFramePr>
          <p:cNvPr id="431" name="Table">
            <a:extLst>
              <a:ext uri="{FF2B5EF4-FFF2-40B4-BE49-F238E27FC236}">
                <a16:creationId xmlns:a16="http://schemas.microsoft.com/office/drawing/2014/main" id="{EAC8871A-5B43-7090-47A5-3686FDFF90A1}"/>
              </a:ext>
            </a:extLst>
          </p:cNvPr>
          <p:cNvGraphicFramePr/>
          <p:nvPr/>
        </p:nvGraphicFramePr>
        <p:xfrm>
          <a:off x="6459637" y="3657600"/>
          <a:ext cx="418576"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graphicFrame>
        <p:nvGraphicFramePr>
          <p:cNvPr id="432" name="Table">
            <a:extLst>
              <a:ext uri="{FF2B5EF4-FFF2-40B4-BE49-F238E27FC236}">
                <a16:creationId xmlns:a16="http://schemas.microsoft.com/office/drawing/2014/main" id="{F49940EC-B134-F76C-63DD-2502E7245C70}"/>
              </a:ext>
            </a:extLst>
          </p:cNvPr>
          <p:cNvGraphicFramePr/>
          <p:nvPr/>
        </p:nvGraphicFramePr>
        <p:xfrm>
          <a:off x="6953164" y="3659028"/>
          <a:ext cx="418576"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graphicFrame>
        <p:nvGraphicFramePr>
          <p:cNvPr id="438" name="Table">
            <a:extLst>
              <a:ext uri="{FF2B5EF4-FFF2-40B4-BE49-F238E27FC236}">
                <a16:creationId xmlns:a16="http://schemas.microsoft.com/office/drawing/2014/main" id="{6AE4D28F-F19A-AE75-7544-191C9079D48C}"/>
              </a:ext>
            </a:extLst>
          </p:cNvPr>
          <p:cNvGraphicFramePr/>
          <p:nvPr/>
        </p:nvGraphicFramePr>
        <p:xfrm>
          <a:off x="7737264" y="3657600"/>
          <a:ext cx="418576"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graphicFrame>
        <p:nvGraphicFramePr>
          <p:cNvPr id="439" name="Table">
            <a:extLst>
              <a:ext uri="{FF2B5EF4-FFF2-40B4-BE49-F238E27FC236}">
                <a16:creationId xmlns:a16="http://schemas.microsoft.com/office/drawing/2014/main" id="{B099E51E-97F6-7EDE-EE76-AEEBCFCBE56C}"/>
              </a:ext>
            </a:extLst>
          </p:cNvPr>
          <p:cNvGraphicFramePr/>
          <p:nvPr/>
        </p:nvGraphicFramePr>
        <p:xfrm>
          <a:off x="8230791" y="3657600"/>
          <a:ext cx="418576"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grpSp>
        <p:nvGrpSpPr>
          <p:cNvPr id="317" name="Google Shape;156;p1">
            <a:extLst>
              <a:ext uri="{FF2B5EF4-FFF2-40B4-BE49-F238E27FC236}">
                <a16:creationId xmlns:a16="http://schemas.microsoft.com/office/drawing/2014/main" id="{A9F13FB3-3D3E-3A11-3EA2-C4EBEE59A380}"/>
              </a:ext>
            </a:extLst>
          </p:cNvPr>
          <p:cNvGrpSpPr/>
          <p:nvPr/>
        </p:nvGrpSpPr>
        <p:grpSpPr>
          <a:xfrm>
            <a:off x="7852504" y="6496126"/>
            <a:ext cx="1357791" cy="804343"/>
            <a:chOff x="10592773" y="5229745"/>
            <a:chExt cx="3298954" cy="1741391"/>
          </a:xfrm>
        </p:grpSpPr>
        <p:sp>
          <p:nvSpPr>
            <p:cNvPr id="318" name="Google Shape;157;p1">
              <a:extLst>
                <a:ext uri="{FF2B5EF4-FFF2-40B4-BE49-F238E27FC236}">
                  <a16:creationId xmlns:a16="http://schemas.microsoft.com/office/drawing/2014/main" id="{30A40027-A839-D0B8-3617-DC63B61CE48F}"/>
                </a:ext>
              </a:extLst>
            </p:cNvPr>
            <p:cNvSpPr/>
            <p:nvPr/>
          </p:nvSpPr>
          <p:spPr>
            <a:xfrm>
              <a:off x="12237743" y="5550161"/>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20" name="Google Shape;158;p1">
              <a:extLst>
                <a:ext uri="{FF2B5EF4-FFF2-40B4-BE49-F238E27FC236}">
                  <a16:creationId xmlns:a16="http://schemas.microsoft.com/office/drawing/2014/main" id="{AFB630B6-28BD-C342-280D-AACBF7F4DAA6}"/>
                </a:ext>
              </a:extLst>
            </p:cNvPr>
            <p:cNvSpPr/>
            <p:nvPr/>
          </p:nvSpPr>
          <p:spPr>
            <a:xfrm>
              <a:off x="12990609" y="5398089"/>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21" name="Google Shape;159;p1">
              <a:extLst>
                <a:ext uri="{FF2B5EF4-FFF2-40B4-BE49-F238E27FC236}">
                  <a16:creationId xmlns:a16="http://schemas.microsoft.com/office/drawing/2014/main" id="{99AFE83E-96B4-9692-0F17-C0CD3AD96C52}"/>
                </a:ext>
              </a:extLst>
            </p:cNvPr>
            <p:cNvSpPr/>
            <p:nvPr/>
          </p:nvSpPr>
          <p:spPr>
            <a:xfrm>
              <a:off x="13329043" y="522974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22" name="Google Shape;160;p1">
              <a:extLst>
                <a:ext uri="{FF2B5EF4-FFF2-40B4-BE49-F238E27FC236}">
                  <a16:creationId xmlns:a16="http://schemas.microsoft.com/office/drawing/2014/main" id="{593E0308-5052-1036-ECC2-B90E19E6B744}"/>
                </a:ext>
              </a:extLst>
            </p:cNvPr>
            <p:cNvSpPr/>
            <p:nvPr/>
          </p:nvSpPr>
          <p:spPr>
            <a:xfrm>
              <a:off x="13317282" y="5522084"/>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25" name="Google Shape;161;p1">
              <a:extLst>
                <a:ext uri="{FF2B5EF4-FFF2-40B4-BE49-F238E27FC236}">
                  <a16:creationId xmlns:a16="http://schemas.microsoft.com/office/drawing/2014/main" id="{0FAA659A-A1D8-E2D1-26FF-5B0AF68484F4}"/>
                </a:ext>
              </a:extLst>
            </p:cNvPr>
            <p:cNvSpPr/>
            <p:nvPr/>
          </p:nvSpPr>
          <p:spPr>
            <a:xfrm>
              <a:off x="13699427" y="5306906"/>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27" name="Google Shape;162;p1">
              <a:extLst>
                <a:ext uri="{FF2B5EF4-FFF2-40B4-BE49-F238E27FC236}">
                  <a16:creationId xmlns:a16="http://schemas.microsoft.com/office/drawing/2014/main" id="{6793045B-5084-8B26-9586-3EBE30030213}"/>
                </a:ext>
              </a:extLst>
            </p:cNvPr>
            <p:cNvSpPr/>
            <p:nvPr/>
          </p:nvSpPr>
          <p:spPr>
            <a:xfrm>
              <a:off x="12990598" y="5644267"/>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28" name="Google Shape;163;p1">
              <a:extLst>
                <a:ext uri="{FF2B5EF4-FFF2-40B4-BE49-F238E27FC236}">
                  <a16:creationId xmlns:a16="http://schemas.microsoft.com/office/drawing/2014/main" id="{759363F7-56AF-1185-8F87-E17E294CEBB7}"/>
                </a:ext>
              </a:extLst>
            </p:cNvPr>
            <p:cNvSpPr/>
            <p:nvPr/>
          </p:nvSpPr>
          <p:spPr>
            <a:xfrm>
              <a:off x="13261106" y="6564434"/>
              <a:ext cx="328200" cy="3369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29" name="Google Shape;164;p1">
              <a:extLst>
                <a:ext uri="{FF2B5EF4-FFF2-40B4-BE49-F238E27FC236}">
                  <a16:creationId xmlns:a16="http://schemas.microsoft.com/office/drawing/2014/main" id="{12B9438C-9C9D-943B-814B-D4B1AEE4A097}"/>
                </a:ext>
              </a:extLst>
            </p:cNvPr>
            <p:cNvSpPr/>
            <p:nvPr/>
          </p:nvSpPr>
          <p:spPr>
            <a:xfrm>
              <a:off x="12889483" y="6773136"/>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31" name="Google Shape;165;p1">
              <a:extLst>
                <a:ext uri="{FF2B5EF4-FFF2-40B4-BE49-F238E27FC236}">
                  <a16:creationId xmlns:a16="http://schemas.microsoft.com/office/drawing/2014/main" id="{7A09D6D5-8641-3AD4-3837-21FC3935B266}"/>
                </a:ext>
              </a:extLst>
            </p:cNvPr>
            <p:cNvSpPr/>
            <p:nvPr/>
          </p:nvSpPr>
          <p:spPr>
            <a:xfrm>
              <a:off x="13324166" y="6099152"/>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32" name="Google Shape;166;p1">
              <a:extLst>
                <a:ext uri="{FF2B5EF4-FFF2-40B4-BE49-F238E27FC236}">
                  <a16:creationId xmlns:a16="http://schemas.microsoft.com/office/drawing/2014/main" id="{CFF58CDE-D609-80B3-93D5-84F243C8A525}"/>
                </a:ext>
              </a:extLst>
            </p:cNvPr>
            <p:cNvSpPr/>
            <p:nvPr/>
          </p:nvSpPr>
          <p:spPr>
            <a:xfrm>
              <a:off x="11468140" y="5576165"/>
              <a:ext cx="305700" cy="308400"/>
            </a:xfrm>
            <a:prstGeom prst="ellipse">
              <a:avLst/>
            </a:prstGeom>
            <a:solidFill>
              <a:srgbClr val="E4E4E3"/>
            </a:solidFill>
            <a:ln w="179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33" name="Google Shape;167;p1">
              <a:extLst>
                <a:ext uri="{FF2B5EF4-FFF2-40B4-BE49-F238E27FC236}">
                  <a16:creationId xmlns:a16="http://schemas.microsoft.com/office/drawing/2014/main" id="{3F6E6C49-97AE-1D4C-147F-8E0FA553D797}"/>
                </a:ext>
              </a:extLst>
            </p:cNvPr>
            <p:cNvSpPr/>
            <p:nvPr/>
          </p:nvSpPr>
          <p:spPr>
            <a:xfrm>
              <a:off x="10719482" y="592538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35" name="Google Shape;168;p1">
              <a:extLst>
                <a:ext uri="{FF2B5EF4-FFF2-40B4-BE49-F238E27FC236}">
                  <a16:creationId xmlns:a16="http://schemas.microsoft.com/office/drawing/2014/main" id="{47F5962B-7439-3365-D29B-F306D7BF5A54}"/>
                </a:ext>
              </a:extLst>
            </p:cNvPr>
            <p:cNvSpPr/>
            <p:nvPr/>
          </p:nvSpPr>
          <p:spPr>
            <a:xfrm>
              <a:off x="11061232" y="5405652"/>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36" name="Google Shape;169;p1">
              <a:extLst>
                <a:ext uri="{FF2B5EF4-FFF2-40B4-BE49-F238E27FC236}">
                  <a16:creationId xmlns:a16="http://schemas.microsoft.com/office/drawing/2014/main" id="{1543EE12-C641-ABF8-5DED-E88D4C1AA66E}"/>
                </a:ext>
              </a:extLst>
            </p:cNvPr>
            <p:cNvSpPr/>
            <p:nvPr/>
          </p:nvSpPr>
          <p:spPr>
            <a:xfrm>
              <a:off x="10592773" y="6139937"/>
              <a:ext cx="274500" cy="2763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37" name="Google Shape;170;p1">
              <a:extLst>
                <a:ext uri="{FF2B5EF4-FFF2-40B4-BE49-F238E27FC236}">
                  <a16:creationId xmlns:a16="http://schemas.microsoft.com/office/drawing/2014/main" id="{74867DDF-0E33-C0EC-DDAA-E9B62DEA31C9}"/>
                </a:ext>
              </a:extLst>
            </p:cNvPr>
            <p:cNvSpPr/>
            <p:nvPr/>
          </p:nvSpPr>
          <p:spPr>
            <a:xfrm>
              <a:off x="11037864" y="6333062"/>
              <a:ext cx="192300" cy="198000"/>
            </a:xfrm>
            <a:prstGeom prst="ellipse">
              <a:avLst/>
            </a:prstGeom>
            <a:solidFill>
              <a:srgbClr val="D9D9D9"/>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38" name="Google Shape;171;p1">
              <a:extLst>
                <a:ext uri="{FF2B5EF4-FFF2-40B4-BE49-F238E27FC236}">
                  <a16:creationId xmlns:a16="http://schemas.microsoft.com/office/drawing/2014/main" id="{5D2CC866-403B-6F34-FAD9-0B0E6B96177D}"/>
                </a:ext>
              </a:extLst>
            </p:cNvPr>
            <p:cNvSpPr/>
            <p:nvPr/>
          </p:nvSpPr>
          <p:spPr>
            <a:xfrm>
              <a:off x="11449106" y="6300040"/>
              <a:ext cx="553500" cy="567900"/>
            </a:xfrm>
            <a:prstGeom prst="ellipse">
              <a:avLst/>
            </a:prstGeom>
            <a:solidFill>
              <a:schemeClr val="bg2">
                <a:lumMod val="10000"/>
              </a:schemeClr>
            </a:solidFill>
            <a:ln w="26900"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339" name="Google Shape;172;p1">
              <a:extLst>
                <a:ext uri="{FF2B5EF4-FFF2-40B4-BE49-F238E27FC236}">
                  <a16:creationId xmlns:a16="http://schemas.microsoft.com/office/drawing/2014/main" id="{DF86432C-0CE6-884A-190A-138CDE7792CA}"/>
                </a:ext>
              </a:extLst>
            </p:cNvPr>
            <p:cNvCxnSpPr>
              <a:stCxn id="318" idx="2"/>
              <a:endCxn id="332" idx="6"/>
            </p:cNvCxnSpPr>
            <p:nvPr/>
          </p:nvCxnSpPr>
          <p:spPr>
            <a:xfrm flipH="1">
              <a:off x="11773943" y="5649161"/>
              <a:ext cx="463800" cy="81300"/>
            </a:xfrm>
            <a:prstGeom prst="straightConnector1">
              <a:avLst/>
            </a:prstGeom>
            <a:noFill/>
            <a:ln w="9525" cap="flat" cmpd="sng">
              <a:solidFill>
                <a:srgbClr val="CCCCCC"/>
              </a:solidFill>
              <a:prstDash val="solid"/>
              <a:round/>
              <a:headEnd type="none" w="sm" len="sm"/>
              <a:tailEnd type="stealth" w="med" len="med"/>
            </a:ln>
          </p:spPr>
        </p:cxnSp>
        <p:cxnSp>
          <p:nvCxnSpPr>
            <p:cNvPr id="340" name="Google Shape;173;p1">
              <a:extLst>
                <a:ext uri="{FF2B5EF4-FFF2-40B4-BE49-F238E27FC236}">
                  <a16:creationId xmlns:a16="http://schemas.microsoft.com/office/drawing/2014/main" id="{F1E67139-FAD1-B29A-9D44-17487CE0A730}"/>
                </a:ext>
              </a:extLst>
            </p:cNvPr>
            <p:cNvCxnSpPr>
              <a:stCxn id="332" idx="2"/>
              <a:endCxn id="353" idx="6"/>
            </p:cNvCxnSpPr>
            <p:nvPr/>
          </p:nvCxnSpPr>
          <p:spPr>
            <a:xfrm flipH="1">
              <a:off x="11113540" y="5730365"/>
              <a:ext cx="354600" cy="30600"/>
            </a:xfrm>
            <a:prstGeom prst="straightConnector1">
              <a:avLst/>
            </a:prstGeom>
            <a:noFill/>
            <a:ln w="9525" cap="flat" cmpd="sng">
              <a:solidFill>
                <a:srgbClr val="CCCCCC"/>
              </a:solidFill>
              <a:prstDash val="solid"/>
              <a:round/>
              <a:headEnd type="none" w="sm" len="sm"/>
              <a:tailEnd type="stealth" w="med" len="med"/>
            </a:ln>
          </p:spPr>
        </p:cxnSp>
        <p:cxnSp>
          <p:nvCxnSpPr>
            <p:cNvPr id="343" name="Google Shape;175;p1">
              <a:extLst>
                <a:ext uri="{FF2B5EF4-FFF2-40B4-BE49-F238E27FC236}">
                  <a16:creationId xmlns:a16="http://schemas.microsoft.com/office/drawing/2014/main" id="{2971FC46-2FFC-39ED-4D57-5A40A8F78A09}"/>
                </a:ext>
              </a:extLst>
            </p:cNvPr>
            <p:cNvCxnSpPr>
              <a:stCxn id="338" idx="1"/>
              <a:endCxn id="350" idx="5"/>
            </p:cNvCxnSpPr>
            <p:nvPr/>
          </p:nvCxnSpPr>
          <p:spPr>
            <a:xfrm rot="10800000">
              <a:off x="11390064" y="6170507"/>
              <a:ext cx="140100" cy="212700"/>
            </a:xfrm>
            <a:prstGeom prst="straightConnector1">
              <a:avLst/>
            </a:prstGeom>
            <a:noFill/>
            <a:ln w="9525" cap="flat" cmpd="sng">
              <a:solidFill>
                <a:srgbClr val="CCCCCC"/>
              </a:solidFill>
              <a:prstDash val="solid"/>
              <a:round/>
              <a:headEnd type="none" w="sm" len="sm"/>
              <a:tailEnd type="stealth" w="med" len="med"/>
            </a:ln>
          </p:spPr>
        </p:cxnSp>
        <p:cxnSp>
          <p:nvCxnSpPr>
            <p:cNvPr id="344" name="Google Shape;177;p1">
              <a:extLst>
                <a:ext uri="{FF2B5EF4-FFF2-40B4-BE49-F238E27FC236}">
                  <a16:creationId xmlns:a16="http://schemas.microsoft.com/office/drawing/2014/main" id="{3B1F8C53-C32A-803D-601F-3AFD43E348F9}"/>
                </a:ext>
              </a:extLst>
            </p:cNvPr>
            <p:cNvCxnSpPr>
              <a:stCxn id="338" idx="2"/>
              <a:endCxn id="337" idx="5"/>
            </p:cNvCxnSpPr>
            <p:nvPr/>
          </p:nvCxnSpPr>
          <p:spPr>
            <a:xfrm rot="10800000">
              <a:off x="11201906" y="6502090"/>
              <a:ext cx="247200" cy="81900"/>
            </a:xfrm>
            <a:prstGeom prst="straightConnector1">
              <a:avLst/>
            </a:prstGeom>
            <a:noFill/>
            <a:ln w="9525" cap="flat" cmpd="sng">
              <a:solidFill>
                <a:srgbClr val="CCCCCC"/>
              </a:solidFill>
              <a:prstDash val="solid"/>
              <a:round/>
              <a:headEnd type="none" w="sm" len="sm"/>
              <a:tailEnd type="stealth" w="med" len="med"/>
            </a:ln>
          </p:spPr>
        </p:cxnSp>
        <p:cxnSp>
          <p:nvCxnSpPr>
            <p:cNvPr id="345" name="Google Shape;178;p1">
              <a:extLst>
                <a:ext uri="{FF2B5EF4-FFF2-40B4-BE49-F238E27FC236}">
                  <a16:creationId xmlns:a16="http://schemas.microsoft.com/office/drawing/2014/main" id="{761A1E3A-A829-B76E-8405-CA01D887FBC9}"/>
                </a:ext>
              </a:extLst>
            </p:cNvPr>
            <p:cNvCxnSpPr>
              <a:stCxn id="337" idx="2"/>
              <a:endCxn id="336" idx="6"/>
            </p:cNvCxnSpPr>
            <p:nvPr/>
          </p:nvCxnSpPr>
          <p:spPr>
            <a:xfrm rot="10800000">
              <a:off x="10867164" y="6278162"/>
              <a:ext cx="170700" cy="153900"/>
            </a:xfrm>
            <a:prstGeom prst="straightConnector1">
              <a:avLst/>
            </a:prstGeom>
            <a:noFill/>
            <a:ln w="9525" cap="flat" cmpd="sng">
              <a:solidFill>
                <a:srgbClr val="B7B7B7"/>
              </a:solidFill>
              <a:prstDash val="solid"/>
              <a:round/>
              <a:headEnd type="none" w="sm" len="sm"/>
              <a:tailEnd type="stealth" w="med" len="med"/>
            </a:ln>
          </p:spPr>
        </p:cxnSp>
        <p:cxnSp>
          <p:nvCxnSpPr>
            <p:cNvPr id="346" name="Google Shape;179;p1">
              <a:extLst>
                <a:ext uri="{FF2B5EF4-FFF2-40B4-BE49-F238E27FC236}">
                  <a16:creationId xmlns:a16="http://schemas.microsoft.com/office/drawing/2014/main" id="{46CD6C9E-C4E6-2630-0058-1234E1F7F9D1}"/>
                </a:ext>
              </a:extLst>
            </p:cNvPr>
            <p:cNvCxnSpPr>
              <a:stCxn id="350" idx="2"/>
              <a:endCxn id="333" idx="5"/>
            </p:cNvCxnSpPr>
            <p:nvPr/>
          </p:nvCxnSpPr>
          <p:spPr>
            <a:xfrm rot="10800000">
              <a:off x="10883737" y="6094319"/>
              <a:ext cx="342300" cy="6300"/>
            </a:xfrm>
            <a:prstGeom prst="straightConnector1">
              <a:avLst/>
            </a:prstGeom>
            <a:noFill/>
            <a:ln w="9525" cap="flat" cmpd="sng">
              <a:solidFill>
                <a:srgbClr val="CCCCCC"/>
              </a:solidFill>
              <a:prstDash val="solid"/>
              <a:round/>
              <a:headEnd type="none" w="sm" len="sm"/>
              <a:tailEnd type="stealth" w="med" len="med"/>
            </a:ln>
          </p:spPr>
        </p:cxnSp>
        <p:cxnSp>
          <p:nvCxnSpPr>
            <p:cNvPr id="347" name="Google Shape;180;p1">
              <a:extLst>
                <a:ext uri="{FF2B5EF4-FFF2-40B4-BE49-F238E27FC236}">
                  <a16:creationId xmlns:a16="http://schemas.microsoft.com/office/drawing/2014/main" id="{2F0485EA-2BA7-B53F-24A8-03FCACC3C2F6}"/>
                </a:ext>
              </a:extLst>
            </p:cNvPr>
            <p:cNvCxnSpPr>
              <a:stCxn id="332" idx="1"/>
              <a:endCxn id="335" idx="5"/>
            </p:cNvCxnSpPr>
            <p:nvPr/>
          </p:nvCxnSpPr>
          <p:spPr>
            <a:xfrm rot="10800000">
              <a:off x="11225509" y="5574529"/>
              <a:ext cx="287400" cy="46800"/>
            </a:xfrm>
            <a:prstGeom prst="straightConnector1">
              <a:avLst/>
            </a:prstGeom>
            <a:noFill/>
            <a:ln w="9525" cap="flat" cmpd="sng">
              <a:solidFill>
                <a:srgbClr val="CCCCCC"/>
              </a:solidFill>
              <a:prstDash val="solid"/>
              <a:round/>
              <a:headEnd type="none" w="sm" len="sm"/>
              <a:tailEnd type="stealth" w="med" len="med"/>
            </a:ln>
          </p:spPr>
        </p:cxnSp>
        <p:cxnSp>
          <p:nvCxnSpPr>
            <p:cNvPr id="348" name="Google Shape;181;p1">
              <a:extLst>
                <a:ext uri="{FF2B5EF4-FFF2-40B4-BE49-F238E27FC236}">
                  <a16:creationId xmlns:a16="http://schemas.microsoft.com/office/drawing/2014/main" id="{C84DB7F6-FD22-568B-07D3-C23AE332C39A}"/>
                </a:ext>
              </a:extLst>
            </p:cNvPr>
            <p:cNvCxnSpPr>
              <a:stCxn id="361" idx="2"/>
              <a:endCxn id="350" idx="6"/>
            </p:cNvCxnSpPr>
            <p:nvPr/>
          </p:nvCxnSpPr>
          <p:spPr>
            <a:xfrm flipH="1">
              <a:off x="11418366" y="5897435"/>
              <a:ext cx="710100" cy="203100"/>
            </a:xfrm>
            <a:prstGeom prst="straightConnector1">
              <a:avLst/>
            </a:prstGeom>
            <a:noFill/>
            <a:ln w="9525" cap="flat" cmpd="sng">
              <a:solidFill>
                <a:srgbClr val="CCCCCC"/>
              </a:solidFill>
              <a:prstDash val="solid"/>
              <a:round/>
              <a:headEnd type="none" w="sm" len="sm"/>
              <a:tailEnd type="stealth" w="med" len="med"/>
            </a:ln>
          </p:spPr>
        </p:cxnSp>
        <p:cxnSp>
          <p:nvCxnSpPr>
            <p:cNvPr id="349" name="Google Shape;183;p1">
              <a:extLst>
                <a:ext uri="{FF2B5EF4-FFF2-40B4-BE49-F238E27FC236}">
                  <a16:creationId xmlns:a16="http://schemas.microsoft.com/office/drawing/2014/main" id="{0262F3FA-8E18-E811-62E0-7C69EF9EFE3C}"/>
                </a:ext>
              </a:extLst>
            </p:cNvPr>
            <p:cNvCxnSpPr>
              <a:stCxn id="361" idx="2"/>
              <a:endCxn id="333" idx="6"/>
            </p:cNvCxnSpPr>
            <p:nvPr/>
          </p:nvCxnSpPr>
          <p:spPr>
            <a:xfrm flipH="1">
              <a:off x="10911666" y="5897435"/>
              <a:ext cx="1216800" cy="126900"/>
            </a:xfrm>
            <a:prstGeom prst="straightConnector1">
              <a:avLst/>
            </a:prstGeom>
            <a:noFill/>
            <a:ln w="9525" cap="flat" cmpd="sng">
              <a:solidFill>
                <a:srgbClr val="CCCCCC"/>
              </a:solidFill>
              <a:prstDash val="solid"/>
              <a:round/>
              <a:headEnd type="none" w="sm" len="sm"/>
              <a:tailEnd type="stealth" w="med" len="med"/>
            </a:ln>
          </p:spPr>
        </p:cxnSp>
        <p:sp>
          <p:nvSpPr>
            <p:cNvPr id="350" name="Google Shape;176;p1">
              <a:extLst>
                <a:ext uri="{FF2B5EF4-FFF2-40B4-BE49-F238E27FC236}">
                  <a16:creationId xmlns:a16="http://schemas.microsoft.com/office/drawing/2014/main" id="{EEDA684D-0083-DD67-4847-C5C5F9A1898D}"/>
                </a:ext>
              </a:extLst>
            </p:cNvPr>
            <p:cNvSpPr/>
            <p:nvPr/>
          </p:nvSpPr>
          <p:spPr>
            <a:xfrm>
              <a:off x="11226037" y="6001619"/>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351" name="Google Shape;184;p1">
              <a:extLst>
                <a:ext uri="{FF2B5EF4-FFF2-40B4-BE49-F238E27FC236}">
                  <a16:creationId xmlns:a16="http://schemas.microsoft.com/office/drawing/2014/main" id="{B632B478-8C9F-E433-0308-D2A8F5964AF8}"/>
                </a:ext>
              </a:extLst>
            </p:cNvPr>
            <p:cNvCxnSpPr>
              <a:stCxn id="318" idx="2"/>
              <a:endCxn id="337" idx="7"/>
            </p:cNvCxnSpPr>
            <p:nvPr/>
          </p:nvCxnSpPr>
          <p:spPr>
            <a:xfrm flipH="1">
              <a:off x="11202143" y="5649161"/>
              <a:ext cx="1035600" cy="712800"/>
            </a:xfrm>
            <a:prstGeom prst="straightConnector1">
              <a:avLst/>
            </a:prstGeom>
            <a:noFill/>
            <a:ln w="9525" cap="flat" cmpd="sng">
              <a:solidFill>
                <a:srgbClr val="CCCCCC"/>
              </a:solidFill>
              <a:prstDash val="solid"/>
              <a:round/>
              <a:headEnd type="none" w="sm" len="sm"/>
              <a:tailEnd type="stealth" w="med" len="med"/>
            </a:ln>
          </p:spPr>
        </p:cxnSp>
        <p:cxnSp>
          <p:nvCxnSpPr>
            <p:cNvPr id="352" name="Google Shape;185;p1">
              <a:extLst>
                <a:ext uri="{FF2B5EF4-FFF2-40B4-BE49-F238E27FC236}">
                  <a16:creationId xmlns:a16="http://schemas.microsoft.com/office/drawing/2014/main" id="{B55D6418-410E-55D2-EB7E-91EBD451D1C9}"/>
                </a:ext>
              </a:extLst>
            </p:cNvPr>
            <p:cNvCxnSpPr>
              <a:stCxn id="318" idx="5"/>
              <a:endCxn id="328" idx="1"/>
            </p:cNvCxnSpPr>
            <p:nvPr/>
          </p:nvCxnSpPr>
          <p:spPr>
            <a:xfrm>
              <a:off x="12401881" y="5719165"/>
              <a:ext cx="907200" cy="894600"/>
            </a:xfrm>
            <a:prstGeom prst="straightConnector1">
              <a:avLst/>
            </a:prstGeom>
            <a:noFill/>
            <a:ln w="17925" cap="flat" cmpd="sng">
              <a:solidFill>
                <a:srgbClr val="D9D9D9"/>
              </a:solidFill>
              <a:prstDash val="solid"/>
              <a:round/>
              <a:headEnd type="none" w="sm" len="sm"/>
              <a:tailEnd type="stealth" w="med" len="med"/>
            </a:ln>
          </p:spPr>
        </p:cxnSp>
        <p:sp>
          <p:nvSpPr>
            <p:cNvPr id="353" name="Google Shape;174;p1">
              <a:extLst>
                <a:ext uri="{FF2B5EF4-FFF2-40B4-BE49-F238E27FC236}">
                  <a16:creationId xmlns:a16="http://schemas.microsoft.com/office/drawing/2014/main" id="{6BE61C55-EEC0-9C62-C430-C350F8EDA989}"/>
                </a:ext>
              </a:extLst>
            </p:cNvPr>
            <p:cNvSpPr/>
            <p:nvPr/>
          </p:nvSpPr>
          <p:spPr>
            <a:xfrm>
              <a:off x="10921235" y="566202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354" name="Google Shape;186;p1">
              <a:extLst>
                <a:ext uri="{FF2B5EF4-FFF2-40B4-BE49-F238E27FC236}">
                  <a16:creationId xmlns:a16="http://schemas.microsoft.com/office/drawing/2014/main" id="{0E433740-ADE1-6A64-E7C3-4948C4DA3EE0}"/>
                </a:ext>
              </a:extLst>
            </p:cNvPr>
            <p:cNvCxnSpPr>
              <a:stCxn id="361" idx="2"/>
              <a:endCxn id="337" idx="6"/>
            </p:cNvCxnSpPr>
            <p:nvPr/>
          </p:nvCxnSpPr>
          <p:spPr>
            <a:xfrm flipH="1">
              <a:off x="11230266" y="5897435"/>
              <a:ext cx="898200" cy="534600"/>
            </a:xfrm>
            <a:prstGeom prst="straightConnector1">
              <a:avLst/>
            </a:prstGeom>
            <a:noFill/>
            <a:ln w="9525" cap="flat" cmpd="sng">
              <a:solidFill>
                <a:srgbClr val="CCCCCC"/>
              </a:solidFill>
              <a:prstDash val="solid"/>
              <a:round/>
              <a:headEnd type="none" w="sm" len="sm"/>
              <a:tailEnd type="stealth" w="med" len="med"/>
            </a:ln>
          </p:spPr>
        </p:cxnSp>
        <p:cxnSp>
          <p:nvCxnSpPr>
            <p:cNvPr id="356" name="Google Shape;189;p1">
              <a:extLst>
                <a:ext uri="{FF2B5EF4-FFF2-40B4-BE49-F238E27FC236}">
                  <a16:creationId xmlns:a16="http://schemas.microsoft.com/office/drawing/2014/main" id="{3776BDCC-B499-8497-AC33-5615906E3728}"/>
                </a:ext>
              </a:extLst>
            </p:cNvPr>
            <p:cNvCxnSpPr>
              <a:stCxn id="327" idx="7"/>
              <a:endCxn id="322" idx="2"/>
            </p:cNvCxnSpPr>
            <p:nvPr/>
          </p:nvCxnSpPr>
          <p:spPr>
            <a:xfrm rot="10800000" flipH="1">
              <a:off x="13154736" y="5621063"/>
              <a:ext cx="162600" cy="52200"/>
            </a:xfrm>
            <a:prstGeom prst="straightConnector1">
              <a:avLst/>
            </a:prstGeom>
            <a:noFill/>
            <a:ln w="9525" cap="flat" cmpd="sng">
              <a:solidFill>
                <a:srgbClr val="E4E4E3"/>
              </a:solidFill>
              <a:prstDash val="solid"/>
              <a:round/>
              <a:headEnd type="none" w="sm" len="sm"/>
              <a:tailEnd type="stealth" w="med" len="med"/>
            </a:ln>
          </p:spPr>
        </p:cxnSp>
        <p:cxnSp>
          <p:nvCxnSpPr>
            <p:cNvPr id="357" name="Google Shape;190;p1">
              <a:extLst>
                <a:ext uri="{FF2B5EF4-FFF2-40B4-BE49-F238E27FC236}">
                  <a16:creationId xmlns:a16="http://schemas.microsoft.com/office/drawing/2014/main" id="{24A57129-F624-3AC9-4C31-B8BE5D41A582}"/>
                </a:ext>
              </a:extLst>
            </p:cNvPr>
            <p:cNvCxnSpPr>
              <a:stCxn id="322" idx="6"/>
              <a:endCxn id="325" idx="2"/>
            </p:cNvCxnSpPr>
            <p:nvPr/>
          </p:nvCxnSpPr>
          <p:spPr>
            <a:xfrm rot="10800000" flipH="1">
              <a:off x="13509582" y="5405984"/>
              <a:ext cx="189900" cy="215100"/>
            </a:xfrm>
            <a:prstGeom prst="straightConnector1">
              <a:avLst/>
            </a:prstGeom>
            <a:noFill/>
            <a:ln w="9525" cap="flat" cmpd="sng">
              <a:solidFill>
                <a:srgbClr val="E4E4E3"/>
              </a:solidFill>
              <a:prstDash val="solid"/>
              <a:round/>
              <a:headEnd type="none" w="sm" len="sm"/>
              <a:tailEnd type="stealth" w="med" len="med"/>
            </a:ln>
          </p:spPr>
        </p:cxnSp>
        <p:cxnSp>
          <p:nvCxnSpPr>
            <p:cNvPr id="358" name="Google Shape;191;p1">
              <a:extLst>
                <a:ext uri="{FF2B5EF4-FFF2-40B4-BE49-F238E27FC236}">
                  <a16:creationId xmlns:a16="http://schemas.microsoft.com/office/drawing/2014/main" id="{F5787252-753E-C987-20A0-EEE5A0FE94B7}"/>
                </a:ext>
              </a:extLst>
            </p:cNvPr>
            <p:cNvCxnSpPr>
              <a:stCxn id="318" idx="6"/>
              <a:endCxn id="320" idx="2"/>
            </p:cNvCxnSpPr>
            <p:nvPr/>
          </p:nvCxnSpPr>
          <p:spPr>
            <a:xfrm rot="10800000" flipH="1">
              <a:off x="12430043" y="5497061"/>
              <a:ext cx="560700" cy="152100"/>
            </a:xfrm>
            <a:prstGeom prst="straightConnector1">
              <a:avLst/>
            </a:prstGeom>
            <a:noFill/>
            <a:ln w="9525" cap="flat" cmpd="sng">
              <a:solidFill>
                <a:srgbClr val="E4E4E3"/>
              </a:solidFill>
              <a:prstDash val="solid"/>
              <a:round/>
              <a:headEnd type="none" w="sm" len="sm"/>
              <a:tailEnd type="stealth" w="med" len="med"/>
            </a:ln>
          </p:spPr>
        </p:cxnSp>
        <p:sp>
          <p:nvSpPr>
            <p:cNvPr id="359" name="Google Shape;188;p1">
              <a:extLst>
                <a:ext uri="{FF2B5EF4-FFF2-40B4-BE49-F238E27FC236}">
                  <a16:creationId xmlns:a16="http://schemas.microsoft.com/office/drawing/2014/main" id="{5CA78F51-D947-7017-E2AE-F237C4508516}"/>
                </a:ext>
              </a:extLst>
            </p:cNvPr>
            <p:cNvSpPr/>
            <p:nvPr/>
          </p:nvSpPr>
          <p:spPr>
            <a:xfrm>
              <a:off x="12361333" y="5843951"/>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360" name="Google Shape;192;p1">
              <a:extLst>
                <a:ext uri="{FF2B5EF4-FFF2-40B4-BE49-F238E27FC236}">
                  <a16:creationId xmlns:a16="http://schemas.microsoft.com/office/drawing/2014/main" id="{5CD577ED-94DC-24BB-D81C-0E577A3BA4B9}"/>
                </a:ext>
              </a:extLst>
            </p:cNvPr>
            <p:cNvCxnSpPr>
              <a:stCxn id="320" idx="7"/>
              <a:endCxn id="321" idx="2"/>
            </p:cNvCxnSpPr>
            <p:nvPr/>
          </p:nvCxnSpPr>
          <p:spPr>
            <a:xfrm rot="10800000" flipH="1">
              <a:off x="13154747" y="5328685"/>
              <a:ext cx="174300" cy="98400"/>
            </a:xfrm>
            <a:prstGeom prst="straightConnector1">
              <a:avLst/>
            </a:prstGeom>
            <a:noFill/>
            <a:ln w="9525" cap="flat" cmpd="sng">
              <a:solidFill>
                <a:srgbClr val="E4E4E3"/>
              </a:solidFill>
              <a:prstDash val="solid"/>
              <a:round/>
              <a:headEnd type="none" w="sm" len="sm"/>
              <a:tailEnd type="stealth" w="med" len="med"/>
            </a:ln>
          </p:spPr>
        </p:cxnSp>
        <p:sp>
          <p:nvSpPr>
            <p:cNvPr id="361" name="Google Shape;182;p1">
              <a:extLst>
                <a:ext uri="{FF2B5EF4-FFF2-40B4-BE49-F238E27FC236}">
                  <a16:creationId xmlns:a16="http://schemas.microsoft.com/office/drawing/2014/main" id="{7DA0D374-EA1B-E0F0-429E-E5924135BF52}"/>
                </a:ext>
              </a:extLst>
            </p:cNvPr>
            <p:cNvSpPr/>
            <p:nvPr/>
          </p:nvSpPr>
          <p:spPr>
            <a:xfrm>
              <a:off x="12128466" y="579843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362" name="Google Shape;193;p1">
              <a:extLst>
                <a:ext uri="{FF2B5EF4-FFF2-40B4-BE49-F238E27FC236}">
                  <a16:creationId xmlns:a16="http://schemas.microsoft.com/office/drawing/2014/main" id="{BA1F2F60-0846-820D-62D5-533CD0BD34CD}"/>
                </a:ext>
              </a:extLst>
            </p:cNvPr>
            <p:cNvCxnSpPr>
              <a:stCxn id="338" idx="6"/>
              <a:endCxn id="328" idx="2"/>
            </p:cNvCxnSpPr>
            <p:nvPr/>
          </p:nvCxnSpPr>
          <p:spPr>
            <a:xfrm>
              <a:off x="12002606" y="6583990"/>
              <a:ext cx="1258500" cy="148800"/>
            </a:xfrm>
            <a:prstGeom prst="straightConnector1">
              <a:avLst/>
            </a:prstGeom>
            <a:noFill/>
            <a:ln w="35850" cap="flat" cmpd="sng">
              <a:solidFill>
                <a:srgbClr val="E4E4E3"/>
              </a:solidFill>
              <a:prstDash val="solid"/>
              <a:round/>
              <a:headEnd type="stealth" w="med" len="med"/>
              <a:tailEnd type="none" w="sm" len="sm"/>
            </a:ln>
          </p:spPr>
        </p:cxnSp>
        <p:cxnSp>
          <p:nvCxnSpPr>
            <p:cNvPr id="363" name="Google Shape;194;p1">
              <a:extLst>
                <a:ext uri="{FF2B5EF4-FFF2-40B4-BE49-F238E27FC236}">
                  <a16:creationId xmlns:a16="http://schemas.microsoft.com/office/drawing/2014/main" id="{D00A0B20-11BF-C665-C876-CA710C41E238}"/>
                </a:ext>
              </a:extLst>
            </p:cNvPr>
            <p:cNvCxnSpPr>
              <a:stCxn id="329" idx="1"/>
              <a:endCxn id="332" idx="5"/>
            </p:cNvCxnSpPr>
            <p:nvPr/>
          </p:nvCxnSpPr>
          <p:spPr>
            <a:xfrm rot="10800000">
              <a:off x="11729045" y="5839432"/>
              <a:ext cx="1188600" cy="962700"/>
            </a:xfrm>
            <a:prstGeom prst="straightConnector1">
              <a:avLst/>
            </a:prstGeom>
            <a:noFill/>
            <a:ln w="9525" cap="flat" cmpd="sng">
              <a:solidFill>
                <a:srgbClr val="CCCCCC"/>
              </a:solidFill>
              <a:prstDash val="solid"/>
              <a:round/>
              <a:headEnd type="none" w="sm" len="sm"/>
              <a:tailEnd type="stealth" w="med" len="med"/>
            </a:ln>
          </p:spPr>
        </p:cxnSp>
        <p:cxnSp>
          <p:nvCxnSpPr>
            <p:cNvPr id="364" name="Google Shape;195;p1">
              <a:extLst>
                <a:ext uri="{FF2B5EF4-FFF2-40B4-BE49-F238E27FC236}">
                  <a16:creationId xmlns:a16="http://schemas.microsoft.com/office/drawing/2014/main" id="{EAD61222-5EF4-F4DD-5D9D-22894517C365}"/>
                </a:ext>
              </a:extLst>
            </p:cNvPr>
            <p:cNvCxnSpPr>
              <a:stCxn id="361" idx="3"/>
              <a:endCxn id="338" idx="7"/>
            </p:cNvCxnSpPr>
            <p:nvPr/>
          </p:nvCxnSpPr>
          <p:spPr>
            <a:xfrm flipH="1">
              <a:off x="11921428" y="5967439"/>
              <a:ext cx="235200" cy="415800"/>
            </a:xfrm>
            <a:prstGeom prst="straightConnector1">
              <a:avLst/>
            </a:prstGeom>
            <a:noFill/>
            <a:ln w="35850" cap="flat" cmpd="sng">
              <a:solidFill>
                <a:srgbClr val="E4E4E3"/>
              </a:solidFill>
              <a:prstDash val="solid"/>
              <a:round/>
              <a:headEnd type="none" w="sm" len="sm"/>
              <a:tailEnd type="stealth" w="med" len="med"/>
            </a:ln>
          </p:spPr>
        </p:cxnSp>
        <p:cxnSp>
          <p:nvCxnSpPr>
            <p:cNvPr id="366" name="Google Shape;197;p1">
              <a:extLst>
                <a:ext uri="{FF2B5EF4-FFF2-40B4-BE49-F238E27FC236}">
                  <a16:creationId xmlns:a16="http://schemas.microsoft.com/office/drawing/2014/main" id="{BA7F2B51-87C7-9A55-2404-54A72CD607F3}"/>
                </a:ext>
              </a:extLst>
            </p:cNvPr>
            <p:cNvCxnSpPr>
              <a:stCxn id="318" idx="6"/>
              <a:endCxn id="327" idx="2"/>
            </p:cNvCxnSpPr>
            <p:nvPr/>
          </p:nvCxnSpPr>
          <p:spPr>
            <a:xfrm>
              <a:off x="12430043" y="5649161"/>
              <a:ext cx="560700" cy="94200"/>
            </a:xfrm>
            <a:prstGeom prst="straightConnector1">
              <a:avLst/>
            </a:prstGeom>
            <a:noFill/>
            <a:ln w="9525" cap="flat" cmpd="sng">
              <a:solidFill>
                <a:srgbClr val="E4E4E3"/>
              </a:solidFill>
              <a:prstDash val="solid"/>
              <a:round/>
              <a:headEnd type="none" w="sm" len="sm"/>
              <a:tailEnd type="stealth" w="med" len="med"/>
            </a:ln>
          </p:spPr>
        </p:cxnSp>
      </p:grpSp>
      <p:grpSp>
        <p:nvGrpSpPr>
          <p:cNvPr id="32" name="Google Shape;156;p1">
            <a:extLst>
              <a:ext uri="{FF2B5EF4-FFF2-40B4-BE49-F238E27FC236}">
                <a16:creationId xmlns:a16="http://schemas.microsoft.com/office/drawing/2014/main" id="{74FBC34A-1C36-2268-A222-2B6D0B35A8D2}"/>
              </a:ext>
            </a:extLst>
          </p:cNvPr>
          <p:cNvGrpSpPr/>
          <p:nvPr/>
        </p:nvGrpSpPr>
        <p:grpSpPr>
          <a:xfrm>
            <a:off x="6353314" y="6492240"/>
            <a:ext cx="1361060" cy="803822"/>
            <a:chOff x="10592773" y="5229745"/>
            <a:chExt cx="3298954" cy="1741391"/>
          </a:xfrm>
        </p:grpSpPr>
        <p:sp>
          <p:nvSpPr>
            <p:cNvPr id="33" name="Google Shape;157;p1">
              <a:extLst>
                <a:ext uri="{FF2B5EF4-FFF2-40B4-BE49-F238E27FC236}">
                  <a16:creationId xmlns:a16="http://schemas.microsoft.com/office/drawing/2014/main" id="{5BE52E71-A987-B066-BD71-8B1D332E76F6}"/>
                </a:ext>
              </a:extLst>
            </p:cNvPr>
            <p:cNvSpPr/>
            <p:nvPr/>
          </p:nvSpPr>
          <p:spPr>
            <a:xfrm>
              <a:off x="12237743" y="5550161"/>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5" name="Google Shape;158;p1">
              <a:extLst>
                <a:ext uri="{FF2B5EF4-FFF2-40B4-BE49-F238E27FC236}">
                  <a16:creationId xmlns:a16="http://schemas.microsoft.com/office/drawing/2014/main" id="{E551ED69-4E13-8C52-E6CE-24FE4911C850}"/>
                </a:ext>
              </a:extLst>
            </p:cNvPr>
            <p:cNvSpPr/>
            <p:nvPr/>
          </p:nvSpPr>
          <p:spPr>
            <a:xfrm>
              <a:off x="12990609" y="5398089"/>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6" name="Google Shape;159;p1">
              <a:extLst>
                <a:ext uri="{FF2B5EF4-FFF2-40B4-BE49-F238E27FC236}">
                  <a16:creationId xmlns:a16="http://schemas.microsoft.com/office/drawing/2014/main" id="{07B2708A-F49A-720B-2E1D-1C16C78C41A7}"/>
                </a:ext>
              </a:extLst>
            </p:cNvPr>
            <p:cNvSpPr/>
            <p:nvPr/>
          </p:nvSpPr>
          <p:spPr>
            <a:xfrm>
              <a:off x="13329043" y="522974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7" name="Google Shape;160;p1">
              <a:extLst>
                <a:ext uri="{FF2B5EF4-FFF2-40B4-BE49-F238E27FC236}">
                  <a16:creationId xmlns:a16="http://schemas.microsoft.com/office/drawing/2014/main" id="{BAFC5518-F1AA-76A0-659D-7802FACC6115}"/>
                </a:ext>
              </a:extLst>
            </p:cNvPr>
            <p:cNvSpPr/>
            <p:nvPr/>
          </p:nvSpPr>
          <p:spPr>
            <a:xfrm>
              <a:off x="13317282" y="5522084"/>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8" name="Google Shape;161;p1">
              <a:extLst>
                <a:ext uri="{FF2B5EF4-FFF2-40B4-BE49-F238E27FC236}">
                  <a16:creationId xmlns:a16="http://schemas.microsoft.com/office/drawing/2014/main" id="{961A7F1B-E616-20AB-46F5-E7B481EE9B68}"/>
                </a:ext>
              </a:extLst>
            </p:cNvPr>
            <p:cNvSpPr/>
            <p:nvPr/>
          </p:nvSpPr>
          <p:spPr>
            <a:xfrm>
              <a:off x="13699427" y="5306906"/>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39" name="Google Shape;162;p1">
              <a:extLst>
                <a:ext uri="{FF2B5EF4-FFF2-40B4-BE49-F238E27FC236}">
                  <a16:creationId xmlns:a16="http://schemas.microsoft.com/office/drawing/2014/main" id="{3C35BDAD-0CB2-3093-C460-786F202105B2}"/>
                </a:ext>
              </a:extLst>
            </p:cNvPr>
            <p:cNvSpPr/>
            <p:nvPr/>
          </p:nvSpPr>
          <p:spPr>
            <a:xfrm>
              <a:off x="12990598" y="5644267"/>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40" name="Google Shape;163;p1">
              <a:extLst>
                <a:ext uri="{FF2B5EF4-FFF2-40B4-BE49-F238E27FC236}">
                  <a16:creationId xmlns:a16="http://schemas.microsoft.com/office/drawing/2014/main" id="{F642DCFC-61DA-EB65-5E63-4C52AA5B10A2}"/>
                </a:ext>
              </a:extLst>
            </p:cNvPr>
            <p:cNvSpPr/>
            <p:nvPr/>
          </p:nvSpPr>
          <p:spPr>
            <a:xfrm>
              <a:off x="13261106" y="6564434"/>
              <a:ext cx="328200" cy="336900"/>
            </a:xfrm>
            <a:prstGeom prst="ellipse">
              <a:avLst/>
            </a:prstGeom>
            <a:solidFill>
              <a:schemeClr val="tx1">
                <a:lumMod val="20000"/>
                <a:lumOff val="80000"/>
              </a:schemeClr>
            </a:solidFill>
            <a:ln w="9525" cap="flat" cmpd="sng">
              <a:solidFill>
                <a:schemeClr val="tx1">
                  <a:lumMod val="20000"/>
                  <a:lumOff val="8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44" name="Google Shape;164;p1">
              <a:extLst>
                <a:ext uri="{FF2B5EF4-FFF2-40B4-BE49-F238E27FC236}">
                  <a16:creationId xmlns:a16="http://schemas.microsoft.com/office/drawing/2014/main" id="{E39858C0-8CAC-F1CE-E626-32D958E24D20}"/>
                </a:ext>
              </a:extLst>
            </p:cNvPr>
            <p:cNvSpPr/>
            <p:nvPr/>
          </p:nvSpPr>
          <p:spPr>
            <a:xfrm>
              <a:off x="12889483" y="6773136"/>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45" name="Google Shape;165;p1">
              <a:extLst>
                <a:ext uri="{FF2B5EF4-FFF2-40B4-BE49-F238E27FC236}">
                  <a16:creationId xmlns:a16="http://schemas.microsoft.com/office/drawing/2014/main" id="{BCF01995-8173-069A-1AD3-8F4EE65B9388}"/>
                </a:ext>
              </a:extLst>
            </p:cNvPr>
            <p:cNvSpPr/>
            <p:nvPr/>
          </p:nvSpPr>
          <p:spPr>
            <a:xfrm>
              <a:off x="13324166" y="6099152"/>
              <a:ext cx="192300" cy="198000"/>
            </a:xfrm>
            <a:prstGeom prst="ellipse">
              <a:avLst/>
            </a:prstGeom>
            <a:solidFill>
              <a:schemeClr val="tx1">
                <a:lumMod val="20000"/>
                <a:lumOff val="80000"/>
              </a:schemeClr>
            </a:solidFill>
            <a:ln w="9525" cap="flat" cmpd="sng">
              <a:solidFill>
                <a:schemeClr val="tx1">
                  <a:lumMod val="20000"/>
                  <a:lumOff val="8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46" name="Google Shape;166;p1">
              <a:extLst>
                <a:ext uri="{FF2B5EF4-FFF2-40B4-BE49-F238E27FC236}">
                  <a16:creationId xmlns:a16="http://schemas.microsoft.com/office/drawing/2014/main" id="{1471DAA4-2B22-E535-629D-9F4779454A75}"/>
                </a:ext>
              </a:extLst>
            </p:cNvPr>
            <p:cNvSpPr/>
            <p:nvPr/>
          </p:nvSpPr>
          <p:spPr>
            <a:xfrm>
              <a:off x="11468140" y="5576165"/>
              <a:ext cx="305700" cy="308400"/>
            </a:xfrm>
            <a:prstGeom prst="ellipse">
              <a:avLst/>
            </a:prstGeom>
            <a:solidFill>
              <a:schemeClr val="bg2">
                <a:lumMod val="10000"/>
              </a:schemeClr>
            </a:solidFill>
            <a:ln w="179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47" name="Google Shape;167;p1">
              <a:extLst>
                <a:ext uri="{FF2B5EF4-FFF2-40B4-BE49-F238E27FC236}">
                  <a16:creationId xmlns:a16="http://schemas.microsoft.com/office/drawing/2014/main" id="{6CB07D33-B4AF-21CD-140E-519FC60CF127}"/>
                </a:ext>
              </a:extLst>
            </p:cNvPr>
            <p:cNvSpPr/>
            <p:nvPr/>
          </p:nvSpPr>
          <p:spPr>
            <a:xfrm>
              <a:off x="10719482" y="592538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49" name="Google Shape;168;p1">
              <a:extLst>
                <a:ext uri="{FF2B5EF4-FFF2-40B4-BE49-F238E27FC236}">
                  <a16:creationId xmlns:a16="http://schemas.microsoft.com/office/drawing/2014/main" id="{1F080BD7-8552-8F66-6915-2E3315C0B220}"/>
                </a:ext>
              </a:extLst>
            </p:cNvPr>
            <p:cNvSpPr/>
            <p:nvPr/>
          </p:nvSpPr>
          <p:spPr>
            <a:xfrm>
              <a:off x="11061232" y="5405652"/>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50" name="Google Shape;169;p1">
              <a:extLst>
                <a:ext uri="{FF2B5EF4-FFF2-40B4-BE49-F238E27FC236}">
                  <a16:creationId xmlns:a16="http://schemas.microsoft.com/office/drawing/2014/main" id="{554C84CD-1D2C-D818-5661-1D6D42F73C15}"/>
                </a:ext>
              </a:extLst>
            </p:cNvPr>
            <p:cNvSpPr/>
            <p:nvPr/>
          </p:nvSpPr>
          <p:spPr>
            <a:xfrm>
              <a:off x="10592773" y="6139937"/>
              <a:ext cx="274500" cy="276300"/>
            </a:xfrm>
            <a:prstGeom prst="ellipse">
              <a:avLst/>
            </a:prstGeom>
            <a:solidFill>
              <a:schemeClr val="tx1">
                <a:lumMod val="20000"/>
                <a:lumOff val="80000"/>
              </a:schemeClr>
            </a:solidFill>
            <a:ln w="9525" cap="flat" cmpd="sng">
              <a:solidFill>
                <a:schemeClr val="tx1">
                  <a:lumMod val="20000"/>
                  <a:lumOff val="8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51" name="Google Shape;170;p1">
              <a:extLst>
                <a:ext uri="{FF2B5EF4-FFF2-40B4-BE49-F238E27FC236}">
                  <a16:creationId xmlns:a16="http://schemas.microsoft.com/office/drawing/2014/main" id="{1F5A2BE4-D053-C71B-4B60-97A973F8BDD2}"/>
                </a:ext>
              </a:extLst>
            </p:cNvPr>
            <p:cNvSpPr/>
            <p:nvPr/>
          </p:nvSpPr>
          <p:spPr>
            <a:xfrm>
              <a:off x="11037864" y="6333062"/>
              <a:ext cx="192300" cy="198000"/>
            </a:xfrm>
            <a:prstGeom prst="ellipse">
              <a:avLst/>
            </a:prstGeom>
            <a:solidFill>
              <a:srgbClr val="D9D9D9"/>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52" name="Google Shape;171;p1">
              <a:extLst>
                <a:ext uri="{FF2B5EF4-FFF2-40B4-BE49-F238E27FC236}">
                  <a16:creationId xmlns:a16="http://schemas.microsoft.com/office/drawing/2014/main" id="{27FCBC23-07D4-7E67-5353-05D9D5C7002E}"/>
                </a:ext>
              </a:extLst>
            </p:cNvPr>
            <p:cNvSpPr/>
            <p:nvPr/>
          </p:nvSpPr>
          <p:spPr>
            <a:xfrm>
              <a:off x="11449106" y="6300040"/>
              <a:ext cx="553500" cy="567900"/>
            </a:xfrm>
            <a:prstGeom prst="ellipse">
              <a:avLst/>
            </a:prstGeom>
            <a:solidFill>
              <a:schemeClr val="tx1">
                <a:lumMod val="20000"/>
                <a:lumOff val="80000"/>
              </a:schemeClr>
            </a:solidFill>
            <a:ln w="26900" cap="flat" cmpd="sng">
              <a:solidFill>
                <a:schemeClr val="tx1">
                  <a:lumMod val="20000"/>
                  <a:lumOff val="8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54" name="Google Shape;172;p1">
              <a:extLst>
                <a:ext uri="{FF2B5EF4-FFF2-40B4-BE49-F238E27FC236}">
                  <a16:creationId xmlns:a16="http://schemas.microsoft.com/office/drawing/2014/main" id="{239C55F7-F291-82B1-DA50-360A6B711FBB}"/>
                </a:ext>
              </a:extLst>
            </p:cNvPr>
            <p:cNvCxnSpPr>
              <a:cxnSpLocks/>
              <a:stCxn id="33" idx="2"/>
              <a:endCxn id="46" idx="6"/>
            </p:cNvCxnSpPr>
            <p:nvPr/>
          </p:nvCxnSpPr>
          <p:spPr>
            <a:xfrm flipH="1">
              <a:off x="11773943" y="5649161"/>
              <a:ext cx="463800" cy="81300"/>
            </a:xfrm>
            <a:prstGeom prst="straightConnector1">
              <a:avLst/>
            </a:prstGeom>
            <a:noFill/>
            <a:ln w="9525" cap="flat" cmpd="sng">
              <a:solidFill>
                <a:schemeClr val="bg2">
                  <a:lumMod val="10000"/>
                </a:schemeClr>
              </a:solidFill>
              <a:prstDash val="solid"/>
              <a:round/>
              <a:headEnd type="none" w="sm" len="sm"/>
              <a:tailEnd type="stealth" w="med" len="med"/>
            </a:ln>
          </p:spPr>
        </p:cxnSp>
        <p:cxnSp>
          <p:nvCxnSpPr>
            <p:cNvPr id="55" name="Google Shape;173;p1">
              <a:extLst>
                <a:ext uri="{FF2B5EF4-FFF2-40B4-BE49-F238E27FC236}">
                  <a16:creationId xmlns:a16="http://schemas.microsoft.com/office/drawing/2014/main" id="{2BC73A85-0286-7695-8637-B4A03BE9A780}"/>
                </a:ext>
              </a:extLst>
            </p:cNvPr>
            <p:cNvCxnSpPr>
              <a:stCxn id="46" idx="2"/>
              <a:endCxn id="452" idx="6"/>
            </p:cNvCxnSpPr>
            <p:nvPr/>
          </p:nvCxnSpPr>
          <p:spPr>
            <a:xfrm flipH="1">
              <a:off x="11113540" y="5730365"/>
              <a:ext cx="354600" cy="30600"/>
            </a:xfrm>
            <a:prstGeom prst="straightConnector1">
              <a:avLst/>
            </a:prstGeom>
            <a:noFill/>
            <a:ln w="9525" cap="flat" cmpd="sng">
              <a:solidFill>
                <a:schemeClr val="bg2">
                  <a:lumMod val="10000"/>
                </a:schemeClr>
              </a:solidFill>
              <a:prstDash val="solid"/>
              <a:round/>
              <a:headEnd type="none" w="sm" len="sm"/>
              <a:tailEnd type="stealth" w="med" len="med"/>
            </a:ln>
          </p:spPr>
        </p:cxnSp>
        <p:cxnSp>
          <p:nvCxnSpPr>
            <p:cNvPr id="57" name="Google Shape;175;p1">
              <a:extLst>
                <a:ext uri="{FF2B5EF4-FFF2-40B4-BE49-F238E27FC236}">
                  <a16:creationId xmlns:a16="http://schemas.microsoft.com/office/drawing/2014/main" id="{EA35013E-AF6E-9ED7-4048-8B083DEE8E95}"/>
                </a:ext>
              </a:extLst>
            </p:cNvPr>
            <p:cNvCxnSpPr>
              <a:stCxn id="52" idx="1"/>
              <a:endCxn id="448" idx="5"/>
            </p:cNvCxnSpPr>
            <p:nvPr/>
          </p:nvCxnSpPr>
          <p:spPr>
            <a:xfrm rot="10800000">
              <a:off x="11390064" y="6170507"/>
              <a:ext cx="140100" cy="212700"/>
            </a:xfrm>
            <a:prstGeom prst="straightConnector1">
              <a:avLst/>
            </a:prstGeom>
            <a:noFill/>
            <a:ln w="9525" cap="flat" cmpd="sng">
              <a:solidFill>
                <a:srgbClr val="CCCCCC"/>
              </a:solidFill>
              <a:prstDash val="solid"/>
              <a:round/>
              <a:headEnd type="none" w="sm" len="sm"/>
              <a:tailEnd type="stealth" w="med" len="med"/>
            </a:ln>
          </p:spPr>
        </p:cxnSp>
        <p:cxnSp>
          <p:nvCxnSpPr>
            <p:cNvPr id="58" name="Google Shape;177;p1">
              <a:extLst>
                <a:ext uri="{FF2B5EF4-FFF2-40B4-BE49-F238E27FC236}">
                  <a16:creationId xmlns:a16="http://schemas.microsoft.com/office/drawing/2014/main" id="{5C3C69A3-C5DF-2F56-89F5-AF638899EFA3}"/>
                </a:ext>
              </a:extLst>
            </p:cNvPr>
            <p:cNvCxnSpPr>
              <a:stCxn id="52" idx="2"/>
              <a:endCxn id="51" idx="5"/>
            </p:cNvCxnSpPr>
            <p:nvPr/>
          </p:nvCxnSpPr>
          <p:spPr>
            <a:xfrm rot="10800000">
              <a:off x="11201906" y="6502090"/>
              <a:ext cx="247200" cy="81900"/>
            </a:xfrm>
            <a:prstGeom prst="straightConnector1">
              <a:avLst/>
            </a:prstGeom>
            <a:noFill/>
            <a:ln w="9525" cap="flat" cmpd="sng">
              <a:solidFill>
                <a:srgbClr val="CCCCCC"/>
              </a:solidFill>
              <a:prstDash val="solid"/>
              <a:round/>
              <a:headEnd type="none" w="sm" len="sm"/>
              <a:tailEnd type="stealth" w="med" len="med"/>
            </a:ln>
          </p:spPr>
        </p:cxnSp>
        <p:cxnSp>
          <p:nvCxnSpPr>
            <p:cNvPr id="59" name="Google Shape;178;p1">
              <a:extLst>
                <a:ext uri="{FF2B5EF4-FFF2-40B4-BE49-F238E27FC236}">
                  <a16:creationId xmlns:a16="http://schemas.microsoft.com/office/drawing/2014/main" id="{8376F5A6-B044-0D27-F032-6B99752D5FD5}"/>
                </a:ext>
              </a:extLst>
            </p:cNvPr>
            <p:cNvCxnSpPr>
              <a:stCxn id="51" idx="2"/>
              <a:endCxn id="50" idx="6"/>
            </p:cNvCxnSpPr>
            <p:nvPr/>
          </p:nvCxnSpPr>
          <p:spPr>
            <a:xfrm rot="10800000">
              <a:off x="10867164" y="6278162"/>
              <a:ext cx="170700" cy="153900"/>
            </a:xfrm>
            <a:prstGeom prst="straightConnector1">
              <a:avLst/>
            </a:prstGeom>
            <a:noFill/>
            <a:ln w="9525" cap="flat" cmpd="sng">
              <a:solidFill>
                <a:schemeClr val="tx1">
                  <a:lumMod val="20000"/>
                  <a:lumOff val="80000"/>
                </a:schemeClr>
              </a:solidFill>
              <a:prstDash val="solid"/>
              <a:round/>
              <a:headEnd type="none" w="sm" len="sm"/>
              <a:tailEnd type="stealth" w="med" len="med"/>
            </a:ln>
          </p:spPr>
        </p:cxnSp>
        <p:cxnSp>
          <p:nvCxnSpPr>
            <p:cNvPr id="60" name="Google Shape;179;p1">
              <a:extLst>
                <a:ext uri="{FF2B5EF4-FFF2-40B4-BE49-F238E27FC236}">
                  <a16:creationId xmlns:a16="http://schemas.microsoft.com/office/drawing/2014/main" id="{9F9D9CD0-148D-6C4C-70E8-91E3B2F780F6}"/>
                </a:ext>
              </a:extLst>
            </p:cNvPr>
            <p:cNvCxnSpPr>
              <a:stCxn id="448" idx="2"/>
              <a:endCxn id="47" idx="5"/>
            </p:cNvCxnSpPr>
            <p:nvPr/>
          </p:nvCxnSpPr>
          <p:spPr>
            <a:xfrm rot="10800000">
              <a:off x="10883737" y="6094319"/>
              <a:ext cx="342300" cy="6300"/>
            </a:xfrm>
            <a:prstGeom prst="straightConnector1">
              <a:avLst/>
            </a:prstGeom>
            <a:noFill/>
            <a:ln w="9525" cap="flat" cmpd="sng">
              <a:solidFill>
                <a:srgbClr val="CCCCCC"/>
              </a:solidFill>
              <a:prstDash val="solid"/>
              <a:round/>
              <a:headEnd type="none" w="sm" len="sm"/>
              <a:tailEnd type="stealth" w="med" len="med"/>
            </a:ln>
          </p:spPr>
        </p:cxnSp>
        <p:cxnSp>
          <p:nvCxnSpPr>
            <p:cNvPr id="61" name="Google Shape;180;p1">
              <a:extLst>
                <a:ext uri="{FF2B5EF4-FFF2-40B4-BE49-F238E27FC236}">
                  <a16:creationId xmlns:a16="http://schemas.microsoft.com/office/drawing/2014/main" id="{F75A3143-7E95-868E-3F30-CBEC8282D41A}"/>
                </a:ext>
              </a:extLst>
            </p:cNvPr>
            <p:cNvCxnSpPr>
              <a:stCxn id="46" idx="1"/>
              <a:endCxn id="49" idx="5"/>
            </p:cNvCxnSpPr>
            <p:nvPr/>
          </p:nvCxnSpPr>
          <p:spPr>
            <a:xfrm rot="10800000">
              <a:off x="11225509" y="5574529"/>
              <a:ext cx="287400" cy="46800"/>
            </a:xfrm>
            <a:prstGeom prst="straightConnector1">
              <a:avLst/>
            </a:prstGeom>
            <a:noFill/>
            <a:ln w="9525" cap="flat" cmpd="sng">
              <a:solidFill>
                <a:srgbClr val="CCCCCC"/>
              </a:solidFill>
              <a:prstDash val="solid"/>
              <a:round/>
              <a:headEnd type="none" w="sm" len="sm"/>
              <a:tailEnd type="stealth" w="med" len="med"/>
            </a:ln>
          </p:spPr>
        </p:cxnSp>
        <p:cxnSp>
          <p:nvCxnSpPr>
            <p:cNvPr id="62" name="Google Shape;181;p1">
              <a:extLst>
                <a:ext uri="{FF2B5EF4-FFF2-40B4-BE49-F238E27FC236}">
                  <a16:creationId xmlns:a16="http://schemas.microsoft.com/office/drawing/2014/main" id="{9478C633-7072-87FE-47DF-5368589B89C1}"/>
                </a:ext>
              </a:extLst>
            </p:cNvPr>
            <p:cNvCxnSpPr>
              <a:stCxn id="466" idx="2"/>
              <a:endCxn id="448" idx="6"/>
            </p:cNvCxnSpPr>
            <p:nvPr/>
          </p:nvCxnSpPr>
          <p:spPr>
            <a:xfrm flipH="1">
              <a:off x="11418366" y="5897435"/>
              <a:ext cx="710100" cy="203100"/>
            </a:xfrm>
            <a:prstGeom prst="straightConnector1">
              <a:avLst/>
            </a:prstGeom>
            <a:noFill/>
            <a:ln w="9525" cap="flat" cmpd="sng">
              <a:solidFill>
                <a:srgbClr val="CCCCCC"/>
              </a:solidFill>
              <a:prstDash val="solid"/>
              <a:round/>
              <a:headEnd type="none" w="sm" len="sm"/>
              <a:tailEnd type="stealth" w="med" len="med"/>
            </a:ln>
          </p:spPr>
        </p:cxnSp>
        <p:cxnSp>
          <p:nvCxnSpPr>
            <p:cNvPr id="63" name="Google Shape;183;p1">
              <a:extLst>
                <a:ext uri="{FF2B5EF4-FFF2-40B4-BE49-F238E27FC236}">
                  <a16:creationId xmlns:a16="http://schemas.microsoft.com/office/drawing/2014/main" id="{2CBE79E8-85F5-2D73-BFAE-DF8932732D0D}"/>
                </a:ext>
              </a:extLst>
            </p:cNvPr>
            <p:cNvCxnSpPr>
              <a:stCxn id="466" idx="2"/>
              <a:endCxn id="47" idx="6"/>
            </p:cNvCxnSpPr>
            <p:nvPr/>
          </p:nvCxnSpPr>
          <p:spPr>
            <a:xfrm flipH="1">
              <a:off x="10911666" y="5897435"/>
              <a:ext cx="1216800" cy="126900"/>
            </a:xfrm>
            <a:prstGeom prst="straightConnector1">
              <a:avLst/>
            </a:prstGeom>
            <a:noFill/>
            <a:ln w="9525" cap="flat" cmpd="sng">
              <a:solidFill>
                <a:srgbClr val="CCCCCC"/>
              </a:solidFill>
              <a:prstDash val="solid"/>
              <a:round/>
              <a:headEnd type="none" w="sm" len="sm"/>
              <a:tailEnd type="stealth" w="med" len="med"/>
            </a:ln>
          </p:spPr>
        </p:cxnSp>
        <p:sp>
          <p:nvSpPr>
            <p:cNvPr id="448" name="Google Shape;176;p1">
              <a:extLst>
                <a:ext uri="{FF2B5EF4-FFF2-40B4-BE49-F238E27FC236}">
                  <a16:creationId xmlns:a16="http://schemas.microsoft.com/office/drawing/2014/main" id="{2C5E3446-F93E-7BF4-D51E-F6E8AB5F261F}"/>
                </a:ext>
              </a:extLst>
            </p:cNvPr>
            <p:cNvSpPr/>
            <p:nvPr/>
          </p:nvSpPr>
          <p:spPr>
            <a:xfrm>
              <a:off x="11226037" y="6001619"/>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449" name="Google Shape;184;p1">
              <a:extLst>
                <a:ext uri="{FF2B5EF4-FFF2-40B4-BE49-F238E27FC236}">
                  <a16:creationId xmlns:a16="http://schemas.microsoft.com/office/drawing/2014/main" id="{3B880F32-3C21-CD2D-536E-01EB211A6743}"/>
                </a:ext>
              </a:extLst>
            </p:cNvPr>
            <p:cNvCxnSpPr>
              <a:stCxn id="33" idx="2"/>
              <a:endCxn id="51" idx="7"/>
            </p:cNvCxnSpPr>
            <p:nvPr/>
          </p:nvCxnSpPr>
          <p:spPr>
            <a:xfrm flipH="1">
              <a:off x="11202143" y="5649161"/>
              <a:ext cx="1035600" cy="712800"/>
            </a:xfrm>
            <a:prstGeom prst="straightConnector1">
              <a:avLst/>
            </a:prstGeom>
            <a:noFill/>
            <a:ln w="9525" cap="flat" cmpd="sng">
              <a:solidFill>
                <a:srgbClr val="CCCCCC"/>
              </a:solidFill>
              <a:prstDash val="solid"/>
              <a:round/>
              <a:headEnd type="none" w="sm" len="sm"/>
              <a:tailEnd type="stealth" w="med" len="med"/>
            </a:ln>
          </p:spPr>
        </p:cxnSp>
        <p:cxnSp>
          <p:nvCxnSpPr>
            <p:cNvPr id="450" name="Google Shape;185;p1">
              <a:extLst>
                <a:ext uri="{FF2B5EF4-FFF2-40B4-BE49-F238E27FC236}">
                  <a16:creationId xmlns:a16="http://schemas.microsoft.com/office/drawing/2014/main" id="{09BF4B71-277F-4407-D23E-E137FD9DF948}"/>
                </a:ext>
              </a:extLst>
            </p:cNvPr>
            <p:cNvCxnSpPr>
              <a:stCxn id="33" idx="5"/>
              <a:endCxn id="40" idx="1"/>
            </p:cNvCxnSpPr>
            <p:nvPr/>
          </p:nvCxnSpPr>
          <p:spPr>
            <a:xfrm>
              <a:off x="12401881" y="5719165"/>
              <a:ext cx="907200" cy="894600"/>
            </a:xfrm>
            <a:prstGeom prst="straightConnector1">
              <a:avLst/>
            </a:prstGeom>
            <a:noFill/>
            <a:ln w="17925" cap="flat" cmpd="sng">
              <a:solidFill>
                <a:srgbClr val="D9D9D9"/>
              </a:solidFill>
              <a:prstDash val="solid"/>
              <a:round/>
              <a:headEnd type="none" w="sm" len="sm"/>
              <a:tailEnd type="stealth" w="med" len="med"/>
            </a:ln>
          </p:spPr>
        </p:cxnSp>
        <p:sp>
          <p:nvSpPr>
            <p:cNvPr id="452" name="Google Shape;174;p1">
              <a:extLst>
                <a:ext uri="{FF2B5EF4-FFF2-40B4-BE49-F238E27FC236}">
                  <a16:creationId xmlns:a16="http://schemas.microsoft.com/office/drawing/2014/main" id="{CC2B2DE2-3EBE-728E-8D5C-17E8753BB6BD}"/>
                </a:ext>
              </a:extLst>
            </p:cNvPr>
            <p:cNvSpPr/>
            <p:nvPr/>
          </p:nvSpPr>
          <p:spPr>
            <a:xfrm>
              <a:off x="10921235" y="5662025"/>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453" name="Google Shape;186;p1">
              <a:extLst>
                <a:ext uri="{FF2B5EF4-FFF2-40B4-BE49-F238E27FC236}">
                  <a16:creationId xmlns:a16="http://schemas.microsoft.com/office/drawing/2014/main" id="{44193011-1856-2AAE-2E8A-996679711660}"/>
                </a:ext>
              </a:extLst>
            </p:cNvPr>
            <p:cNvCxnSpPr>
              <a:stCxn id="466" idx="2"/>
              <a:endCxn id="51" idx="6"/>
            </p:cNvCxnSpPr>
            <p:nvPr/>
          </p:nvCxnSpPr>
          <p:spPr>
            <a:xfrm flipH="1">
              <a:off x="11230266" y="5897435"/>
              <a:ext cx="898200" cy="534600"/>
            </a:xfrm>
            <a:prstGeom prst="straightConnector1">
              <a:avLst/>
            </a:prstGeom>
            <a:noFill/>
            <a:ln w="9525" cap="flat" cmpd="sng">
              <a:solidFill>
                <a:srgbClr val="CCCCCC"/>
              </a:solidFill>
              <a:prstDash val="solid"/>
              <a:round/>
              <a:headEnd type="none" w="sm" len="sm"/>
              <a:tailEnd type="stealth" w="med" len="med"/>
            </a:ln>
          </p:spPr>
        </p:cxnSp>
        <p:cxnSp>
          <p:nvCxnSpPr>
            <p:cNvPr id="456" name="Google Shape;187;p1">
              <a:extLst>
                <a:ext uri="{FF2B5EF4-FFF2-40B4-BE49-F238E27FC236}">
                  <a16:creationId xmlns:a16="http://schemas.microsoft.com/office/drawing/2014/main" id="{0F2CF676-F257-5F88-0B12-B8F2B12184EB}"/>
                </a:ext>
              </a:extLst>
            </p:cNvPr>
            <p:cNvCxnSpPr>
              <a:stCxn id="461" idx="6"/>
              <a:endCxn id="39" idx="2"/>
            </p:cNvCxnSpPr>
            <p:nvPr/>
          </p:nvCxnSpPr>
          <p:spPr>
            <a:xfrm rot="10800000" flipH="1">
              <a:off x="12553633" y="5743151"/>
              <a:ext cx="437100" cy="199800"/>
            </a:xfrm>
            <a:prstGeom prst="straightConnector1">
              <a:avLst/>
            </a:prstGeom>
            <a:noFill/>
            <a:ln w="9525" cap="flat" cmpd="sng">
              <a:solidFill>
                <a:schemeClr val="bg2">
                  <a:lumMod val="10000"/>
                </a:schemeClr>
              </a:solidFill>
              <a:prstDash val="solid"/>
              <a:round/>
              <a:headEnd type="none" w="sm" len="sm"/>
              <a:tailEnd type="stealth" w="med" len="med"/>
            </a:ln>
          </p:spPr>
        </p:cxnSp>
        <p:cxnSp>
          <p:nvCxnSpPr>
            <p:cNvPr id="457" name="Google Shape;189;p1">
              <a:extLst>
                <a:ext uri="{FF2B5EF4-FFF2-40B4-BE49-F238E27FC236}">
                  <a16:creationId xmlns:a16="http://schemas.microsoft.com/office/drawing/2014/main" id="{12E0C394-F16A-E0BE-B325-71853337B579}"/>
                </a:ext>
              </a:extLst>
            </p:cNvPr>
            <p:cNvCxnSpPr>
              <a:stCxn id="39" idx="7"/>
              <a:endCxn id="37" idx="2"/>
            </p:cNvCxnSpPr>
            <p:nvPr/>
          </p:nvCxnSpPr>
          <p:spPr>
            <a:xfrm rot="10800000" flipH="1">
              <a:off x="13154736" y="5621063"/>
              <a:ext cx="162600" cy="52200"/>
            </a:xfrm>
            <a:prstGeom prst="straightConnector1">
              <a:avLst/>
            </a:prstGeom>
            <a:noFill/>
            <a:ln w="9525" cap="flat" cmpd="sng">
              <a:solidFill>
                <a:srgbClr val="E4E4E3"/>
              </a:solidFill>
              <a:prstDash val="solid"/>
              <a:round/>
              <a:headEnd type="none" w="sm" len="sm"/>
              <a:tailEnd type="stealth" w="med" len="med"/>
            </a:ln>
          </p:spPr>
        </p:cxnSp>
        <p:cxnSp>
          <p:nvCxnSpPr>
            <p:cNvPr id="458" name="Google Shape;190;p1">
              <a:extLst>
                <a:ext uri="{FF2B5EF4-FFF2-40B4-BE49-F238E27FC236}">
                  <a16:creationId xmlns:a16="http://schemas.microsoft.com/office/drawing/2014/main" id="{56425D35-98AC-4138-2E19-CFCEE1EA88DE}"/>
                </a:ext>
              </a:extLst>
            </p:cNvPr>
            <p:cNvCxnSpPr>
              <a:stCxn id="37" idx="6"/>
              <a:endCxn id="38" idx="2"/>
            </p:cNvCxnSpPr>
            <p:nvPr/>
          </p:nvCxnSpPr>
          <p:spPr>
            <a:xfrm rot="10800000" flipH="1">
              <a:off x="13509582" y="5405984"/>
              <a:ext cx="189900" cy="215100"/>
            </a:xfrm>
            <a:prstGeom prst="straightConnector1">
              <a:avLst/>
            </a:prstGeom>
            <a:noFill/>
            <a:ln w="9525" cap="flat" cmpd="sng">
              <a:solidFill>
                <a:srgbClr val="E4E4E3"/>
              </a:solidFill>
              <a:prstDash val="solid"/>
              <a:round/>
              <a:headEnd type="none" w="sm" len="sm"/>
              <a:tailEnd type="stealth" w="med" len="med"/>
            </a:ln>
          </p:spPr>
        </p:cxnSp>
        <p:cxnSp>
          <p:nvCxnSpPr>
            <p:cNvPr id="459" name="Google Shape;191;p1">
              <a:extLst>
                <a:ext uri="{FF2B5EF4-FFF2-40B4-BE49-F238E27FC236}">
                  <a16:creationId xmlns:a16="http://schemas.microsoft.com/office/drawing/2014/main" id="{8616A146-5762-310A-7206-29F7B31BE0BD}"/>
                </a:ext>
              </a:extLst>
            </p:cNvPr>
            <p:cNvCxnSpPr>
              <a:stCxn id="33" idx="6"/>
              <a:endCxn id="35" idx="2"/>
            </p:cNvCxnSpPr>
            <p:nvPr/>
          </p:nvCxnSpPr>
          <p:spPr>
            <a:xfrm rot="10800000" flipH="1">
              <a:off x="12430043" y="5497061"/>
              <a:ext cx="560700" cy="152100"/>
            </a:xfrm>
            <a:prstGeom prst="straightConnector1">
              <a:avLst/>
            </a:prstGeom>
            <a:noFill/>
            <a:ln w="9525" cap="flat" cmpd="sng">
              <a:solidFill>
                <a:srgbClr val="E4E4E3"/>
              </a:solidFill>
              <a:prstDash val="solid"/>
              <a:round/>
              <a:headEnd type="none" w="sm" len="sm"/>
              <a:tailEnd type="stealth" w="med" len="med"/>
            </a:ln>
          </p:spPr>
        </p:cxnSp>
        <p:sp>
          <p:nvSpPr>
            <p:cNvPr id="461" name="Google Shape;188;p1">
              <a:extLst>
                <a:ext uri="{FF2B5EF4-FFF2-40B4-BE49-F238E27FC236}">
                  <a16:creationId xmlns:a16="http://schemas.microsoft.com/office/drawing/2014/main" id="{2621FABC-9D40-F5BC-265F-070F677C60AA}"/>
                </a:ext>
              </a:extLst>
            </p:cNvPr>
            <p:cNvSpPr/>
            <p:nvPr/>
          </p:nvSpPr>
          <p:spPr>
            <a:xfrm>
              <a:off x="12361333" y="5843951"/>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465" name="Google Shape;192;p1">
              <a:extLst>
                <a:ext uri="{FF2B5EF4-FFF2-40B4-BE49-F238E27FC236}">
                  <a16:creationId xmlns:a16="http://schemas.microsoft.com/office/drawing/2014/main" id="{FB9A3F5F-D973-F81F-2318-6F058E8DE072}"/>
                </a:ext>
              </a:extLst>
            </p:cNvPr>
            <p:cNvCxnSpPr>
              <a:stCxn id="35" idx="7"/>
              <a:endCxn id="36" idx="2"/>
            </p:cNvCxnSpPr>
            <p:nvPr/>
          </p:nvCxnSpPr>
          <p:spPr>
            <a:xfrm rot="10800000" flipH="1">
              <a:off x="13154747" y="5328685"/>
              <a:ext cx="174300" cy="98400"/>
            </a:xfrm>
            <a:prstGeom prst="straightConnector1">
              <a:avLst/>
            </a:prstGeom>
            <a:noFill/>
            <a:ln w="9525" cap="flat" cmpd="sng">
              <a:solidFill>
                <a:srgbClr val="E4E4E3"/>
              </a:solidFill>
              <a:prstDash val="solid"/>
              <a:round/>
              <a:headEnd type="none" w="sm" len="sm"/>
              <a:tailEnd type="stealth" w="med" len="med"/>
            </a:ln>
          </p:spPr>
        </p:cxnSp>
        <p:sp>
          <p:nvSpPr>
            <p:cNvPr id="466" name="Google Shape;182;p1">
              <a:extLst>
                <a:ext uri="{FF2B5EF4-FFF2-40B4-BE49-F238E27FC236}">
                  <a16:creationId xmlns:a16="http://schemas.microsoft.com/office/drawing/2014/main" id="{01BCD0E4-DD7C-08A8-8755-E6FE7442EBBB}"/>
                </a:ext>
              </a:extLst>
            </p:cNvPr>
            <p:cNvSpPr/>
            <p:nvPr/>
          </p:nvSpPr>
          <p:spPr>
            <a:xfrm>
              <a:off x="12128466" y="579843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cxnSp>
          <p:nvCxnSpPr>
            <p:cNvPr id="468" name="Google Shape;193;p1">
              <a:extLst>
                <a:ext uri="{FF2B5EF4-FFF2-40B4-BE49-F238E27FC236}">
                  <a16:creationId xmlns:a16="http://schemas.microsoft.com/office/drawing/2014/main" id="{AC1A41EB-08AB-00EB-642B-BCC5E74C671C}"/>
                </a:ext>
              </a:extLst>
            </p:cNvPr>
            <p:cNvCxnSpPr>
              <a:stCxn id="52" idx="6"/>
              <a:endCxn id="40" idx="2"/>
            </p:cNvCxnSpPr>
            <p:nvPr/>
          </p:nvCxnSpPr>
          <p:spPr>
            <a:xfrm>
              <a:off x="12002606" y="6583990"/>
              <a:ext cx="1258500" cy="148800"/>
            </a:xfrm>
            <a:prstGeom prst="straightConnector1">
              <a:avLst/>
            </a:prstGeom>
            <a:noFill/>
            <a:ln w="35850" cap="flat" cmpd="sng">
              <a:solidFill>
                <a:srgbClr val="E4E4E3"/>
              </a:solidFill>
              <a:prstDash val="solid"/>
              <a:round/>
              <a:headEnd type="stealth" w="med" len="med"/>
              <a:tailEnd type="none" w="sm" len="sm"/>
            </a:ln>
          </p:spPr>
        </p:cxnSp>
        <p:cxnSp>
          <p:nvCxnSpPr>
            <p:cNvPr id="470" name="Google Shape;194;p1">
              <a:extLst>
                <a:ext uri="{FF2B5EF4-FFF2-40B4-BE49-F238E27FC236}">
                  <a16:creationId xmlns:a16="http://schemas.microsoft.com/office/drawing/2014/main" id="{73758FC8-99E6-7DB5-6A24-9C15F73EB9E7}"/>
                </a:ext>
              </a:extLst>
            </p:cNvPr>
            <p:cNvCxnSpPr>
              <a:stCxn id="44" idx="1"/>
              <a:endCxn id="46" idx="5"/>
            </p:cNvCxnSpPr>
            <p:nvPr/>
          </p:nvCxnSpPr>
          <p:spPr>
            <a:xfrm rot="10800000">
              <a:off x="11729045" y="5839432"/>
              <a:ext cx="1188600" cy="962700"/>
            </a:xfrm>
            <a:prstGeom prst="straightConnector1">
              <a:avLst/>
            </a:prstGeom>
            <a:noFill/>
            <a:ln w="9525" cap="flat" cmpd="sng">
              <a:solidFill>
                <a:schemeClr val="bg2">
                  <a:lumMod val="10000"/>
                </a:schemeClr>
              </a:solidFill>
              <a:prstDash val="solid"/>
              <a:round/>
              <a:headEnd type="none" w="sm" len="sm"/>
              <a:tailEnd type="stealth" w="med" len="med"/>
            </a:ln>
          </p:spPr>
        </p:cxnSp>
        <p:cxnSp>
          <p:nvCxnSpPr>
            <p:cNvPr id="471" name="Google Shape;195;p1">
              <a:extLst>
                <a:ext uri="{FF2B5EF4-FFF2-40B4-BE49-F238E27FC236}">
                  <a16:creationId xmlns:a16="http://schemas.microsoft.com/office/drawing/2014/main" id="{AA0FBCC7-01CE-6EE0-B83F-D3C8E3B13BCC}"/>
                </a:ext>
              </a:extLst>
            </p:cNvPr>
            <p:cNvCxnSpPr>
              <a:stCxn id="466" idx="3"/>
              <a:endCxn id="52" idx="7"/>
            </p:cNvCxnSpPr>
            <p:nvPr/>
          </p:nvCxnSpPr>
          <p:spPr>
            <a:xfrm flipH="1">
              <a:off x="11921428" y="5967439"/>
              <a:ext cx="235200" cy="415800"/>
            </a:xfrm>
            <a:prstGeom prst="straightConnector1">
              <a:avLst/>
            </a:prstGeom>
            <a:noFill/>
            <a:ln w="35850" cap="flat" cmpd="sng">
              <a:solidFill>
                <a:srgbClr val="E4E4E3"/>
              </a:solidFill>
              <a:prstDash val="solid"/>
              <a:round/>
              <a:headEnd type="none" w="sm" len="sm"/>
              <a:tailEnd type="stealth" w="med" len="med"/>
            </a:ln>
          </p:spPr>
        </p:cxnSp>
        <p:cxnSp>
          <p:nvCxnSpPr>
            <p:cNvPr id="472" name="Google Shape;196;p1">
              <a:extLst>
                <a:ext uri="{FF2B5EF4-FFF2-40B4-BE49-F238E27FC236}">
                  <a16:creationId xmlns:a16="http://schemas.microsoft.com/office/drawing/2014/main" id="{CBC08898-85CD-324D-1873-4382E58CFE88}"/>
                </a:ext>
              </a:extLst>
            </p:cNvPr>
            <p:cNvCxnSpPr>
              <a:stCxn id="461" idx="5"/>
              <a:endCxn id="44" idx="1"/>
            </p:cNvCxnSpPr>
            <p:nvPr/>
          </p:nvCxnSpPr>
          <p:spPr>
            <a:xfrm>
              <a:off x="12525471" y="6012955"/>
              <a:ext cx="392100" cy="789300"/>
            </a:xfrm>
            <a:prstGeom prst="straightConnector1">
              <a:avLst/>
            </a:prstGeom>
            <a:noFill/>
            <a:ln w="9525" cap="flat" cmpd="sng">
              <a:solidFill>
                <a:schemeClr val="bg2">
                  <a:lumMod val="10000"/>
                </a:schemeClr>
              </a:solidFill>
              <a:prstDash val="solid"/>
              <a:round/>
              <a:headEnd type="none" w="sm" len="sm"/>
              <a:tailEnd type="stealth" w="med" len="med"/>
            </a:ln>
          </p:spPr>
        </p:cxnSp>
        <p:cxnSp>
          <p:nvCxnSpPr>
            <p:cNvPr id="473" name="Google Shape;197;p1">
              <a:extLst>
                <a:ext uri="{FF2B5EF4-FFF2-40B4-BE49-F238E27FC236}">
                  <a16:creationId xmlns:a16="http://schemas.microsoft.com/office/drawing/2014/main" id="{16D7C0A6-5F7C-C894-117F-F1453BB970FD}"/>
                </a:ext>
              </a:extLst>
            </p:cNvPr>
            <p:cNvCxnSpPr>
              <a:stCxn id="33" idx="6"/>
              <a:endCxn id="39" idx="2"/>
            </p:cNvCxnSpPr>
            <p:nvPr/>
          </p:nvCxnSpPr>
          <p:spPr>
            <a:xfrm>
              <a:off x="12430043" y="5649161"/>
              <a:ext cx="560700" cy="94200"/>
            </a:xfrm>
            <a:prstGeom prst="straightConnector1">
              <a:avLst/>
            </a:prstGeom>
            <a:noFill/>
            <a:ln w="9525" cap="flat" cmpd="sng">
              <a:solidFill>
                <a:schemeClr val="bg2">
                  <a:lumMod val="10000"/>
                </a:schemeClr>
              </a:solidFill>
              <a:prstDash val="solid"/>
              <a:round/>
              <a:headEnd type="none" w="sm" len="sm"/>
              <a:tailEnd type="stealth" w="med" len="med"/>
            </a:ln>
          </p:spPr>
        </p:cxnSp>
        <p:cxnSp>
          <p:nvCxnSpPr>
            <p:cNvPr id="478" name="Google Shape;198;p1">
              <a:extLst>
                <a:ext uri="{FF2B5EF4-FFF2-40B4-BE49-F238E27FC236}">
                  <a16:creationId xmlns:a16="http://schemas.microsoft.com/office/drawing/2014/main" id="{39BEE82F-CC69-1511-0CE8-07A40DCD081D}"/>
                </a:ext>
              </a:extLst>
            </p:cNvPr>
            <p:cNvCxnSpPr>
              <a:stCxn id="461" idx="6"/>
              <a:endCxn id="45" idx="2"/>
            </p:cNvCxnSpPr>
            <p:nvPr/>
          </p:nvCxnSpPr>
          <p:spPr>
            <a:xfrm>
              <a:off x="12553633" y="5942951"/>
              <a:ext cx="770400" cy="255300"/>
            </a:xfrm>
            <a:prstGeom prst="straightConnector1">
              <a:avLst/>
            </a:prstGeom>
            <a:noFill/>
            <a:ln w="9525" cap="flat" cmpd="sng">
              <a:solidFill>
                <a:schemeClr val="tx1">
                  <a:lumMod val="20000"/>
                  <a:lumOff val="80000"/>
                </a:schemeClr>
              </a:solidFill>
              <a:prstDash val="solid"/>
              <a:round/>
              <a:headEnd type="none" w="sm" len="sm"/>
              <a:tailEnd type="stealth" w="med" len="med"/>
            </a:ln>
          </p:spPr>
        </p:cxnSp>
        <p:cxnSp>
          <p:nvCxnSpPr>
            <p:cNvPr id="479" name="Google Shape;199;p1">
              <a:extLst>
                <a:ext uri="{FF2B5EF4-FFF2-40B4-BE49-F238E27FC236}">
                  <a16:creationId xmlns:a16="http://schemas.microsoft.com/office/drawing/2014/main" id="{02C02D98-6FED-1B1A-E252-27356A6D021A}"/>
                </a:ext>
              </a:extLst>
            </p:cNvPr>
            <p:cNvCxnSpPr>
              <a:stCxn id="461" idx="3"/>
              <a:endCxn id="52" idx="7"/>
            </p:cNvCxnSpPr>
            <p:nvPr/>
          </p:nvCxnSpPr>
          <p:spPr>
            <a:xfrm flipH="1">
              <a:off x="11921495" y="6012955"/>
              <a:ext cx="468000" cy="370200"/>
            </a:xfrm>
            <a:prstGeom prst="straightConnector1">
              <a:avLst/>
            </a:prstGeom>
            <a:noFill/>
            <a:ln w="9525" cap="flat" cmpd="sng">
              <a:solidFill>
                <a:schemeClr val="tx1">
                  <a:lumMod val="20000"/>
                  <a:lumOff val="80000"/>
                </a:schemeClr>
              </a:solidFill>
              <a:prstDash val="solid"/>
              <a:round/>
              <a:headEnd type="none" w="sm" len="sm"/>
              <a:tailEnd type="stealth" w="med" len="med"/>
            </a:ln>
          </p:spPr>
        </p:cxnSp>
        <p:cxnSp>
          <p:nvCxnSpPr>
            <p:cNvPr id="481" name="Google Shape;200;p1">
              <a:extLst>
                <a:ext uri="{FF2B5EF4-FFF2-40B4-BE49-F238E27FC236}">
                  <a16:creationId xmlns:a16="http://schemas.microsoft.com/office/drawing/2014/main" id="{EC75B8AF-17B2-FFAD-38A7-10BBD158B980}"/>
                </a:ext>
              </a:extLst>
            </p:cNvPr>
            <p:cNvCxnSpPr>
              <a:stCxn id="461" idx="6"/>
              <a:endCxn id="40" idx="1"/>
            </p:cNvCxnSpPr>
            <p:nvPr/>
          </p:nvCxnSpPr>
          <p:spPr>
            <a:xfrm>
              <a:off x="12553633" y="5942951"/>
              <a:ext cx="755400" cy="670800"/>
            </a:xfrm>
            <a:prstGeom prst="straightConnector1">
              <a:avLst/>
            </a:prstGeom>
            <a:noFill/>
            <a:ln w="17925" cap="flat" cmpd="sng">
              <a:solidFill>
                <a:schemeClr val="tx1">
                  <a:lumMod val="20000"/>
                  <a:lumOff val="80000"/>
                </a:schemeClr>
              </a:solidFill>
              <a:prstDash val="solid"/>
              <a:round/>
              <a:headEnd type="none" w="sm" len="sm"/>
              <a:tailEnd type="stealth" w="med" len="med"/>
            </a:ln>
          </p:spPr>
        </p:cxnSp>
      </p:grpSp>
      <p:cxnSp>
        <p:nvCxnSpPr>
          <p:cNvPr id="9" name="Straight Connector 8">
            <a:extLst>
              <a:ext uri="{FF2B5EF4-FFF2-40B4-BE49-F238E27FC236}">
                <a16:creationId xmlns:a16="http://schemas.microsoft.com/office/drawing/2014/main" id="{5F3E6CA7-E718-F83D-01FA-CA84424463F0}"/>
              </a:ext>
            </a:extLst>
          </p:cNvPr>
          <p:cNvCxnSpPr>
            <a:stCxn id="359" idx="3"/>
            <a:endCxn id="338" idx="7"/>
          </p:cNvCxnSpPr>
          <p:nvPr/>
        </p:nvCxnSpPr>
        <p:spPr>
          <a:xfrm flipH="1">
            <a:off x="8399404" y="6857889"/>
            <a:ext cx="192599" cy="171018"/>
          </a:xfrm>
          <a:prstGeom prst="line">
            <a:avLst/>
          </a:prstGeom>
          <a:noFill/>
          <a:ln w="95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19" name="Straight Connector 18">
            <a:extLst>
              <a:ext uri="{FF2B5EF4-FFF2-40B4-BE49-F238E27FC236}">
                <a16:creationId xmlns:a16="http://schemas.microsoft.com/office/drawing/2014/main" id="{70786A80-75CF-6F20-C122-60B4BF075A10}"/>
              </a:ext>
            </a:extLst>
          </p:cNvPr>
          <p:cNvCxnSpPr>
            <a:cxnSpLocks/>
            <a:stCxn id="359" idx="5"/>
            <a:endCxn id="329" idx="1"/>
          </p:cNvCxnSpPr>
          <p:nvPr/>
        </p:nvCxnSpPr>
        <p:spPr>
          <a:xfrm>
            <a:off x="8647968" y="6857889"/>
            <a:ext cx="161412" cy="364517"/>
          </a:xfrm>
          <a:prstGeom prst="line">
            <a:avLst/>
          </a:prstGeom>
          <a:noFill/>
          <a:ln w="95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26" name="Straight Connector 25">
            <a:extLst>
              <a:ext uri="{FF2B5EF4-FFF2-40B4-BE49-F238E27FC236}">
                <a16:creationId xmlns:a16="http://schemas.microsoft.com/office/drawing/2014/main" id="{93040EEC-144A-0086-B725-90106DE2044C}"/>
              </a:ext>
            </a:extLst>
          </p:cNvPr>
          <p:cNvCxnSpPr>
            <a:stCxn id="359" idx="6"/>
            <a:endCxn id="328" idx="1"/>
          </p:cNvCxnSpPr>
          <p:nvPr/>
        </p:nvCxnSpPr>
        <p:spPr>
          <a:xfrm>
            <a:off x="8659559" y="6825554"/>
            <a:ext cx="310966" cy="309850"/>
          </a:xfrm>
          <a:prstGeom prst="line">
            <a:avLst/>
          </a:prstGeom>
          <a:noFill/>
          <a:ln w="127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2" name="Straight Connector 41">
            <a:extLst>
              <a:ext uri="{FF2B5EF4-FFF2-40B4-BE49-F238E27FC236}">
                <a16:creationId xmlns:a16="http://schemas.microsoft.com/office/drawing/2014/main" id="{239882DC-36D9-B2FE-041B-053DD3B6438B}"/>
              </a:ext>
            </a:extLst>
          </p:cNvPr>
          <p:cNvCxnSpPr>
            <a:stCxn id="359" idx="6"/>
            <a:endCxn id="331" idx="2"/>
          </p:cNvCxnSpPr>
          <p:nvPr/>
        </p:nvCxnSpPr>
        <p:spPr>
          <a:xfrm>
            <a:off x="8659559" y="6825554"/>
            <a:ext cx="317138" cy="117876"/>
          </a:xfrm>
          <a:prstGeom prst="line">
            <a:avLst/>
          </a:prstGeom>
          <a:noFill/>
          <a:ln w="95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8" name="Straight Connector 47">
            <a:extLst>
              <a:ext uri="{FF2B5EF4-FFF2-40B4-BE49-F238E27FC236}">
                <a16:creationId xmlns:a16="http://schemas.microsoft.com/office/drawing/2014/main" id="{C474D363-9C85-D36A-FB6F-1DCDD9F70289}"/>
              </a:ext>
            </a:extLst>
          </p:cNvPr>
          <p:cNvCxnSpPr>
            <a:cxnSpLocks/>
            <a:stCxn id="359" idx="7"/>
            <a:endCxn id="327" idx="2"/>
          </p:cNvCxnSpPr>
          <p:nvPr/>
        </p:nvCxnSpPr>
        <p:spPr>
          <a:xfrm flipV="1">
            <a:off x="8647968" y="6733320"/>
            <a:ext cx="191438" cy="59899"/>
          </a:xfrm>
          <a:prstGeom prst="line">
            <a:avLst/>
          </a:prstGeom>
          <a:noFill/>
          <a:ln w="127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368" name="Line">
            <a:extLst>
              <a:ext uri="{FF2B5EF4-FFF2-40B4-BE49-F238E27FC236}">
                <a16:creationId xmlns:a16="http://schemas.microsoft.com/office/drawing/2014/main" id="{3208538C-AD12-67FE-7450-6063EBA9F2E4}"/>
              </a:ext>
            </a:extLst>
          </p:cNvPr>
          <p:cNvSpPr/>
          <p:nvPr/>
        </p:nvSpPr>
        <p:spPr>
          <a:xfrm flipV="1">
            <a:off x="4522135" y="1950770"/>
            <a:ext cx="0" cy="426545"/>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441" name="Line">
            <a:extLst>
              <a:ext uri="{FF2B5EF4-FFF2-40B4-BE49-F238E27FC236}">
                <a16:creationId xmlns:a16="http://schemas.microsoft.com/office/drawing/2014/main" id="{DDC3206C-EE10-7829-30F0-735C01470498}"/>
              </a:ext>
            </a:extLst>
          </p:cNvPr>
          <p:cNvSpPr/>
          <p:nvPr/>
        </p:nvSpPr>
        <p:spPr>
          <a:xfrm flipV="1">
            <a:off x="4528417" y="2925125"/>
            <a:ext cx="0" cy="426545"/>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442" name="Line">
            <a:extLst>
              <a:ext uri="{FF2B5EF4-FFF2-40B4-BE49-F238E27FC236}">
                <a16:creationId xmlns:a16="http://schemas.microsoft.com/office/drawing/2014/main" id="{3EF9AC49-1B64-A0B4-35C1-74D39609DD10}"/>
              </a:ext>
            </a:extLst>
          </p:cNvPr>
          <p:cNvSpPr/>
          <p:nvPr/>
        </p:nvSpPr>
        <p:spPr>
          <a:xfrm flipV="1">
            <a:off x="4522135" y="3712979"/>
            <a:ext cx="0" cy="616883"/>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443" name="Line">
            <a:extLst>
              <a:ext uri="{FF2B5EF4-FFF2-40B4-BE49-F238E27FC236}">
                <a16:creationId xmlns:a16="http://schemas.microsoft.com/office/drawing/2014/main" id="{9E211AE0-28BC-722B-1958-EE44592D73A5}"/>
              </a:ext>
            </a:extLst>
          </p:cNvPr>
          <p:cNvSpPr/>
          <p:nvPr/>
        </p:nvSpPr>
        <p:spPr>
          <a:xfrm flipV="1">
            <a:off x="4522135" y="4885657"/>
            <a:ext cx="0" cy="859416"/>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444" name="Line">
            <a:extLst>
              <a:ext uri="{FF2B5EF4-FFF2-40B4-BE49-F238E27FC236}">
                <a16:creationId xmlns:a16="http://schemas.microsoft.com/office/drawing/2014/main" id="{D0E9FD65-C049-65A7-B6C0-3A603D16B6CA}"/>
              </a:ext>
            </a:extLst>
          </p:cNvPr>
          <p:cNvSpPr/>
          <p:nvPr/>
        </p:nvSpPr>
        <p:spPr>
          <a:xfrm flipV="1">
            <a:off x="4522135" y="6345871"/>
            <a:ext cx="0" cy="1081129"/>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445" name="Line">
            <a:extLst>
              <a:ext uri="{FF2B5EF4-FFF2-40B4-BE49-F238E27FC236}">
                <a16:creationId xmlns:a16="http://schemas.microsoft.com/office/drawing/2014/main" id="{2292D67B-9D57-D88E-6900-85ECCA11FD6B}"/>
              </a:ext>
            </a:extLst>
          </p:cNvPr>
          <p:cNvSpPr/>
          <p:nvPr/>
        </p:nvSpPr>
        <p:spPr>
          <a:xfrm flipV="1">
            <a:off x="4526280" y="8228494"/>
            <a:ext cx="0" cy="426545"/>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513" name="TextBox 512">
            <a:extLst>
              <a:ext uri="{FF2B5EF4-FFF2-40B4-BE49-F238E27FC236}">
                <a16:creationId xmlns:a16="http://schemas.microsoft.com/office/drawing/2014/main" id="{05FD7C69-0475-9BAF-050A-DE7EBF21FD1E}"/>
              </a:ext>
            </a:extLst>
          </p:cNvPr>
          <p:cNvSpPr txBox="1"/>
          <p:nvPr/>
        </p:nvSpPr>
        <p:spPr>
          <a:xfrm>
            <a:off x="3840480" y="3761082"/>
            <a:ext cx="582846" cy="46927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Node/</a:t>
            </a:r>
          </a:p>
          <a:p>
            <a:pPr marL="0" marR="0" indent="0" algn="ctr" defTabSz="584200" rtl="0" fontAlgn="auto" latinLnBrk="0" hangingPunct="0">
              <a:lnSpc>
                <a:spcPct val="100000"/>
              </a:lnSpc>
              <a:spcBef>
                <a:spcPts val="200"/>
              </a:spcBef>
              <a:spcAft>
                <a:spcPts val="0"/>
              </a:spcAft>
              <a:buClrTx/>
              <a:buSzTx/>
              <a:buFontTx/>
              <a:buNone/>
              <a:tabLst/>
            </a:pPr>
            <a:r>
              <a:rPr lang="en-US" sz="1000" b="0" dirty="0"/>
              <a:t>Edgelist</a:t>
            </a:r>
            <a:endParaRPr kumimoji="0" lang="en-US" sz="1000" b="0" i="0" u="none" strike="noStrike" cap="none" spc="0" normalizeH="0" baseline="0" dirty="0">
              <a:ln>
                <a:noFill/>
              </a:ln>
              <a:solidFill>
                <a:srgbClr val="4C4C4C"/>
              </a:solidFill>
              <a:effectLst/>
              <a:uFillTx/>
              <a:sym typeface="Source Sans Pro"/>
            </a:endParaRPr>
          </a:p>
        </p:txBody>
      </p:sp>
      <p:sp>
        <p:nvSpPr>
          <p:cNvPr id="529" name="Manipulate Variables">
            <a:extLst>
              <a:ext uri="{FF2B5EF4-FFF2-40B4-BE49-F238E27FC236}">
                <a16:creationId xmlns:a16="http://schemas.microsoft.com/office/drawing/2014/main" id="{A5F7FD4C-8100-CB1F-1E66-096E5944C08F}"/>
              </a:ext>
            </a:extLst>
          </p:cNvPr>
          <p:cNvSpPr txBox="1"/>
          <p:nvPr/>
        </p:nvSpPr>
        <p:spPr>
          <a:xfrm>
            <a:off x="274320" y="3474720"/>
            <a:ext cx="1800173"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Downloaders</a:t>
            </a:r>
            <a:endParaRPr dirty="0"/>
          </a:p>
        </p:txBody>
      </p:sp>
      <p:sp>
        <p:nvSpPr>
          <p:cNvPr id="5" name="TextBox 4">
            <a:extLst>
              <a:ext uri="{FF2B5EF4-FFF2-40B4-BE49-F238E27FC236}">
                <a16:creationId xmlns:a16="http://schemas.microsoft.com/office/drawing/2014/main" id="{A021A676-A332-26C1-5DF9-C26BDEDF25A8}"/>
              </a:ext>
            </a:extLst>
          </p:cNvPr>
          <p:cNvSpPr txBox="1"/>
          <p:nvPr/>
        </p:nvSpPr>
        <p:spPr>
          <a:xfrm>
            <a:off x="7737264" y="10327008"/>
            <a:ext cx="6091194" cy="5000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000" b="0" dirty="0">
                <a:solidFill>
                  <a:schemeClr val="tx1"/>
                </a:solidFill>
                <a:hlinkClick r:id="rId6">
                  <a:extLst>
                    <a:ext uri="{A12FA001-AC4F-418D-AE19-62706E023703}">
                      <ahyp:hlinkClr xmlns:ahyp="http://schemas.microsoft.com/office/drawing/2018/hyperlinkcolor" val="tx"/>
                    </a:ext>
                  </a:extLst>
                </a:hlinkClick>
              </a:rPr>
              <a:t>CC BY SA</a:t>
            </a:r>
            <a:r>
              <a:rPr lang="en-US" sz="1000" b="0" dirty="0">
                <a:solidFill>
                  <a:schemeClr val="tx1"/>
                </a:solidFill>
              </a:rPr>
              <a:t> Jared Seto</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 Carlos Paradis • Kai</a:t>
            </a:r>
            <a:r>
              <a:rPr kumimoji="0" lang="haw-US" sz="1000" b="0" i="0" u="none" strike="noStrike" cap="none" spc="0" normalizeH="0" baseline="0" dirty="0">
                <a:ln>
                  <a:noFill/>
                </a:ln>
                <a:solidFill>
                  <a:schemeClr val="tx1"/>
                </a:solidFill>
                <a:effectLst/>
                <a:uFillTx/>
                <a:latin typeface="Source Sans Pro"/>
                <a:ea typeface="Source Sans Pro"/>
                <a:cs typeface="Source Sans Pro"/>
                <a:sym typeface="Source Sans Pro"/>
              </a:rPr>
              <a:t>ā</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ulu package version 0.0.0.9700 (in development) •  Updated: 2026-04</a:t>
            </a: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cxnSp>
        <p:nvCxnSpPr>
          <p:cNvPr id="519" name="Connector: Elbow 518">
            <a:extLst>
              <a:ext uri="{FF2B5EF4-FFF2-40B4-BE49-F238E27FC236}">
                <a16:creationId xmlns:a16="http://schemas.microsoft.com/office/drawing/2014/main" id="{9BA869DB-971D-74A4-27C3-0A760733BDD8}"/>
              </a:ext>
            </a:extLst>
          </p:cNvPr>
          <p:cNvCxnSpPr>
            <a:cxnSpLocks/>
            <a:endCxn id="421" idx="1"/>
          </p:cNvCxnSpPr>
          <p:nvPr/>
        </p:nvCxnSpPr>
        <p:spPr>
          <a:xfrm flipV="1">
            <a:off x="5249371" y="8491055"/>
            <a:ext cx="4626149" cy="557801"/>
          </a:xfrm>
          <a:prstGeom prst="bentConnector3">
            <a:avLst>
              <a:gd name="adj1" fmla="val 95719"/>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547" name="Connector: Elbow 546">
            <a:extLst>
              <a:ext uri="{FF2B5EF4-FFF2-40B4-BE49-F238E27FC236}">
                <a16:creationId xmlns:a16="http://schemas.microsoft.com/office/drawing/2014/main" id="{9FF53575-0D03-03D5-8563-ACEF5867A3E7}"/>
              </a:ext>
            </a:extLst>
          </p:cNvPr>
          <p:cNvCxnSpPr>
            <a:stCxn id="529" idx="3"/>
            <a:endCxn id="447" idx="1"/>
          </p:cNvCxnSpPr>
          <p:nvPr/>
        </p:nvCxnSpPr>
        <p:spPr>
          <a:xfrm flipV="1">
            <a:off x="2074493" y="2148962"/>
            <a:ext cx="1765987" cy="1495773"/>
          </a:xfrm>
          <a:prstGeom prst="bentConnector3">
            <a:avLst>
              <a:gd name="adj1" fmla="val 82702"/>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550" name="Straight Connector 549">
            <a:extLst>
              <a:ext uri="{FF2B5EF4-FFF2-40B4-BE49-F238E27FC236}">
                <a16:creationId xmlns:a16="http://schemas.microsoft.com/office/drawing/2014/main" id="{889FE9ED-2B51-F3C3-FA77-893D112F5968}"/>
              </a:ext>
            </a:extLst>
          </p:cNvPr>
          <p:cNvCxnSpPr>
            <a:cxnSpLocks/>
            <a:stCxn id="488" idx="3"/>
            <a:endCxn id="512" idx="1"/>
          </p:cNvCxnSpPr>
          <p:nvPr/>
        </p:nvCxnSpPr>
        <p:spPr>
          <a:xfrm flipV="1">
            <a:off x="1292227" y="3099580"/>
            <a:ext cx="2548253" cy="2373955"/>
          </a:xfrm>
          <a:prstGeom prst="bentConnector3">
            <a:avLst>
              <a:gd name="adj1" fmla="val 91549"/>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556" name="Connector: Elbow 555">
            <a:extLst>
              <a:ext uri="{FF2B5EF4-FFF2-40B4-BE49-F238E27FC236}">
                <a16:creationId xmlns:a16="http://schemas.microsoft.com/office/drawing/2014/main" id="{17FBEFDD-28C1-94DB-8761-9BD9249709CD}"/>
              </a:ext>
            </a:extLst>
          </p:cNvPr>
          <p:cNvCxnSpPr>
            <a:cxnSpLocks/>
            <a:stCxn id="326" idx="3"/>
            <a:endCxn id="513" idx="1"/>
          </p:cNvCxnSpPr>
          <p:nvPr/>
        </p:nvCxnSpPr>
        <p:spPr>
          <a:xfrm flipV="1">
            <a:off x="2100141" y="3995721"/>
            <a:ext cx="1740339" cy="3672374"/>
          </a:xfrm>
          <a:prstGeom prst="bentConnector3">
            <a:avLst>
              <a:gd name="adj1" fmla="val 92171"/>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565" name="Connector: Elbow 564">
            <a:extLst>
              <a:ext uri="{FF2B5EF4-FFF2-40B4-BE49-F238E27FC236}">
                <a16:creationId xmlns:a16="http://schemas.microsoft.com/office/drawing/2014/main" id="{F274FF41-671D-CF9E-7F86-E22B8144400D}"/>
              </a:ext>
            </a:extLst>
          </p:cNvPr>
          <p:cNvCxnSpPr>
            <a:stCxn id="28" idx="2"/>
            <a:endCxn id="12" idx="0"/>
          </p:cNvCxnSpPr>
          <p:nvPr/>
        </p:nvCxnSpPr>
        <p:spPr>
          <a:xfrm rot="16200000" flipH="1">
            <a:off x="5549608" y="2703047"/>
            <a:ext cx="261031" cy="2153"/>
          </a:xfrm>
          <a:prstGeom prst="bentConnector3">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566" name="Connector: Elbow 565">
            <a:extLst>
              <a:ext uri="{FF2B5EF4-FFF2-40B4-BE49-F238E27FC236}">
                <a16:creationId xmlns:a16="http://schemas.microsoft.com/office/drawing/2014/main" id="{189587FC-9AFA-C56F-82DF-7BE506E32334}"/>
              </a:ext>
            </a:extLst>
          </p:cNvPr>
          <p:cNvCxnSpPr>
            <a:cxnSpLocks/>
            <a:stCxn id="20" idx="2"/>
            <a:endCxn id="15" idx="0"/>
          </p:cNvCxnSpPr>
          <p:nvPr/>
        </p:nvCxnSpPr>
        <p:spPr>
          <a:xfrm rot="16200000" flipH="1">
            <a:off x="6777668" y="2684172"/>
            <a:ext cx="288585" cy="12350"/>
          </a:xfrm>
          <a:prstGeom prst="bentConnector3">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569" name="Connector: Elbow 568">
            <a:extLst>
              <a:ext uri="{FF2B5EF4-FFF2-40B4-BE49-F238E27FC236}">
                <a16:creationId xmlns:a16="http://schemas.microsoft.com/office/drawing/2014/main" id="{C648418A-9600-9E5C-778F-D1FD96346F94}"/>
              </a:ext>
            </a:extLst>
          </p:cNvPr>
          <p:cNvCxnSpPr>
            <a:cxnSpLocks/>
            <a:stCxn id="24" idx="2"/>
            <a:endCxn id="18" idx="0"/>
          </p:cNvCxnSpPr>
          <p:nvPr/>
        </p:nvCxnSpPr>
        <p:spPr>
          <a:xfrm rot="16200000" flipH="1">
            <a:off x="8050345" y="2680382"/>
            <a:ext cx="302822" cy="5694"/>
          </a:xfrm>
          <a:prstGeom prst="bentConnector3">
            <a:avLst>
              <a:gd name="adj1" fmla="val 50000"/>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572" name="Connector: Elbow 571">
            <a:extLst>
              <a:ext uri="{FF2B5EF4-FFF2-40B4-BE49-F238E27FC236}">
                <a16:creationId xmlns:a16="http://schemas.microsoft.com/office/drawing/2014/main" id="{0B15C6E8-1347-2C75-176E-309DC5D9077F}"/>
              </a:ext>
            </a:extLst>
          </p:cNvPr>
          <p:cNvCxnSpPr>
            <a:cxnSpLocks/>
            <a:stCxn id="12" idx="2"/>
          </p:cNvCxnSpPr>
          <p:nvPr/>
        </p:nvCxnSpPr>
        <p:spPr>
          <a:xfrm rot="16200000" flipH="1">
            <a:off x="5570266" y="3539329"/>
            <a:ext cx="223234" cy="1366"/>
          </a:xfrm>
          <a:prstGeom prst="bentConnector3">
            <a:avLst>
              <a:gd name="adj1" fmla="val 50000"/>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575" name="Connector: Elbow 574">
            <a:extLst>
              <a:ext uri="{FF2B5EF4-FFF2-40B4-BE49-F238E27FC236}">
                <a16:creationId xmlns:a16="http://schemas.microsoft.com/office/drawing/2014/main" id="{25D4E70D-5A32-FEBA-309F-FDC24EAD1747}"/>
              </a:ext>
            </a:extLst>
          </p:cNvPr>
          <p:cNvCxnSpPr>
            <a:cxnSpLocks/>
            <a:stCxn id="15" idx="2"/>
          </p:cNvCxnSpPr>
          <p:nvPr/>
        </p:nvCxnSpPr>
        <p:spPr>
          <a:xfrm rot="5400000">
            <a:off x="6822937" y="3533593"/>
            <a:ext cx="210396" cy="0"/>
          </a:xfrm>
          <a:prstGeom prst="bentConnector3">
            <a:avLst>
              <a:gd name="adj1" fmla="val 50000"/>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261" name="Connector: Elbow 260">
            <a:extLst>
              <a:ext uri="{FF2B5EF4-FFF2-40B4-BE49-F238E27FC236}">
                <a16:creationId xmlns:a16="http://schemas.microsoft.com/office/drawing/2014/main" id="{C458A771-B9C8-CF31-4AF9-C48AF26C9A6F}"/>
              </a:ext>
            </a:extLst>
          </p:cNvPr>
          <p:cNvCxnSpPr>
            <a:cxnSpLocks/>
            <a:stCxn id="18" idx="2"/>
          </p:cNvCxnSpPr>
          <p:nvPr/>
        </p:nvCxnSpPr>
        <p:spPr>
          <a:xfrm rot="5400000">
            <a:off x="8099447" y="3533551"/>
            <a:ext cx="210312" cy="0"/>
          </a:xfrm>
          <a:prstGeom prst="bentConnector3">
            <a:avLst>
              <a:gd name="adj1" fmla="val 50000"/>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355" name="Connector: Elbow 354">
            <a:extLst>
              <a:ext uri="{FF2B5EF4-FFF2-40B4-BE49-F238E27FC236}">
                <a16:creationId xmlns:a16="http://schemas.microsoft.com/office/drawing/2014/main" id="{E481BCF5-441D-2F21-AF62-230F42D166A0}"/>
              </a:ext>
            </a:extLst>
          </p:cNvPr>
          <p:cNvCxnSpPr>
            <a:cxnSpLocks/>
            <a:endCxn id="369" idx="1"/>
          </p:cNvCxnSpPr>
          <p:nvPr/>
        </p:nvCxnSpPr>
        <p:spPr>
          <a:xfrm rot="16200000" flipH="1">
            <a:off x="5457123" y="4535855"/>
            <a:ext cx="664634" cy="213754"/>
          </a:xfrm>
          <a:prstGeom prst="bentConnector2">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sp>
        <p:nvSpPr>
          <p:cNvPr id="369" name="TextBox 368">
            <a:extLst>
              <a:ext uri="{FF2B5EF4-FFF2-40B4-BE49-F238E27FC236}">
                <a16:creationId xmlns:a16="http://schemas.microsoft.com/office/drawing/2014/main" id="{F408071B-0623-4FDE-544A-2D81799291ED}"/>
              </a:ext>
            </a:extLst>
          </p:cNvPr>
          <p:cNvSpPr txBox="1"/>
          <p:nvPr/>
        </p:nvSpPr>
        <p:spPr>
          <a:xfrm>
            <a:off x="5896317" y="4604475"/>
            <a:ext cx="2124618" cy="74114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a:p>
            <a:pPr marL="0" marR="0" indent="0" algn="l" defTabSz="584200" rtl="0" fontAlgn="auto" latinLnBrk="0" hangingPunct="0">
              <a:lnSpc>
                <a:spcPct val="100000"/>
              </a:lnSpc>
              <a:spcBef>
                <a:spcPts val="200"/>
              </a:spcBef>
              <a:spcAft>
                <a:spcPts val="0"/>
              </a:spcAft>
              <a:buClrTx/>
              <a:buSzTx/>
              <a:buFontTx/>
              <a:buNone/>
              <a:tabLst/>
            </a:pPr>
            <a:endParaRPr lang="en-US" dirty="0"/>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cxnSp>
        <p:nvCxnSpPr>
          <p:cNvPr id="382" name="Connector: Elbow 381">
            <a:extLst>
              <a:ext uri="{FF2B5EF4-FFF2-40B4-BE49-F238E27FC236}">
                <a16:creationId xmlns:a16="http://schemas.microsoft.com/office/drawing/2014/main" id="{F8DB6194-64EF-EF89-A661-C8D371F0F56A}"/>
              </a:ext>
            </a:extLst>
          </p:cNvPr>
          <p:cNvCxnSpPr>
            <a:cxnSpLocks/>
            <a:endCxn id="369" idx="0"/>
          </p:cNvCxnSpPr>
          <p:nvPr/>
        </p:nvCxnSpPr>
        <p:spPr>
          <a:xfrm rot="16200000" flipH="1">
            <a:off x="6776146" y="4452487"/>
            <a:ext cx="303976" cy="0"/>
          </a:xfrm>
          <a:prstGeom prst="bentConnector3">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425" name="Connector: Elbow 424">
            <a:extLst>
              <a:ext uri="{FF2B5EF4-FFF2-40B4-BE49-F238E27FC236}">
                <a16:creationId xmlns:a16="http://schemas.microsoft.com/office/drawing/2014/main" id="{DF96DCAF-7A15-2458-B9E4-A232AFD2D8BB}"/>
              </a:ext>
            </a:extLst>
          </p:cNvPr>
          <p:cNvCxnSpPr>
            <a:cxnSpLocks/>
            <a:endCxn id="369" idx="3"/>
          </p:cNvCxnSpPr>
          <p:nvPr/>
        </p:nvCxnSpPr>
        <p:spPr>
          <a:xfrm rot="5400000">
            <a:off x="7747432" y="4530189"/>
            <a:ext cx="718364" cy="171357"/>
          </a:xfrm>
          <a:prstGeom prst="bentConnector2">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433" name="Connector: Elbow 432">
            <a:extLst>
              <a:ext uri="{FF2B5EF4-FFF2-40B4-BE49-F238E27FC236}">
                <a16:creationId xmlns:a16="http://schemas.microsoft.com/office/drawing/2014/main" id="{2F05E601-94EE-AD57-E695-339F28AEB042}"/>
              </a:ext>
            </a:extLst>
          </p:cNvPr>
          <p:cNvCxnSpPr>
            <a:cxnSpLocks/>
          </p:cNvCxnSpPr>
          <p:nvPr/>
        </p:nvCxnSpPr>
        <p:spPr>
          <a:xfrm rot="5400000">
            <a:off x="6675120" y="6223177"/>
            <a:ext cx="580803" cy="0"/>
          </a:xfrm>
          <a:prstGeom prst="bentConnector3">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436" name="Connector: Elbow 435">
            <a:extLst>
              <a:ext uri="{FF2B5EF4-FFF2-40B4-BE49-F238E27FC236}">
                <a16:creationId xmlns:a16="http://schemas.microsoft.com/office/drawing/2014/main" id="{434584EA-C5DF-4066-279F-D4298CDC6CBB}"/>
              </a:ext>
            </a:extLst>
          </p:cNvPr>
          <p:cNvCxnSpPr>
            <a:cxnSpLocks/>
            <a:stCxn id="440" idx="1"/>
          </p:cNvCxnSpPr>
          <p:nvPr/>
        </p:nvCxnSpPr>
        <p:spPr>
          <a:xfrm rot="10800000" flipV="1">
            <a:off x="5466126" y="5555851"/>
            <a:ext cx="439624" cy="591063"/>
          </a:xfrm>
          <a:prstGeom prst="bentConnector2">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sp>
        <p:nvSpPr>
          <p:cNvPr id="440" name="TextBox 439">
            <a:extLst>
              <a:ext uri="{FF2B5EF4-FFF2-40B4-BE49-F238E27FC236}">
                <a16:creationId xmlns:a16="http://schemas.microsoft.com/office/drawing/2014/main" id="{5793ADFD-CCB8-8A89-70D9-D9892CABE987}"/>
              </a:ext>
            </a:extLst>
          </p:cNvPr>
          <p:cNvSpPr txBox="1"/>
          <p:nvPr/>
        </p:nvSpPr>
        <p:spPr>
          <a:xfrm>
            <a:off x="5905750" y="5185278"/>
            <a:ext cx="2124618" cy="74114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a:p>
            <a:pPr marL="0" marR="0" indent="0" algn="l" defTabSz="584200" rtl="0" fontAlgn="auto" latinLnBrk="0" hangingPunct="0">
              <a:lnSpc>
                <a:spcPct val="100000"/>
              </a:lnSpc>
              <a:spcBef>
                <a:spcPts val="200"/>
              </a:spcBef>
              <a:spcAft>
                <a:spcPts val="0"/>
              </a:spcAft>
              <a:buClrTx/>
              <a:buSzTx/>
              <a:buFontTx/>
              <a:buNone/>
              <a:tabLst/>
            </a:pPr>
            <a:endParaRPr lang="en-US" dirty="0"/>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cxnSp>
        <p:nvCxnSpPr>
          <p:cNvPr id="576" name="Connector: Elbow 575">
            <a:extLst>
              <a:ext uri="{FF2B5EF4-FFF2-40B4-BE49-F238E27FC236}">
                <a16:creationId xmlns:a16="http://schemas.microsoft.com/office/drawing/2014/main" id="{B3C20A9D-8742-1C1F-A519-76E6D3EDA865}"/>
              </a:ext>
            </a:extLst>
          </p:cNvPr>
          <p:cNvCxnSpPr>
            <a:cxnSpLocks/>
            <a:stCxn id="440" idx="3"/>
          </p:cNvCxnSpPr>
          <p:nvPr/>
        </p:nvCxnSpPr>
        <p:spPr>
          <a:xfrm>
            <a:off x="8030368" y="5555852"/>
            <a:ext cx="542787" cy="893070"/>
          </a:xfrm>
          <a:prstGeom prst="bentConnector2">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580" name="Connector: Elbow 579">
            <a:extLst>
              <a:ext uri="{FF2B5EF4-FFF2-40B4-BE49-F238E27FC236}">
                <a16:creationId xmlns:a16="http://schemas.microsoft.com/office/drawing/2014/main" id="{9E2E05B6-082A-A05B-5F99-23C32DEDA2A8}"/>
              </a:ext>
            </a:extLst>
          </p:cNvPr>
          <p:cNvCxnSpPr>
            <a:cxnSpLocks/>
            <a:endCxn id="258" idx="1"/>
          </p:cNvCxnSpPr>
          <p:nvPr/>
        </p:nvCxnSpPr>
        <p:spPr>
          <a:xfrm>
            <a:off x="5705594" y="7554120"/>
            <a:ext cx="1064272" cy="896502"/>
          </a:xfrm>
          <a:prstGeom prst="bentConnector3">
            <a:avLst>
              <a:gd name="adj1" fmla="val -119"/>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583" name="Connector: Elbow 582">
            <a:extLst>
              <a:ext uri="{FF2B5EF4-FFF2-40B4-BE49-F238E27FC236}">
                <a16:creationId xmlns:a16="http://schemas.microsoft.com/office/drawing/2014/main" id="{020176F5-FC7D-60E6-3F82-649F019E37BE}"/>
              </a:ext>
            </a:extLst>
          </p:cNvPr>
          <p:cNvCxnSpPr>
            <a:cxnSpLocks/>
          </p:cNvCxnSpPr>
          <p:nvPr/>
        </p:nvCxnSpPr>
        <p:spPr>
          <a:xfrm rot="5400000">
            <a:off x="6583680" y="7835471"/>
            <a:ext cx="800034" cy="0"/>
          </a:xfrm>
          <a:prstGeom prst="bentConnector3">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588" name="Connector: Elbow 587">
            <a:extLst>
              <a:ext uri="{FF2B5EF4-FFF2-40B4-BE49-F238E27FC236}">
                <a16:creationId xmlns:a16="http://schemas.microsoft.com/office/drawing/2014/main" id="{E7CE68B9-2A64-7B5F-A49F-EE5DE157C86C}"/>
              </a:ext>
            </a:extLst>
          </p:cNvPr>
          <p:cNvCxnSpPr>
            <a:cxnSpLocks/>
            <a:endCxn id="258" idx="3"/>
          </p:cNvCxnSpPr>
          <p:nvPr/>
        </p:nvCxnSpPr>
        <p:spPr>
          <a:xfrm rot="10800000" flipV="1">
            <a:off x="7276368" y="7477246"/>
            <a:ext cx="1371600" cy="973376"/>
          </a:xfrm>
          <a:prstGeom prst="bentConnector3">
            <a:avLst>
              <a:gd name="adj1" fmla="val 1055"/>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grpSp>
        <p:nvGrpSpPr>
          <p:cNvPr id="31" name="Group 30">
            <a:extLst>
              <a:ext uri="{FF2B5EF4-FFF2-40B4-BE49-F238E27FC236}">
                <a16:creationId xmlns:a16="http://schemas.microsoft.com/office/drawing/2014/main" id="{8647FB9C-D8FA-4001-B1D2-B3657701513D}"/>
              </a:ext>
            </a:extLst>
          </p:cNvPr>
          <p:cNvGrpSpPr/>
          <p:nvPr/>
        </p:nvGrpSpPr>
        <p:grpSpPr>
          <a:xfrm>
            <a:off x="4743746" y="6200121"/>
            <a:ext cx="1467990" cy="1268806"/>
            <a:chOff x="4743746" y="6200121"/>
            <a:chExt cx="1467990" cy="1268806"/>
          </a:xfrm>
        </p:grpSpPr>
        <p:grpSp>
          <p:nvGrpSpPr>
            <p:cNvPr id="373" name="Google Shape;156;p1">
              <a:extLst>
                <a:ext uri="{FF2B5EF4-FFF2-40B4-BE49-F238E27FC236}">
                  <a16:creationId xmlns:a16="http://schemas.microsoft.com/office/drawing/2014/main" id="{BDC09C9D-132F-7914-DAC2-87355B91B2FB}"/>
                </a:ext>
              </a:extLst>
            </p:cNvPr>
            <p:cNvGrpSpPr/>
            <p:nvPr/>
          </p:nvGrpSpPr>
          <p:grpSpPr>
            <a:xfrm>
              <a:off x="4743746" y="6633828"/>
              <a:ext cx="1467990" cy="835099"/>
              <a:chOff x="10592773" y="5229745"/>
              <a:chExt cx="3298954" cy="1741391"/>
            </a:xfrm>
          </p:grpSpPr>
          <p:sp>
            <p:nvSpPr>
              <p:cNvPr id="374" name="Google Shape;157;p1">
                <a:extLst>
                  <a:ext uri="{FF2B5EF4-FFF2-40B4-BE49-F238E27FC236}">
                    <a16:creationId xmlns:a16="http://schemas.microsoft.com/office/drawing/2014/main" id="{BC50F154-031F-179A-51F4-EFA1E477332B}"/>
                  </a:ext>
                </a:extLst>
              </p:cNvPr>
              <p:cNvSpPr/>
              <p:nvPr/>
            </p:nvSpPr>
            <p:spPr>
              <a:xfrm>
                <a:off x="12237743" y="5550161"/>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75" name="Google Shape;158;p1">
                <a:extLst>
                  <a:ext uri="{FF2B5EF4-FFF2-40B4-BE49-F238E27FC236}">
                    <a16:creationId xmlns:a16="http://schemas.microsoft.com/office/drawing/2014/main" id="{4ECB97E3-9D9C-43D5-D888-99C2B0A33512}"/>
                  </a:ext>
                </a:extLst>
              </p:cNvPr>
              <p:cNvSpPr/>
              <p:nvPr/>
            </p:nvSpPr>
            <p:spPr>
              <a:xfrm>
                <a:off x="12990609" y="5398089"/>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76" name="Google Shape;159;p1">
                <a:extLst>
                  <a:ext uri="{FF2B5EF4-FFF2-40B4-BE49-F238E27FC236}">
                    <a16:creationId xmlns:a16="http://schemas.microsoft.com/office/drawing/2014/main" id="{6F0EECA8-2F5F-6328-88BA-775B5C0939B3}"/>
                  </a:ext>
                </a:extLst>
              </p:cNvPr>
              <p:cNvSpPr/>
              <p:nvPr/>
            </p:nvSpPr>
            <p:spPr>
              <a:xfrm>
                <a:off x="13329043" y="522974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77" name="Google Shape;160;p1">
                <a:extLst>
                  <a:ext uri="{FF2B5EF4-FFF2-40B4-BE49-F238E27FC236}">
                    <a16:creationId xmlns:a16="http://schemas.microsoft.com/office/drawing/2014/main" id="{00640BFA-3D23-00B8-6D1A-BEC555CD3E9F}"/>
                  </a:ext>
                </a:extLst>
              </p:cNvPr>
              <p:cNvSpPr/>
              <p:nvPr/>
            </p:nvSpPr>
            <p:spPr>
              <a:xfrm>
                <a:off x="13317282" y="5522084"/>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78" name="Google Shape;161;p1">
                <a:extLst>
                  <a:ext uri="{FF2B5EF4-FFF2-40B4-BE49-F238E27FC236}">
                    <a16:creationId xmlns:a16="http://schemas.microsoft.com/office/drawing/2014/main" id="{8275E0F8-FC24-804C-FC38-762752C06019}"/>
                  </a:ext>
                </a:extLst>
              </p:cNvPr>
              <p:cNvSpPr/>
              <p:nvPr/>
            </p:nvSpPr>
            <p:spPr>
              <a:xfrm>
                <a:off x="13699427" y="5306906"/>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79" name="Google Shape;162;p1">
                <a:extLst>
                  <a:ext uri="{FF2B5EF4-FFF2-40B4-BE49-F238E27FC236}">
                    <a16:creationId xmlns:a16="http://schemas.microsoft.com/office/drawing/2014/main" id="{20C68E01-E92F-E760-C17D-3B33B1BF2CA1}"/>
                  </a:ext>
                </a:extLst>
              </p:cNvPr>
              <p:cNvSpPr/>
              <p:nvPr/>
            </p:nvSpPr>
            <p:spPr>
              <a:xfrm>
                <a:off x="12990598" y="5644267"/>
                <a:ext cx="192300" cy="198000"/>
              </a:xfrm>
              <a:prstGeom prst="ellipse">
                <a:avLst/>
              </a:prstGeom>
              <a:solidFill>
                <a:schemeClr val="accent3"/>
              </a:solidFill>
              <a:ln w="9525" cap="flat" cmpd="sng">
                <a:solidFill>
                  <a:srgbClr val="262626"/>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80" name="Google Shape;163;p1">
                <a:extLst>
                  <a:ext uri="{FF2B5EF4-FFF2-40B4-BE49-F238E27FC236}">
                    <a16:creationId xmlns:a16="http://schemas.microsoft.com/office/drawing/2014/main" id="{9955C53A-022D-F0E7-AB94-100463C8B5E3}"/>
                  </a:ext>
                </a:extLst>
              </p:cNvPr>
              <p:cNvSpPr/>
              <p:nvPr/>
            </p:nvSpPr>
            <p:spPr>
              <a:xfrm>
                <a:off x="13261106" y="6564434"/>
                <a:ext cx="328200" cy="336900"/>
              </a:xfrm>
              <a:prstGeom prst="ellipse">
                <a:avLst/>
              </a:prstGeom>
              <a:solidFill>
                <a:schemeClr val="tx1"/>
              </a:solidFill>
              <a:ln w="9525" cap="flat" cmpd="sng">
                <a:solidFill>
                  <a:srgbClr val="000000"/>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81" name="Google Shape;164;p1">
                <a:extLst>
                  <a:ext uri="{FF2B5EF4-FFF2-40B4-BE49-F238E27FC236}">
                    <a16:creationId xmlns:a16="http://schemas.microsoft.com/office/drawing/2014/main" id="{4D7A62A7-0C2A-AE4A-780B-8FFB0718DDB2}"/>
                  </a:ext>
                </a:extLst>
              </p:cNvPr>
              <p:cNvSpPr/>
              <p:nvPr/>
            </p:nvSpPr>
            <p:spPr>
              <a:xfrm>
                <a:off x="12889483" y="6773136"/>
                <a:ext cx="192300" cy="198000"/>
              </a:xfrm>
              <a:prstGeom prst="ellipse">
                <a:avLst/>
              </a:prstGeom>
              <a:solidFill>
                <a:schemeClr val="tx1"/>
              </a:solidFill>
              <a:ln w="9525" cap="flat" cmpd="sng">
                <a:solidFill>
                  <a:srgbClr val="000000"/>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83" name="Google Shape;165;p1">
                <a:extLst>
                  <a:ext uri="{FF2B5EF4-FFF2-40B4-BE49-F238E27FC236}">
                    <a16:creationId xmlns:a16="http://schemas.microsoft.com/office/drawing/2014/main" id="{CFC23351-7B1A-37A7-0E50-159AB3166A17}"/>
                  </a:ext>
                </a:extLst>
              </p:cNvPr>
              <p:cNvSpPr/>
              <p:nvPr/>
            </p:nvSpPr>
            <p:spPr>
              <a:xfrm>
                <a:off x="13324166" y="6099152"/>
                <a:ext cx="192300" cy="198000"/>
              </a:xfrm>
              <a:prstGeom prst="ellipse">
                <a:avLst/>
              </a:prstGeom>
              <a:solidFill>
                <a:schemeClr val="accent3"/>
              </a:solidFill>
              <a:ln w="9525" cap="flat" cmpd="sng">
                <a:solidFill>
                  <a:srgbClr val="000000"/>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85" name="Google Shape;166;p1">
                <a:extLst>
                  <a:ext uri="{FF2B5EF4-FFF2-40B4-BE49-F238E27FC236}">
                    <a16:creationId xmlns:a16="http://schemas.microsoft.com/office/drawing/2014/main" id="{7282C0EE-6CBD-064E-1BDB-950A1FEF7A66}"/>
                  </a:ext>
                </a:extLst>
              </p:cNvPr>
              <p:cNvSpPr/>
              <p:nvPr/>
            </p:nvSpPr>
            <p:spPr>
              <a:xfrm>
                <a:off x="11468140" y="5576165"/>
                <a:ext cx="305700" cy="308400"/>
              </a:xfrm>
              <a:prstGeom prst="ellipse">
                <a:avLst/>
              </a:prstGeom>
              <a:solidFill>
                <a:srgbClr val="E4E4E3"/>
              </a:solidFill>
              <a:ln w="179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86" name="Google Shape;167;p1">
                <a:extLst>
                  <a:ext uri="{FF2B5EF4-FFF2-40B4-BE49-F238E27FC236}">
                    <a16:creationId xmlns:a16="http://schemas.microsoft.com/office/drawing/2014/main" id="{BAFAB26C-9E9E-0532-DC27-FF16DF9C0093}"/>
                  </a:ext>
                </a:extLst>
              </p:cNvPr>
              <p:cNvSpPr/>
              <p:nvPr/>
            </p:nvSpPr>
            <p:spPr>
              <a:xfrm>
                <a:off x="10719482" y="592538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87" name="Google Shape;168;p1">
                <a:extLst>
                  <a:ext uri="{FF2B5EF4-FFF2-40B4-BE49-F238E27FC236}">
                    <a16:creationId xmlns:a16="http://schemas.microsoft.com/office/drawing/2014/main" id="{57D3BB21-9AD3-DE0E-C4BD-B131F35777C9}"/>
                  </a:ext>
                </a:extLst>
              </p:cNvPr>
              <p:cNvSpPr/>
              <p:nvPr/>
            </p:nvSpPr>
            <p:spPr>
              <a:xfrm>
                <a:off x="11061232" y="5405652"/>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88" name="Google Shape;169;p1">
                <a:extLst>
                  <a:ext uri="{FF2B5EF4-FFF2-40B4-BE49-F238E27FC236}">
                    <a16:creationId xmlns:a16="http://schemas.microsoft.com/office/drawing/2014/main" id="{A782F540-7FC9-DF3D-F165-D8D152848118}"/>
                  </a:ext>
                </a:extLst>
              </p:cNvPr>
              <p:cNvSpPr/>
              <p:nvPr/>
            </p:nvSpPr>
            <p:spPr>
              <a:xfrm>
                <a:off x="10592773" y="6139937"/>
                <a:ext cx="274500" cy="2763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89" name="Google Shape;170;p1">
                <a:extLst>
                  <a:ext uri="{FF2B5EF4-FFF2-40B4-BE49-F238E27FC236}">
                    <a16:creationId xmlns:a16="http://schemas.microsoft.com/office/drawing/2014/main" id="{800A3974-2421-1AA8-A5D6-17A2BE9AB7CC}"/>
                  </a:ext>
                </a:extLst>
              </p:cNvPr>
              <p:cNvSpPr/>
              <p:nvPr/>
            </p:nvSpPr>
            <p:spPr>
              <a:xfrm>
                <a:off x="11037864" y="6333062"/>
                <a:ext cx="192300" cy="198000"/>
              </a:xfrm>
              <a:prstGeom prst="ellipse">
                <a:avLst/>
              </a:prstGeom>
              <a:solidFill>
                <a:srgbClr val="D9D9D9"/>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sp>
            <p:nvSpPr>
              <p:cNvPr id="390" name="Google Shape;171;p1">
                <a:extLst>
                  <a:ext uri="{FF2B5EF4-FFF2-40B4-BE49-F238E27FC236}">
                    <a16:creationId xmlns:a16="http://schemas.microsoft.com/office/drawing/2014/main" id="{4E4768CE-4A3C-BC3C-2C84-79CDC149B7D8}"/>
                  </a:ext>
                </a:extLst>
              </p:cNvPr>
              <p:cNvSpPr/>
              <p:nvPr/>
            </p:nvSpPr>
            <p:spPr>
              <a:xfrm>
                <a:off x="11449106" y="6300040"/>
                <a:ext cx="553500" cy="567900"/>
              </a:xfrm>
              <a:prstGeom prst="ellipse">
                <a:avLst/>
              </a:prstGeom>
              <a:solidFill>
                <a:srgbClr val="FFE599"/>
              </a:solidFill>
              <a:ln w="26900" cap="flat" cmpd="sng">
                <a:solidFill>
                  <a:schemeClr val="dk2"/>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cxnSp>
            <p:nvCxnSpPr>
              <p:cNvPr id="391" name="Google Shape;172;p1">
                <a:extLst>
                  <a:ext uri="{FF2B5EF4-FFF2-40B4-BE49-F238E27FC236}">
                    <a16:creationId xmlns:a16="http://schemas.microsoft.com/office/drawing/2014/main" id="{DB8E1FCF-EC6F-8205-7512-2BA7B42B3AF5}"/>
                  </a:ext>
                </a:extLst>
              </p:cNvPr>
              <p:cNvCxnSpPr>
                <a:stCxn id="374" idx="2"/>
                <a:endCxn id="385" idx="6"/>
              </p:cNvCxnSpPr>
              <p:nvPr/>
            </p:nvCxnSpPr>
            <p:spPr>
              <a:xfrm flipH="1">
                <a:off x="11773943" y="5649161"/>
                <a:ext cx="463800" cy="81300"/>
              </a:xfrm>
              <a:prstGeom prst="straightConnector1">
                <a:avLst/>
              </a:prstGeom>
              <a:noFill/>
              <a:ln w="9525" cap="flat" cmpd="sng">
                <a:solidFill>
                  <a:srgbClr val="CCCCCC"/>
                </a:solidFill>
                <a:prstDash val="solid"/>
                <a:round/>
                <a:headEnd type="none" w="sm" len="sm"/>
                <a:tailEnd type="stealth" w="med" len="med"/>
              </a:ln>
            </p:spPr>
          </p:cxnSp>
          <p:cxnSp>
            <p:nvCxnSpPr>
              <p:cNvPr id="392" name="Google Shape;173;p1">
                <a:extLst>
                  <a:ext uri="{FF2B5EF4-FFF2-40B4-BE49-F238E27FC236}">
                    <a16:creationId xmlns:a16="http://schemas.microsoft.com/office/drawing/2014/main" id="{A882723A-C7B4-F531-D64C-C5E1E65F9A58}"/>
                  </a:ext>
                </a:extLst>
              </p:cNvPr>
              <p:cNvCxnSpPr>
                <a:stCxn id="385" idx="2"/>
                <a:endCxn id="403" idx="6"/>
              </p:cNvCxnSpPr>
              <p:nvPr/>
            </p:nvCxnSpPr>
            <p:spPr>
              <a:xfrm flipH="1">
                <a:off x="11113540" y="5730365"/>
                <a:ext cx="354600" cy="30600"/>
              </a:xfrm>
              <a:prstGeom prst="straightConnector1">
                <a:avLst/>
              </a:prstGeom>
              <a:noFill/>
              <a:ln w="9525" cap="flat" cmpd="sng">
                <a:solidFill>
                  <a:srgbClr val="CCCCCC"/>
                </a:solidFill>
                <a:prstDash val="solid"/>
                <a:round/>
                <a:headEnd type="none" w="sm" len="sm"/>
                <a:tailEnd type="stealth" w="med" len="med"/>
              </a:ln>
            </p:spPr>
          </p:cxnSp>
          <p:cxnSp>
            <p:nvCxnSpPr>
              <p:cNvPr id="393" name="Google Shape;175;p1">
                <a:extLst>
                  <a:ext uri="{FF2B5EF4-FFF2-40B4-BE49-F238E27FC236}">
                    <a16:creationId xmlns:a16="http://schemas.microsoft.com/office/drawing/2014/main" id="{40E8A6AB-DBDD-CE91-0B80-CC948611D658}"/>
                  </a:ext>
                </a:extLst>
              </p:cNvPr>
              <p:cNvCxnSpPr>
                <a:stCxn id="390" idx="1"/>
                <a:endCxn id="400" idx="5"/>
              </p:cNvCxnSpPr>
              <p:nvPr/>
            </p:nvCxnSpPr>
            <p:spPr>
              <a:xfrm rot="10800000">
                <a:off x="11390064" y="6170507"/>
                <a:ext cx="140100" cy="212700"/>
              </a:xfrm>
              <a:prstGeom prst="straightConnector1">
                <a:avLst/>
              </a:prstGeom>
              <a:noFill/>
              <a:ln w="9525" cap="flat" cmpd="sng">
                <a:solidFill>
                  <a:srgbClr val="CCCCCC"/>
                </a:solidFill>
                <a:prstDash val="solid"/>
                <a:round/>
                <a:headEnd type="none" w="sm" len="sm"/>
                <a:tailEnd type="stealth" w="med" len="med"/>
              </a:ln>
            </p:spPr>
          </p:cxnSp>
          <p:cxnSp>
            <p:nvCxnSpPr>
              <p:cNvPr id="394" name="Google Shape;177;p1">
                <a:extLst>
                  <a:ext uri="{FF2B5EF4-FFF2-40B4-BE49-F238E27FC236}">
                    <a16:creationId xmlns:a16="http://schemas.microsoft.com/office/drawing/2014/main" id="{16D2FD60-4B2B-699F-C8D8-2EAFAE7A1AD6}"/>
                  </a:ext>
                </a:extLst>
              </p:cNvPr>
              <p:cNvCxnSpPr>
                <a:stCxn id="390" idx="2"/>
                <a:endCxn id="389" idx="5"/>
              </p:cNvCxnSpPr>
              <p:nvPr/>
            </p:nvCxnSpPr>
            <p:spPr>
              <a:xfrm rot="10800000">
                <a:off x="11201906" y="6502090"/>
                <a:ext cx="247200" cy="81900"/>
              </a:xfrm>
              <a:prstGeom prst="straightConnector1">
                <a:avLst/>
              </a:prstGeom>
              <a:noFill/>
              <a:ln w="9525" cap="flat" cmpd="sng">
                <a:solidFill>
                  <a:srgbClr val="CCCCCC"/>
                </a:solidFill>
                <a:prstDash val="solid"/>
                <a:round/>
                <a:headEnd type="none" w="sm" len="sm"/>
                <a:tailEnd type="stealth" w="med" len="med"/>
              </a:ln>
            </p:spPr>
          </p:cxnSp>
          <p:cxnSp>
            <p:nvCxnSpPr>
              <p:cNvPr id="395" name="Google Shape;178;p1">
                <a:extLst>
                  <a:ext uri="{FF2B5EF4-FFF2-40B4-BE49-F238E27FC236}">
                    <a16:creationId xmlns:a16="http://schemas.microsoft.com/office/drawing/2014/main" id="{2C0CB17F-D675-F827-796A-C269536161D7}"/>
                  </a:ext>
                </a:extLst>
              </p:cNvPr>
              <p:cNvCxnSpPr>
                <a:stCxn id="389" idx="2"/>
                <a:endCxn id="388" idx="6"/>
              </p:cNvCxnSpPr>
              <p:nvPr/>
            </p:nvCxnSpPr>
            <p:spPr>
              <a:xfrm rot="10800000">
                <a:off x="10867164" y="6278162"/>
                <a:ext cx="170700" cy="153900"/>
              </a:xfrm>
              <a:prstGeom prst="straightConnector1">
                <a:avLst/>
              </a:prstGeom>
              <a:noFill/>
              <a:ln w="9525" cap="flat" cmpd="sng">
                <a:solidFill>
                  <a:srgbClr val="B7B7B7"/>
                </a:solidFill>
                <a:prstDash val="solid"/>
                <a:round/>
                <a:headEnd type="none" w="sm" len="sm"/>
                <a:tailEnd type="stealth" w="med" len="med"/>
              </a:ln>
            </p:spPr>
          </p:cxnSp>
          <p:cxnSp>
            <p:nvCxnSpPr>
              <p:cNvPr id="396" name="Google Shape;179;p1">
                <a:extLst>
                  <a:ext uri="{FF2B5EF4-FFF2-40B4-BE49-F238E27FC236}">
                    <a16:creationId xmlns:a16="http://schemas.microsoft.com/office/drawing/2014/main" id="{E62052B5-A7DE-1DD5-2172-8351704850B8}"/>
                  </a:ext>
                </a:extLst>
              </p:cNvPr>
              <p:cNvCxnSpPr>
                <a:stCxn id="400" idx="2"/>
                <a:endCxn id="386" idx="5"/>
              </p:cNvCxnSpPr>
              <p:nvPr/>
            </p:nvCxnSpPr>
            <p:spPr>
              <a:xfrm rot="10800000">
                <a:off x="10883737" y="6094319"/>
                <a:ext cx="342300" cy="6300"/>
              </a:xfrm>
              <a:prstGeom prst="straightConnector1">
                <a:avLst/>
              </a:prstGeom>
              <a:noFill/>
              <a:ln w="9525" cap="flat" cmpd="sng">
                <a:solidFill>
                  <a:srgbClr val="CCCCCC"/>
                </a:solidFill>
                <a:prstDash val="solid"/>
                <a:round/>
                <a:headEnd type="none" w="sm" len="sm"/>
                <a:tailEnd type="stealth" w="med" len="med"/>
              </a:ln>
            </p:spPr>
          </p:cxnSp>
          <p:cxnSp>
            <p:nvCxnSpPr>
              <p:cNvPr id="397" name="Google Shape;180;p1">
                <a:extLst>
                  <a:ext uri="{FF2B5EF4-FFF2-40B4-BE49-F238E27FC236}">
                    <a16:creationId xmlns:a16="http://schemas.microsoft.com/office/drawing/2014/main" id="{E8D509A2-0D8C-D6CD-B8F1-DD2997226B94}"/>
                  </a:ext>
                </a:extLst>
              </p:cNvPr>
              <p:cNvCxnSpPr>
                <a:stCxn id="385" idx="1"/>
                <a:endCxn id="387" idx="5"/>
              </p:cNvCxnSpPr>
              <p:nvPr/>
            </p:nvCxnSpPr>
            <p:spPr>
              <a:xfrm rot="10800000">
                <a:off x="11225509" y="5574529"/>
                <a:ext cx="287400" cy="46800"/>
              </a:xfrm>
              <a:prstGeom prst="straightConnector1">
                <a:avLst/>
              </a:prstGeom>
              <a:noFill/>
              <a:ln w="9525" cap="flat" cmpd="sng">
                <a:solidFill>
                  <a:srgbClr val="CCCCCC"/>
                </a:solidFill>
                <a:prstDash val="solid"/>
                <a:round/>
                <a:headEnd type="none" w="sm" len="sm"/>
                <a:tailEnd type="stealth" w="med" len="med"/>
              </a:ln>
            </p:spPr>
          </p:cxnSp>
          <p:cxnSp>
            <p:nvCxnSpPr>
              <p:cNvPr id="398" name="Google Shape;181;p1">
                <a:extLst>
                  <a:ext uri="{FF2B5EF4-FFF2-40B4-BE49-F238E27FC236}">
                    <a16:creationId xmlns:a16="http://schemas.microsoft.com/office/drawing/2014/main" id="{3E30938F-A341-433F-3055-C31FF767CC64}"/>
                  </a:ext>
                </a:extLst>
              </p:cNvPr>
              <p:cNvCxnSpPr>
                <a:stCxn id="411" idx="2"/>
                <a:endCxn id="400" idx="6"/>
              </p:cNvCxnSpPr>
              <p:nvPr/>
            </p:nvCxnSpPr>
            <p:spPr>
              <a:xfrm flipH="1">
                <a:off x="11418366" y="5897435"/>
                <a:ext cx="710100" cy="203100"/>
              </a:xfrm>
              <a:prstGeom prst="straightConnector1">
                <a:avLst/>
              </a:prstGeom>
              <a:noFill/>
              <a:ln w="9525" cap="flat" cmpd="sng">
                <a:solidFill>
                  <a:srgbClr val="CCCCCC"/>
                </a:solidFill>
                <a:prstDash val="solid"/>
                <a:round/>
                <a:headEnd type="none" w="sm" len="sm"/>
                <a:tailEnd type="stealth" w="med" len="med"/>
              </a:ln>
            </p:spPr>
          </p:cxnSp>
          <p:cxnSp>
            <p:nvCxnSpPr>
              <p:cNvPr id="399" name="Google Shape;183;p1">
                <a:extLst>
                  <a:ext uri="{FF2B5EF4-FFF2-40B4-BE49-F238E27FC236}">
                    <a16:creationId xmlns:a16="http://schemas.microsoft.com/office/drawing/2014/main" id="{D3B5F285-BD51-9242-8311-105F315C9168}"/>
                  </a:ext>
                </a:extLst>
              </p:cNvPr>
              <p:cNvCxnSpPr>
                <a:stCxn id="411" idx="2"/>
                <a:endCxn id="386" idx="6"/>
              </p:cNvCxnSpPr>
              <p:nvPr/>
            </p:nvCxnSpPr>
            <p:spPr>
              <a:xfrm flipH="1">
                <a:off x="10911666" y="5897435"/>
                <a:ext cx="1216800" cy="126900"/>
              </a:xfrm>
              <a:prstGeom prst="straightConnector1">
                <a:avLst/>
              </a:prstGeom>
              <a:noFill/>
              <a:ln w="9525" cap="flat" cmpd="sng">
                <a:solidFill>
                  <a:srgbClr val="CCCCCC"/>
                </a:solidFill>
                <a:prstDash val="solid"/>
                <a:round/>
                <a:headEnd type="none" w="sm" len="sm"/>
                <a:tailEnd type="stealth" w="med" len="med"/>
              </a:ln>
            </p:spPr>
          </p:cxnSp>
          <p:sp>
            <p:nvSpPr>
              <p:cNvPr id="400" name="Google Shape;176;p1">
                <a:extLst>
                  <a:ext uri="{FF2B5EF4-FFF2-40B4-BE49-F238E27FC236}">
                    <a16:creationId xmlns:a16="http://schemas.microsoft.com/office/drawing/2014/main" id="{C0A095AB-B9BE-B8F7-EB9B-B90475F70692}"/>
                  </a:ext>
                </a:extLst>
              </p:cNvPr>
              <p:cNvSpPr/>
              <p:nvPr/>
            </p:nvSpPr>
            <p:spPr>
              <a:xfrm>
                <a:off x="11226037" y="6001619"/>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cxnSp>
            <p:nvCxnSpPr>
              <p:cNvPr id="401" name="Google Shape;184;p1">
                <a:extLst>
                  <a:ext uri="{FF2B5EF4-FFF2-40B4-BE49-F238E27FC236}">
                    <a16:creationId xmlns:a16="http://schemas.microsoft.com/office/drawing/2014/main" id="{BC96D185-DEF5-77EA-DAE6-1C76D9F23DB4}"/>
                  </a:ext>
                </a:extLst>
              </p:cNvPr>
              <p:cNvCxnSpPr>
                <a:stCxn id="374" idx="2"/>
                <a:endCxn id="389" idx="7"/>
              </p:cNvCxnSpPr>
              <p:nvPr/>
            </p:nvCxnSpPr>
            <p:spPr>
              <a:xfrm flipH="1">
                <a:off x="11202143" y="5649161"/>
                <a:ext cx="1035600" cy="712800"/>
              </a:xfrm>
              <a:prstGeom prst="straightConnector1">
                <a:avLst/>
              </a:prstGeom>
              <a:noFill/>
              <a:ln w="9525" cap="flat" cmpd="sng">
                <a:solidFill>
                  <a:srgbClr val="CCCCCC"/>
                </a:solidFill>
                <a:prstDash val="solid"/>
                <a:round/>
                <a:headEnd type="none" w="sm" len="sm"/>
                <a:tailEnd type="stealth" w="med" len="med"/>
              </a:ln>
            </p:spPr>
          </p:cxnSp>
          <p:cxnSp>
            <p:nvCxnSpPr>
              <p:cNvPr id="402" name="Google Shape;185;p1">
                <a:extLst>
                  <a:ext uri="{FF2B5EF4-FFF2-40B4-BE49-F238E27FC236}">
                    <a16:creationId xmlns:a16="http://schemas.microsoft.com/office/drawing/2014/main" id="{E604A188-78FF-DE60-D012-522D665F3B67}"/>
                  </a:ext>
                </a:extLst>
              </p:cNvPr>
              <p:cNvCxnSpPr>
                <a:stCxn id="374" idx="5"/>
                <a:endCxn id="380" idx="1"/>
              </p:cNvCxnSpPr>
              <p:nvPr/>
            </p:nvCxnSpPr>
            <p:spPr>
              <a:xfrm>
                <a:off x="12401881" y="5719165"/>
                <a:ext cx="907200" cy="894600"/>
              </a:xfrm>
              <a:prstGeom prst="straightConnector1">
                <a:avLst/>
              </a:prstGeom>
              <a:noFill/>
              <a:ln w="17925" cap="flat" cmpd="sng">
                <a:solidFill>
                  <a:srgbClr val="D9D9D9"/>
                </a:solidFill>
                <a:prstDash val="solid"/>
                <a:round/>
                <a:headEnd type="none" w="sm" len="sm"/>
                <a:tailEnd type="stealth" w="med" len="med"/>
              </a:ln>
            </p:spPr>
          </p:cxnSp>
          <p:sp>
            <p:nvSpPr>
              <p:cNvPr id="403" name="Google Shape;174;p1">
                <a:extLst>
                  <a:ext uri="{FF2B5EF4-FFF2-40B4-BE49-F238E27FC236}">
                    <a16:creationId xmlns:a16="http://schemas.microsoft.com/office/drawing/2014/main" id="{32961F1C-AC74-8E11-0A7B-1C8848AEEF14}"/>
                  </a:ext>
                </a:extLst>
              </p:cNvPr>
              <p:cNvSpPr/>
              <p:nvPr/>
            </p:nvSpPr>
            <p:spPr>
              <a:xfrm>
                <a:off x="10921235" y="566202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cxnSp>
            <p:nvCxnSpPr>
              <p:cNvPr id="404" name="Google Shape;186;p1">
                <a:extLst>
                  <a:ext uri="{FF2B5EF4-FFF2-40B4-BE49-F238E27FC236}">
                    <a16:creationId xmlns:a16="http://schemas.microsoft.com/office/drawing/2014/main" id="{A8B4F513-5074-F07B-F35E-354510BB4E4F}"/>
                  </a:ext>
                </a:extLst>
              </p:cNvPr>
              <p:cNvCxnSpPr>
                <a:stCxn id="411" idx="2"/>
                <a:endCxn id="389" idx="6"/>
              </p:cNvCxnSpPr>
              <p:nvPr/>
            </p:nvCxnSpPr>
            <p:spPr>
              <a:xfrm flipH="1">
                <a:off x="11230266" y="5897435"/>
                <a:ext cx="898200" cy="534600"/>
              </a:xfrm>
              <a:prstGeom prst="straightConnector1">
                <a:avLst/>
              </a:prstGeom>
              <a:noFill/>
              <a:ln w="9525" cap="flat" cmpd="sng">
                <a:solidFill>
                  <a:srgbClr val="CCCCCC"/>
                </a:solidFill>
                <a:prstDash val="solid"/>
                <a:round/>
                <a:headEnd type="none" w="sm" len="sm"/>
                <a:tailEnd type="stealth" w="med" len="med"/>
              </a:ln>
            </p:spPr>
          </p:cxnSp>
          <p:cxnSp>
            <p:nvCxnSpPr>
              <p:cNvPr id="405" name="Google Shape;187;p1">
                <a:extLst>
                  <a:ext uri="{FF2B5EF4-FFF2-40B4-BE49-F238E27FC236}">
                    <a16:creationId xmlns:a16="http://schemas.microsoft.com/office/drawing/2014/main" id="{5A5A09E7-EA04-581E-BD8D-083E8306D8CD}"/>
                  </a:ext>
                </a:extLst>
              </p:cNvPr>
              <p:cNvCxnSpPr>
                <a:stCxn id="409" idx="6"/>
                <a:endCxn id="379" idx="2"/>
              </p:cNvCxnSpPr>
              <p:nvPr/>
            </p:nvCxnSpPr>
            <p:spPr>
              <a:xfrm rot="10800000" flipH="1">
                <a:off x="12553633" y="5743151"/>
                <a:ext cx="437100" cy="199800"/>
              </a:xfrm>
              <a:prstGeom prst="straightConnector1">
                <a:avLst/>
              </a:prstGeom>
              <a:noFill/>
              <a:ln w="38100" cap="flat" cmpd="sng">
                <a:solidFill>
                  <a:schemeClr val="accent1"/>
                </a:solidFill>
                <a:prstDash val="solid"/>
                <a:round/>
                <a:headEnd type="none" w="sm" len="sm"/>
                <a:tailEnd type="stealth" w="med" len="med"/>
              </a:ln>
            </p:spPr>
          </p:cxnSp>
          <p:cxnSp>
            <p:nvCxnSpPr>
              <p:cNvPr id="406" name="Google Shape;189;p1">
                <a:extLst>
                  <a:ext uri="{FF2B5EF4-FFF2-40B4-BE49-F238E27FC236}">
                    <a16:creationId xmlns:a16="http://schemas.microsoft.com/office/drawing/2014/main" id="{BBCAAF01-F47D-BEC4-8586-4A329FDF4B93}"/>
                  </a:ext>
                </a:extLst>
              </p:cNvPr>
              <p:cNvCxnSpPr>
                <a:stCxn id="379" idx="7"/>
                <a:endCxn id="377" idx="2"/>
              </p:cNvCxnSpPr>
              <p:nvPr/>
            </p:nvCxnSpPr>
            <p:spPr>
              <a:xfrm rot="10800000" flipH="1">
                <a:off x="13154736" y="5621063"/>
                <a:ext cx="162600" cy="52200"/>
              </a:xfrm>
              <a:prstGeom prst="straightConnector1">
                <a:avLst/>
              </a:prstGeom>
              <a:noFill/>
              <a:ln w="9525" cap="flat" cmpd="sng">
                <a:solidFill>
                  <a:srgbClr val="E4E4E3"/>
                </a:solidFill>
                <a:prstDash val="solid"/>
                <a:round/>
                <a:headEnd type="none" w="sm" len="sm"/>
                <a:tailEnd type="stealth" w="med" len="med"/>
              </a:ln>
            </p:spPr>
          </p:cxnSp>
          <p:cxnSp>
            <p:nvCxnSpPr>
              <p:cNvPr id="407" name="Google Shape;190;p1">
                <a:extLst>
                  <a:ext uri="{FF2B5EF4-FFF2-40B4-BE49-F238E27FC236}">
                    <a16:creationId xmlns:a16="http://schemas.microsoft.com/office/drawing/2014/main" id="{CD1B6A64-3EA5-2626-EE4B-0D84903B5CFA}"/>
                  </a:ext>
                </a:extLst>
              </p:cNvPr>
              <p:cNvCxnSpPr>
                <a:stCxn id="377" idx="6"/>
                <a:endCxn id="378" idx="2"/>
              </p:cNvCxnSpPr>
              <p:nvPr/>
            </p:nvCxnSpPr>
            <p:spPr>
              <a:xfrm rot="10800000" flipH="1">
                <a:off x="13509582" y="5405984"/>
                <a:ext cx="189900" cy="215100"/>
              </a:xfrm>
              <a:prstGeom prst="straightConnector1">
                <a:avLst/>
              </a:prstGeom>
              <a:noFill/>
              <a:ln w="9525" cap="flat" cmpd="sng">
                <a:solidFill>
                  <a:srgbClr val="E4E4E3"/>
                </a:solidFill>
                <a:prstDash val="solid"/>
                <a:round/>
                <a:headEnd type="none" w="sm" len="sm"/>
                <a:tailEnd type="stealth" w="med" len="med"/>
              </a:ln>
            </p:spPr>
          </p:cxnSp>
          <p:cxnSp>
            <p:nvCxnSpPr>
              <p:cNvPr id="408" name="Google Shape;191;p1">
                <a:extLst>
                  <a:ext uri="{FF2B5EF4-FFF2-40B4-BE49-F238E27FC236}">
                    <a16:creationId xmlns:a16="http://schemas.microsoft.com/office/drawing/2014/main" id="{633D3A88-6785-55AA-901E-A7B1B1D3F54F}"/>
                  </a:ext>
                </a:extLst>
              </p:cNvPr>
              <p:cNvCxnSpPr>
                <a:stCxn id="374" idx="6"/>
                <a:endCxn id="375" idx="2"/>
              </p:cNvCxnSpPr>
              <p:nvPr/>
            </p:nvCxnSpPr>
            <p:spPr>
              <a:xfrm rot="10800000" flipH="1">
                <a:off x="12430043" y="5497061"/>
                <a:ext cx="560700" cy="152100"/>
              </a:xfrm>
              <a:prstGeom prst="straightConnector1">
                <a:avLst/>
              </a:prstGeom>
              <a:noFill/>
              <a:ln w="9525" cap="flat" cmpd="sng">
                <a:solidFill>
                  <a:srgbClr val="E4E4E3"/>
                </a:solidFill>
                <a:prstDash val="solid"/>
                <a:round/>
                <a:headEnd type="none" w="sm" len="sm"/>
                <a:tailEnd type="stealth" w="med" len="med"/>
              </a:ln>
            </p:spPr>
          </p:cxnSp>
          <p:sp>
            <p:nvSpPr>
              <p:cNvPr id="409" name="Google Shape;188;p1">
                <a:extLst>
                  <a:ext uri="{FF2B5EF4-FFF2-40B4-BE49-F238E27FC236}">
                    <a16:creationId xmlns:a16="http://schemas.microsoft.com/office/drawing/2014/main" id="{BA09D261-3DD4-7139-5F44-F0DC3163CC83}"/>
                  </a:ext>
                </a:extLst>
              </p:cNvPr>
              <p:cNvSpPr/>
              <p:nvPr/>
            </p:nvSpPr>
            <p:spPr>
              <a:xfrm>
                <a:off x="12361333" y="5843951"/>
                <a:ext cx="192300" cy="198000"/>
              </a:xfrm>
              <a:prstGeom prst="ellipse">
                <a:avLst/>
              </a:prstGeom>
              <a:solidFill>
                <a:schemeClr val="tx1"/>
              </a:solidFill>
              <a:ln w="9525" cap="flat" cmpd="sng">
                <a:solidFill>
                  <a:schemeClr val="dk2"/>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cxnSp>
            <p:nvCxnSpPr>
              <p:cNvPr id="410" name="Google Shape;192;p1">
                <a:extLst>
                  <a:ext uri="{FF2B5EF4-FFF2-40B4-BE49-F238E27FC236}">
                    <a16:creationId xmlns:a16="http://schemas.microsoft.com/office/drawing/2014/main" id="{C4815E66-157A-9AF7-1BD8-6C15A6026A13}"/>
                  </a:ext>
                </a:extLst>
              </p:cNvPr>
              <p:cNvCxnSpPr>
                <a:stCxn id="375" idx="7"/>
                <a:endCxn id="376" idx="2"/>
              </p:cNvCxnSpPr>
              <p:nvPr/>
            </p:nvCxnSpPr>
            <p:spPr>
              <a:xfrm rot="10800000" flipH="1">
                <a:off x="13154747" y="5328685"/>
                <a:ext cx="174300" cy="98400"/>
              </a:xfrm>
              <a:prstGeom prst="straightConnector1">
                <a:avLst/>
              </a:prstGeom>
              <a:noFill/>
              <a:ln w="9525" cap="flat" cmpd="sng">
                <a:solidFill>
                  <a:srgbClr val="E4E4E3"/>
                </a:solidFill>
                <a:prstDash val="solid"/>
                <a:round/>
                <a:headEnd type="none" w="sm" len="sm"/>
                <a:tailEnd type="stealth" w="med" len="med"/>
              </a:ln>
            </p:spPr>
          </p:cxnSp>
          <p:sp>
            <p:nvSpPr>
              <p:cNvPr id="411" name="Google Shape;182;p1">
                <a:extLst>
                  <a:ext uri="{FF2B5EF4-FFF2-40B4-BE49-F238E27FC236}">
                    <a16:creationId xmlns:a16="http://schemas.microsoft.com/office/drawing/2014/main" id="{DA49F370-E2AF-E123-F08F-3BD62EDFFAFC}"/>
                  </a:ext>
                </a:extLst>
              </p:cNvPr>
              <p:cNvSpPr/>
              <p:nvPr/>
            </p:nvSpPr>
            <p:spPr>
              <a:xfrm>
                <a:off x="12128466" y="579843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dirty="0">
                  <a:sym typeface="Arial"/>
                </a:endParaRPr>
              </a:p>
            </p:txBody>
          </p:sp>
          <p:cxnSp>
            <p:nvCxnSpPr>
              <p:cNvPr id="412" name="Google Shape;193;p1">
                <a:extLst>
                  <a:ext uri="{FF2B5EF4-FFF2-40B4-BE49-F238E27FC236}">
                    <a16:creationId xmlns:a16="http://schemas.microsoft.com/office/drawing/2014/main" id="{BE0D87CA-556F-3D82-E04E-664749114205}"/>
                  </a:ext>
                </a:extLst>
              </p:cNvPr>
              <p:cNvCxnSpPr>
                <a:stCxn id="390" idx="6"/>
                <a:endCxn id="380" idx="2"/>
              </p:cNvCxnSpPr>
              <p:nvPr/>
            </p:nvCxnSpPr>
            <p:spPr>
              <a:xfrm>
                <a:off x="12002606" y="6583990"/>
                <a:ext cx="1258500" cy="148800"/>
              </a:xfrm>
              <a:prstGeom prst="straightConnector1">
                <a:avLst/>
              </a:prstGeom>
              <a:noFill/>
              <a:ln w="35850" cap="flat" cmpd="sng">
                <a:solidFill>
                  <a:srgbClr val="E4E4E3"/>
                </a:solidFill>
                <a:prstDash val="solid"/>
                <a:round/>
                <a:headEnd type="stealth" w="med" len="med"/>
                <a:tailEnd type="none" w="sm" len="sm"/>
              </a:ln>
            </p:spPr>
          </p:cxnSp>
          <p:cxnSp>
            <p:nvCxnSpPr>
              <p:cNvPr id="413" name="Google Shape;194;p1">
                <a:extLst>
                  <a:ext uri="{FF2B5EF4-FFF2-40B4-BE49-F238E27FC236}">
                    <a16:creationId xmlns:a16="http://schemas.microsoft.com/office/drawing/2014/main" id="{C3D9A7E7-43B1-D03F-E826-C1A6707D54D7}"/>
                  </a:ext>
                </a:extLst>
              </p:cNvPr>
              <p:cNvCxnSpPr>
                <a:stCxn id="381" idx="1"/>
                <a:endCxn id="385" idx="5"/>
              </p:cNvCxnSpPr>
              <p:nvPr/>
            </p:nvCxnSpPr>
            <p:spPr>
              <a:xfrm rot="10800000">
                <a:off x="11729045" y="5839432"/>
                <a:ext cx="1188600" cy="962700"/>
              </a:xfrm>
              <a:prstGeom prst="straightConnector1">
                <a:avLst/>
              </a:prstGeom>
              <a:noFill/>
              <a:ln w="9525" cap="flat" cmpd="sng">
                <a:solidFill>
                  <a:srgbClr val="CCCCCC"/>
                </a:solidFill>
                <a:prstDash val="solid"/>
                <a:round/>
                <a:headEnd type="none" w="sm" len="sm"/>
                <a:tailEnd type="stealth" w="med" len="med"/>
              </a:ln>
            </p:spPr>
          </p:cxnSp>
          <p:cxnSp>
            <p:nvCxnSpPr>
              <p:cNvPr id="414" name="Google Shape;195;p1">
                <a:extLst>
                  <a:ext uri="{FF2B5EF4-FFF2-40B4-BE49-F238E27FC236}">
                    <a16:creationId xmlns:a16="http://schemas.microsoft.com/office/drawing/2014/main" id="{1583BCDC-63A2-7FC8-FE05-1ED93E97688D}"/>
                  </a:ext>
                </a:extLst>
              </p:cNvPr>
              <p:cNvCxnSpPr>
                <a:stCxn id="411" idx="3"/>
                <a:endCxn id="390" idx="7"/>
              </p:cNvCxnSpPr>
              <p:nvPr/>
            </p:nvCxnSpPr>
            <p:spPr>
              <a:xfrm flipH="1">
                <a:off x="11921428" y="5967439"/>
                <a:ext cx="235200" cy="415800"/>
              </a:xfrm>
              <a:prstGeom prst="straightConnector1">
                <a:avLst/>
              </a:prstGeom>
              <a:noFill/>
              <a:ln w="35850" cap="flat" cmpd="sng">
                <a:solidFill>
                  <a:srgbClr val="E4E4E3"/>
                </a:solidFill>
                <a:prstDash val="solid"/>
                <a:round/>
                <a:headEnd type="none" w="sm" len="sm"/>
                <a:tailEnd type="stealth" w="med" len="med"/>
              </a:ln>
            </p:spPr>
          </p:cxnSp>
          <p:cxnSp>
            <p:nvCxnSpPr>
              <p:cNvPr id="415" name="Google Shape;196;p1">
                <a:extLst>
                  <a:ext uri="{FF2B5EF4-FFF2-40B4-BE49-F238E27FC236}">
                    <a16:creationId xmlns:a16="http://schemas.microsoft.com/office/drawing/2014/main" id="{DF229163-3E6C-9FBA-97E4-349B82AE0889}"/>
                  </a:ext>
                </a:extLst>
              </p:cNvPr>
              <p:cNvCxnSpPr>
                <a:stCxn id="409" idx="5"/>
                <a:endCxn id="381" idx="1"/>
              </p:cNvCxnSpPr>
              <p:nvPr/>
            </p:nvCxnSpPr>
            <p:spPr>
              <a:xfrm>
                <a:off x="12525471" y="6012955"/>
                <a:ext cx="392100" cy="789300"/>
              </a:xfrm>
              <a:prstGeom prst="straightConnector1">
                <a:avLst/>
              </a:prstGeom>
              <a:noFill/>
              <a:ln w="31750" cap="flat" cmpd="sng">
                <a:solidFill>
                  <a:schemeClr val="accent1"/>
                </a:solidFill>
                <a:prstDash val="solid"/>
                <a:round/>
                <a:headEnd type="none" w="sm" len="sm"/>
                <a:tailEnd type="stealth" w="med" len="med"/>
              </a:ln>
            </p:spPr>
          </p:cxnSp>
          <p:cxnSp>
            <p:nvCxnSpPr>
              <p:cNvPr id="416" name="Google Shape;197;p1">
                <a:extLst>
                  <a:ext uri="{FF2B5EF4-FFF2-40B4-BE49-F238E27FC236}">
                    <a16:creationId xmlns:a16="http://schemas.microsoft.com/office/drawing/2014/main" id="{DEFE91E6-83A3-392E-F143-F607BCCB8F93}"/>
                  </a:ext>
                </a:extLst>
              </p:cNvPr>
              <p:cNvCxnSpPr>
                <a:stCxn id="374" idx="6"/>
                <a:endCxn id="379" idx="2"/>
              </p:cNvCxnSpPr>
              <p:nvPr/>
            </p:nvCxnSpPr>
            <p:spPr>
              <a:xfrm>
                <a:off x="12430043" y="5649161"/>
                <a:ext cx="560700" cy="94200"/>
              </a:xfrm>
              <a:prstGeom prst="straightConnector1">
                <a:avLst/>
              </a:prstGeom>
              <a:noFill/>
              <a:ln w="9525" cap="flat" cmpd="sng">
                <a:solidFill>
                  <a:srgbClr val="E4E4E3"/>
                </a:solidFill>
                <a:prstDash val="solid"/>
                <a:round/>
                <a:headEnd type="none" w="sm" len="sm"/>
                <a:tailEnd type="stealth" w="med" len="med"/>
              </a:ln>
            </p:spPr>
          </p:cxnSp>
          <p:cxnSp>
            <p:nvCxnSpPr>
              <p:cNvPr id="417" name="Google Shape;198;p1">
                <a:extLst>
                  <a:ext uri="{FF2B5EF4-FFF2-40B4-BE49-F238E27FC236}">
                    <a16:creationId xmlns:a16="http://schemas.microsoft.com/office/drawing/2014/main" id="{894A9106-F17F-3A0E-94D4-0F321145F300}"/>
                  </a:ext>
                </a:extLst>
              </p:cNvPr>
              <p:cNvCxnSpPr>
                <a:stCxn id="409" idx="6"/>
                <a:endCxn id="383" idx="2"/>
              </p:cNvCxnSpPr>
              <p:nvPr/>
            </p:nvCxnSpPr>
            <p:spPr>
              <a:xfrm>
                <a:off x="12553633" y="5942951"/>
                <a:ext cx="770400" cy="255300"/>
              </a:xfrm>
              <a:prstGeom prst="straightConnector1">
                <a:avLst/>
              </a:prstGeom>
              <a:noFill/>
              <a:ln w="31750" cap="flat" cmpd="sng">
                <a:solidFill>
                  <a:schemeClr val="accent1"/>
                </a:solidFill>
                <a:prstDash val="solid"/>
                <a:round/>
                <a:headEnd type="none" w="sm" len="sm"/>
                <a:tailEnd type="stealth" w="med" len="med"/>
              </a:ln>
            </p:spPr>
          </p:cxnSp>
          <p:cxnSp>
            <p:nvCxnSpPr>
              <p:cNvPr id="418" name="Google Shape;199;p1">
                <a:extLst>
                  <a:ext uri="{FF2B5EF4-FFF2-40B4-BE49-F238E27FC236}">
                    <a16:creationId xmlns:a16="http://schemas.microsoft.com/office/drawing/2014/main" id="{921F40C5-C444-AA18-7E25-EADF2B5DC104}"/>
                  </a:ext>
                </a:extLst>
              </p:cNvPr>
              <p:cNvCxnSpPr>
                <a:stCxn id="409" idx="3"/>
                <a:endCxn id="390" idx="7"/>
              </p:cNvCxnSpPr>
              <p:nvPr/>
            </p:nvCxnSpPr>
            <p:spPr>
              <a:xfrm flipH="1">
                <a:off x="11921495" y="6012955"/>
                <a:ext cx="468000" cy="370200"/>
              </a:xfrm>
              <a:prstGeom prst="straightConnector1">
                <a:avLst/>
              </a:prstGeom>
              <a:noFill/>
              <a:ln w="31750" cap="flat" cmpd="sng">
                <a:solidFill>
                  <a:schemeClr val="accent1"/>
                </a:solidFill>
                <a:prstDash val="solid"/>
                <a:round/>
                <a:headEnd type="none" w="sm" len="sm"/>
                <a:tailEnd type="stealth" w="med" len="med"/>
              </a:ln>
            </p:spPr>
          </p:cxnSp>
          <p:cxnSp>
            <p:nvCxnSpPr>
              <p:cNvPr id="419" name="Google Shape;200;p1">
                <a:extLst>
                  <a:ext uri="{FF2B5EF4-FFF2-40B4-BE49-F238E27FC236}">
                    <a16:creationId xmlns:a16="http://schemas.microsoft.com/office/drawing/2014/main" id="{5D66DFAD-8988-0832-603B-B71941F1361D}"/>
                  </a:ext>
                </a:extLst>
              </p:cNvPr>
              <p:cNvCxnSpPr>
                <a:stCxn id="409" idx="6"/>
                <a:endCxn id="380" idx="1"/>
              </p:cNvCxnSpPr>
              <p:nvPr/>
            </p:nvCxnSpPr>
            <p:spPr>
              <a:xfrm>
                <a:off x="12553633" y="5942951"/>
                <a:ext cx="755400" cy="670800"/>
              </a:xfrm>
              <a:prstGeom prst="straightConnector1">
                <a:avLst/>
              </a:prstGeom>
              <a:noFill/>
              <a:ln w="34925" cap="flat" cmpd="sng">
                <a:solidFill>
                  <a:schemeClr val="accent1"/>
                </a:solidFill>
                <a:prstDash val="solid"/>
                <a:round/>
                <a:headEnd type="none" w="sm" len="sm"/>
                <a:tailEnd type="stealth" w="med" len="med"/>
              </a:ln>
            </p:spPr>
          </p:cxnSp>
        </p:grpSp>
        <p:graphicFrame>
          <p:nvGraphicFramePr>
            <p:cNvPr id="17" name="Table">
              <a:extLst>
                <a:ext uri="{FF2B5EF4-FFF2-40B4-BE49-F238E27FC236}">
                  <a16:creationId xmlns:a16="http://schemas.microsoft.com/office/drawing/2014/main" id="{19C8E28E-038C-BFED-70B1-A78228B93F0C}"/>
                </a:ext>
              </a:extLst>
            </p:cNvPr>
            <p:cNvGraphicFramePr/>
            <p:nvPr/>
          </p:nvGraphicFramePr>
          <p:xfrm>
            <a:off x="5154380" y="6200121"/>
            <a:ext cx="627864" cy="475004"/>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4"/>
                    </a:ext>
                  </a:extLst>
                </a:tr>
              </a:tbl>
            </a:graphicData>
          </a:graphic>
        </p:graphicFrame>
      </p:grpSp>
      <p:sp>
        <p:nvSpPr>
          <p:cNvPr id="11" name="TextBox 10">
            <a:extLst>
              <a:ext uri="{FF2B5EF4-FFF2-40B4-BE49-F238E27FC236}">
                <a16:creationId xmlns:a16="http://schemas.microsoft.com/office/drawing/2014/main" id="{329408FF-87C0-734F-E8CA-FFBAC9B16ABF}"/>
              </a:ext>
            </a:extLst>
          </p:cNvPr>
          <p:cNvSpPr txBox="1"/>
          <p:nvPr/>
        </p:nvSpPr>
        <p:spPr>
          <a:xfrm>
            <a:off x="274319" y="3749040"/>
            <a:ext cx="3291840" cy="146304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t>Kaiaulu downloaders allow different raw data to be obtained. For reference, see refreshers cheatsheet: cheatsheets/refresher-cheatsheet.pdf</a:t>
            </a:r>
          </a:p>
          <a:p>
            <a:endParaRPr lang="en-US" dirty="0"/>
          </a:p>
          <a:p>
            <a:r>
              <a:rPr lang="en-US" sz="1300" dirty="0"/>
              <a:t>1. download_jira_issues()</a:t>
            </a:r>
          </a:p>
          <a:p>
            <a:r>
              <a:rPr lang="en-US" b="0" dirty="0"/>
              <a:t>Downloads JIRA data locally as JSON files.</a:t>
            </a:r>
            <a:endParaRPr lang="en-US" dirty="0"/>
          </a:p>
          <a:p>
            <a:r>
              <a:rPr lang="en-US" sz="1300" dirty="0"/>
              <a:t>2. …</a:t>
            </a:r>
            <a:endParaRPr lang="en-US" b="0" dirty="0"/>
          </a:p>
        </p:txBody>
      </p:sp>
      <p:sp>
        <p:nvSpPr>
          <p:cNvPr id="14" name="TextBox 13">
            <a:extLst>
              <a:ext uri="{FF2B5EF4-FFF2-40B4-BE49-F238E27FC236}">
                <a16:creationId xmlns:a16="http://schemas.microsoft.com/office/drawing/2014/main" id="{9C00D49E-56F1-3DAF-C5D0-6E1EBB670E87}"/>
              </a:ext>
            </a:extLst>
          </p:cNvPr>
          <p:cNvSpPr txBox="1"/>
          <p:nvPr/>
        </p:nvSpPr>
        <p:spPr>
          <a:xfrm>
            <a:off x="274320" y="5577840"/>
            <a:ext cx="3291840" cy="182880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t>Parse functions format raw data into structured tables that are reusable across multiple transforms.</a:t>
            </a:r>
          </a:p>
          <a:p>
            <a:endParaRPr lang="en-US" dirty="0"/>
          </a:p>
          <a:p>
            <a:r>
              <a:rPr lang="en-US" sz="1300" dirty="0"/>
              <a:t>1. parse_gitlog()</a:t>
            </a:r>
          </a:p>
          <a:p>
            <a:r>
              <a:rPr lang="en-US" b="0" dirty="0"/>
              <a:t>Parses a git repository into a commit table.</a:t>
            </a:r>
            <a:endParaRPr lang="en-US" dirty="0"/>
          </a:p>
          <a:p>
            <a:r>
              <a:rPr lang="en-US" sz="1300" dirty="0"/>
              <a:t>2. parse_jira_replies()</a:t>
            </a:r>
          </a:p>
          <a:p>
            <a:r>
              <a:rPr lang="en-US" b="0" dirty="0"/>
              <a:t>Parses Jira issue comments into a reply table.</a:t>
            </a:r>
            <a:endParaRPr lang="en-US" sz="1400" dirty="0"/>
          </a:p>
          <a:p>
            <a:r>
              <a:rPr lang="en-US" sz="1300" dirty="0"/>
              <a:t>3. …</a:t>
            </a:r>
            <a:endParaRPr lang="en-US" sz="1300" b="0" dirty="0"/>
          </a:p>
        </p:txBody>
      </p:sp>
      <p:sp>
        <p:nvSpPr>
          <p:cNvPr id="16" name="TextBox 15">
            <a:extLst>
              <a:ext uri="{FF2B5EF4-FFF2-40B4-BE49-F238E27FC236}">
                <a16:creationId xmlns:a16="http://schemas.microsoft.com/office/drawing/2014/main" id="{4FD198A5-8126-BCFB-A80C-CD9FCD4D0792}"/>
              </a:ext>
            </a:extLst>
          </p:cNvPr>
          <p:cNvSpPr txBox="1"/>
          <p:nvPr/>
        </p:nvSpPr>
        <p:spPr>
          <a:xfrm>
            <a:off x="274320" y="7772400"/>
            <a:ext cx="3566160" cy="228600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t>Transform functions construct S3 graph objects from parsed tables by defining nodes, edges, and relationships.</a:t>
            </a:r>
          </a:p>
          <a:p>
            <a:endParaRPr lang="en-US" dirty="0"/>
          </a:p>
          <a:p>
            <a:r>
              <a:rPr lang="en-US" sz="1300" dirty="0"/>
              <a:t>1. transform_gitlog_to_bipartite_network()</a:t>
            </a:r>
          </a:p>
          <a:p>
            <a:r>
              <a:rPr lang="en-US" b="0" dirty="0"/>
              <a:t>Git Log commit table → bipartite graph.</a:t>
            </a:r>
          </a:p>
          <a:p>
            <a:r>
              <a:rPr lang="en-US" sz="1300" dirty="0"/>
              <a:t>2. transform_gitlog_to_multimodal_network()</a:t>
            </a:r>
          </a:p>
          <a:p>
            <a:r>
              <a:rPr lang="en-US" b="0" dirty="0"/>
              <a:t>Git Log commit table → multimodal graph.</a:t>
            </a:r>
          </a:p>
          <a:p>
            <a:r>
              <a:rPr lang="en-US" sz="1300" dirty="0"/>
              <a:t>3. transform_reply_to_bipartite_network()</a:t>
            </a:r>
          </a:p>
          <a:p>
            <a:r>
              <a:rPr lang="en-US" b="0" dirty="0"/>
              <a:t>Reply table → person-issue bipartite graph.</a:t>
            </a:r>
          </a:p>
          <a:p>
            <a:r>
              <a:rPr lang="en-US" sz="1300" dirty="0"/>
              <a:t>4. …</a:t>
            </a:r>
            <a:endParaRPr lang="en-US" sz="1400" b="0" dirty="0"/>
          </a:p>
        </p:txBody>
      </p:sp>
      <p:sp>
        <p:nvSpPr>
          <p:cNvPr id="3" name="Line">
            <a:extLst>
              <a:ext uri="{FF2B5EF4-FFF2-40B4-BE49-F238E27FC236}">
                <a16:creationId xmlns:a16="http://schemas.microsoft.com/office/drawing/2014/main" id="{1B65CB05-C9BE-D047-A1EC-B1BDA2E90867}"/>
              </a:ext>
            </a:extLst>
          </p:cNvPr>
          <p:cNvSpPr/>
          <p:nvPr/>
        </p:nvSpPr>
        <p:spPr>
          <a:xfrm flipV="1">
            <a:off x="274320" y="1737360"/>
            <a:ext cx="3291840" cy="0"/>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4" name="Line">
            <a:extLst>
              <a:ext uri="{FF2B5EF4-FFF2-40B4-BE49-F238E27FC236}">
                <a16:creationId xmlns:a16="http://schemas.microsoft.com/office/drawing/2014/main" id="{2627C03E-32E3-1503-AD05-1455FD21438A}"/>
              </a:ext>
            </a:extLst>
          </p:cNvPr>
          <p:cNvSpPr/>
          <p:nvPr/>
        </p:nvSpPr>
        <p:spPr>
          <a:xfrm flipV="1">
            <a:off x="274320" y="3749040"/>
            <a:ext cx="3291840" cy="0"/>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22" name="Line">
            <a:extLst>
              <a:ext uri="{FF2B5EF4-FFF2-40B4-BE49-F238E27FC236}">
                <a16:creationId xmlns:a16="http://schemas.microsoft.com/office/drawing/2014/main" id="{3601EFF4-C6AE-DC65-15D1-D2E33045286A}"/>
              </a:ext>
            </a:extLst>
          </p:cNvPr>
          <p:cNvSpPr/>
          <p:nvPr/>
        </p:nvSpPr>
        <p:spPr>
          <a:xfrm flipV="1">
            <a:off x="274320" y="5577840"/>
            <a:ext cx="3291840" cy="0"/>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23" name="Line">
            <a:extLst>
              <a:ext uri="{FF2B5EF4-FFF2-40B4-BE49-F238E27FC236}">
                <a16:creationId xmlns:a16="http://schemas.microsoft.com/office/drawing/2014/main" id="{FBFCD262-4877-94E5-FA47-2CB930FE66D9}"/>
              </a:ext>
            </a:extLst>
          </p:cNvPr>
          <p:cNvSpPr/>
          <p:nvPr/>
        </p:nvSpPr>
        <p:spPr>
          <a:xfrm flipV="1">
            <a:off x="274320" y="7772400"/>
            <a:ext cx="3291840" cy="0"/>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29" name="Line">
            <a:extLst>
              <a:ext uri="{FF2B5EF4-FFF2-40B4-BE49-F238E27FC236}">
                <a16:creationId xmlns:a16="http://schemas.microsoft.com/office/drawing/2014/main" id="{141FD609-7B32-4ED3-6357-935B69313972}"/>
              </a:ext>
            </a:extLst>
          </p:cNvPr>
          <p:cNvSpPr/>
          <p:nvPr/>
        </p:nvSpPr>
        <p:spPr>
          <a:xfrm flipV="1">
            <a:off x="9875518" y="1737360"/>
            <a:ext cx="4023360" cy="0"/>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pic>
        <p:nvPicPr>
          <p:cNvPr id="8" name="Picture 7" descr="A picture containing text&#10;&#10;Description automatically generated">
            <a:extLst>
              <a:ext uri="{FF2B5EF4-FFF2-40B4-BE49-F238E27FC236}">
                <a16:creationId xmlns:a16="http://schemas.microsoft.com/office/drawing/2014/main" id="{B820F464-AE64-53D1-41F0-9489F72A3217}"/>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2214310" y="122459"/>
            <a:ext cx="1443262" cy="1676046"/>
          </a:xfrm>
          <a:prstGeom prst="rect">
            <a:avLst/>
          </a:prstGeom>
        </p:spPr>
      </p:pic>
      <p:sp>
        <p:nvSpPr>
          <p:cNvPr id="30" name="Line">
            <a:extLst>
              <a:ext uri="{FF2B5EF4-FFF2-40B4-BE49-F238E27FC236}">
                <a16:creationId xmlns:a16="http://schemas.microsoft.com/office/drawing/2014/main" id="{4B715B61-7107-3C4C-F533-4E659BE7B126}"/>
              </a:ext>
            </a:extLst>
          </p:cNvPr>
          <p:cNvSpPr/>
          <p:nvPr/>
        </p:nvSpPr>
        <p:spPr>
          <a:xfrm flipV="1">
            <a:off x="9875518" y="3840480"/>
            <a:ext cx="4023360" cy="0"/>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4" name="Line">
            <a:extLst>
              <a:ext uri="{FF2B5EF4-FFF2-40B4-BE49-F238E27FC236}">
                <a16:creationId xmlns:a16="http://schemas.microsoft.com/office/drawing/2014/main" id="{4381059C-443F-62AB-6679-41D7ECFF8952}"/>
              </a:ext>
            </a:extLst>
          </p:cNvPr>
          <p:cNvSpPr/>
          <p:nvPr/>
        </p:nvSpPr>
        <p:spPr>
          <a:xfrm flipV="1">
            <a:off x="9875518" y="8595360"/>
            <a:ext cx="4023360" cy="0"/>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41" name="Line">
            <a:extLst>
              <a:ext uri="{FF2B5EF4-FFF2-40B4-BE49-F238E27FC236}">
                <a16:creationId xmlns:a16="http://schemas.microsoft.com/office/drawing/2014/main" id="{9745F780-A0E0-51EC-01A0-AFADFD19ABEA}"/>
              </a:ext>
            </a:extLst>
          </p:cNvPr>
          <p:cNvSpPr/>
          <p:nvPr/>
        </p:nvSpPr>
        <p:spPr>
          <a:xfrm flipV="1">
            <a:off x="4937760" y="1737360"/>
            <a:ext cx="3749040" cy="0"/>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6" name="Manipulate Variables">
            <a:extLst>
              <a:ext uri="{FF2B5EF4-FFF2-40B4-BE49-F238E27FC236}">
                <a16:creationId xmlns:a16="http://schemas.microsoft.com/office/drawing/2014/main" id="{3D3F03FD-A18D-898C-CDE9-57546DDF2966}"/>
              </a:ext>
            </a:extLst>
          </p:cNvPr>
          <p:cNvSpPr txBox="1"/>
          <p:nvPr/>
        </p:nvSpPr>
        <p:spPr>
          <a:xfrm>
            <a:off x="9875520" y="1459299"/>
            <a:ext cx="2644955"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Graph Constructors</a:t>
            </a:r>
            <a:endParaRPr dirty="0"/>
          </a:p>
        </p:txBody>
      </p:sp>
      <p:sp>
        <p:nvSpPr>
          <p:cNvPr id="421" name="Manipulate Variables">
            <a:extLst>
              <a:ext uri="{FF2B5EF4-FFF2-40B4-BE49-F238E27FC236}">
                <a16:creationId xmlns:a16="http://schemas.microsoft.com/office/drawing/2014/main" id="{7C336D8E-19AF-48D0-5C2F-6C453E98D41D}"/>
              </a:ext>
            </a:extLst>
          </p:cNvPr>
          <p:cNvSpPr txBox="1"/>
          <p:nvPr/>
        </p:nvSpPr>
        <p:spPr>
          <a:xfrm>
            <a:off x="9875520" y="8321040"/>
            <a:ext cx="3085781"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Custom Graph Weights</a:t>
            </a:r>
            <a:endParaRPr dirty="0"/>
          </a:p>
        </p:txBody>
      </p:sp>
      <p:sp>
        <p:nvSpPr>
          <p:cNvPr id="424" name="Layout Suggestions">
            <a:extLst>
              <a:ext uri="{FF2B5EF4-FFF2-40B4-BE49-F238E27FC236}">
                <a16:creationId xmlns:a16="http://schemas.microsoft.com/office/drawing/2014/main" id="{C740CFCB-250E-91D4-A09E-AFDE2D915000}"/>
              </a:ext>
            </a:extLst>
          </p:cNvPr>
          <p:cNvSpPr txBox="1"/>
          <p:nvPr/>
        </p:nvSpPr>
        <p:spPr>
          <a:xfrm>
            <a:off x="4937760" y="1463040"/>
            <a:ext cx="3840480"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t>Network Transform Pipeline</a:t>
            </a:r>
            <a:endParaRPr dirty="0"/>
          </a:p>
        </p:txBody>
      </p:sp>
    </p:spTree>
    <p:extLst>
      <p:ext uri="{BB962C8B-B14F-4D97-AF65-F5344CB8AC3E}">
        <p14:creationId xmlns:p14="http://schemas.microsoft.com/office/powerpoint/2010/main" val="2043883487"/>
      </p:ext>
    </p:extLst>
  </p:cSld>
  <p:clrMapOvr>
    <a:masterClrMapping/>
  </p:clrMapOvr>
  <p:transition spd="med"/>
</p:sld>
</file>

<file path=ppt/theme/_rels/theme1.xml.rels><?xml version="1.0" encoding="UTF-8" standalone="yes"?>
<Relationships xmlns="http://schemas.openxmlformats.org/package/2006/relationships"><Relationship Id="rId1" Type="http://schemas.openxmlformats.org/officeDocument/2006/relationships/image" Target="../media/image1.png"/></Relationships>
</file>

<file path=ppt/theme/_rels/theme2.xml.rels><?xml version="1.0" encoding="UTF-8" standalone="yes"?>
<Relationships xmlns="http://schemas.openxmlformats.org/package/2006/relationships"><Relationship Id="rId1" Type="http://schemas.openxmlformats.org/officeDocument/2006/relationships/image" Target="../media/image1.png"/></Relationships>
</file>

<file path=ppt/theme/theme1.xml><?xml version="1.0" encoding="utf-8"?>
<a:theme xmlns:a="http://schemas.openxmlformats.org/drawingml/2006/main" name="White">
  <a:themeElements>
    <a:clrScheme name="White">
      <a:dk1>
        <a:srgbClr val="4C4C4C"/>
      </a:dk1>
      <a:lt1>
        <a:srgbClr val="FFFFFF"/>
      </a:lt1>
      <a:dk2>
        <a:srgbClr val="53585F"/>
      </a:dk2>
      <a:lt2>
        <a:srgbClr val="DCDEE0"/>
      </a:lt2>
      <a:accent1>
        <a:srgbClr val="0365C0"/>
      </a:accent1>
      <a:accent2>
        <a:srgbClr val="00882B"/>
      </a:accent2>
      <a:accent3>
        <a:srgbClr val="F7DCA7"/>
      </a:accent3>
      <a:accent4>
        <a:srgbClr val="DE6A10"/>
      </a:accent4>
      <a:accent5>
        <a:srgbClr val="C82506"/>
      </a:accent5>
      <a:accent6>
        <a:srgbClr val="773F9B"/>
      </a:accent6>
      <a:hlink>
        <a:srgbClr val="0000FF"/>
      </a:hlink>
      <a:folHlink>
        <a:srgbClr val="FF00FF"/>
      </a:folHlink>
    </a:clrScheme>
    <a:fontScheme name="White">
      <a:majorFont>
        <a:latin typeface="Source Sans Pro Light"/>
        <a:ea typeface="Source Sans Pro Light"/>
        <a:cs typeface="Source Sans Pro Light"/>
      </a:majorFont>
      <a:minorFont>
        <a:latin typeface="Source Sans Pro Light"/>
        <a:ea typeface="Source Sans Pro Light"/>
        <a:cs typeface="Source Sans Pro Light"/>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50000"/>
              </a:srgbClr>
            </a:outerShdw>
          </a:effectLst>
        </a:effectStyle>
        <a:effectStyle>
          <a:effectLst>
            <a:outerShdw blurRad="50800" dist="12700" rotWithShape="0">
              <a:srgbClr val="000000">
                <a:alpha val="50000"/>
              </a:srgbClr>
            </a:outerShdw>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outerShdw blurRad="38100" dist="25400" dir="5400000" rotWithShape="0">
            <a:srgbClr val="000000">
              <a:alpha val="50000"/>
            </a:srgbClr>
          </a:outerShdw>
        </a:effectLst>
        <a:sp3d/>
      </a:spPr>
      <a:bodyPr rot="0" spcFirstLastPara="1" vertOverflow="overflow" horzOverflow="overflow" vert="horz" wrap="square" lIns="54570" tIns="54570" rIns="54570" bIns="54570" numCol="1" spcCol="38100" rtlCol="0" anchor="ctr">
        <a:spAutoFit/>
      </a:bodyPr>
      <a:lstStyle>
        <a:defPPr marL="0" marR="0" indent="0" algn="l" defTabSz="584200" rtl="0" fontAlgn="auto" latinLnBrk="0" hangingPunct="0">
          <a:lnSpc>
            <a:spcPct val="8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Source Sans Pro"/>
            <a:ea typeface="Source Sans Pro"/>
            <a:cs typeface="Source Sans Pro"/>
            <a:sym typeface="Source Sans Pro"/>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4570" tIns="54570" rIns="54570" bIns="54570" numCol="1" spcCol="38100" rtlCol="0" anchor="ctr">
        <a:spAutoFit/>
      </a:bodyPr>
      <a:lstStyle>
        <a:def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F7DCA7"/>
      </a:accent3>
      <a:accent4>
        <a:srgbClr val="DE6A10"/>
      </a:accent4>
      <a:accent5>
        <a:srgbClr val="C82506"/>
      </a:accent5>
      <a:accent6>
        <a:srgbClr val="773F9B"/>
      </a:accent6>
      <a:hlink>
        <a:srgbClr val="0000FF"/>
      </a:hlink>
      <a:folHlink>
        <a:srgbClr val="FF00FF"/>
      </a:folHlink>
    </a:clrScheme>
    <a:fontScheme name="White">
      <a:majorFont>
        <a:latin typeface="Source Sans Pro Light"/>
        <a:ea typeface="Source Sans Pro Light"/>
        <a:cs typeface="Source Sans Pro Light"/>
      </a:majorFont>
      <a:minorFont>
        <a:latin typeface="Source Sans Pro Light"/>
        <a:ea typeface="Source Sans Pro Light"/>
        <a:cs typeface="Source Sans Pro Light"/>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50000"/>
              </a:srgbClr>
            </a:outerShdw>
          </a:effectLst>
        </a:effectStyle>
        <a:effectStyle>
          <a:effectLst>
            <a:outerShdw blurRad="50800" dist="12700" rotWithShape="0">
              <a:srgbClr val="000000">
                <a:alpha val="50000"/>
              </a:srgbClr>
            </a:outerShdw>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outerShdw blurRad="38100" dist="25400" dir="5400000" rotWithShape="0">
            <a:srgbClr val="000000">
              <a:alpha val="50000"/>
            </a:srgbClr>
          </a:outerShdw>
        </a:effectLst>
        <a:sp3d/>
      </a:spPr>
      <a:bodyPr rot="0" spcFirstLastPara="1" vertOverflow="overflow" horzOverflow="overflow" vert="horz" wrap="square" lIns="54570" tIns="54570" rIns="54570" bIns="54570" numCol="1" spcCol="38100" rtlCol="0" anchor="ctr">
        <a:spAutoFit/>
      </a:bodyPr>
      <a:lstStyle>
        <a:defPPr marL="0" marR="0" indent="0" algn="l" defTabSz="584200" rtl="0" fontAlgn="auto" latinLnBrk="0" hangingPunct="0">
          <a:lnSpc>
            <a:spcPct val="8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Source Sans Pro"/>
            <a:ea typeface="Source Sans Pro"/>
            <a:cs typeface="Source Sans Pro"/>
            <a:sym typeface="Source Sans Pro"/>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4570" tIns="54570" rIns="54570" bIns="54570" numCol="1" spcCol="38100" rtlCol="0" anchor="ctr">
        <a:spAutoFit/>
      </a:bodyPr>
      <a:lstStyle>
        <a:def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15</TotalTime>
  <Words>3893</Words>
  <Application>Microsoft Macintosh PowerPoint</Application>
  <PresentationFormat>Custom</PresentationFormat>
  <Paragraphs>541</Paragraphs>
  <Slides>10</Slides>
  <Notes>10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Arial</vt:lpstr>
      <vt:lpstr>Avenir</vt:lpstr>
      <vt:lpstr>Helvetica Light</vt:lpstr>
      <vt:lpstr>Source Sans Pro</vt:lpstr>
      <vt:lpstr>Source Sans Pro Light</vt:lpstr>
      <vt:lpstr>Source Sans Pro Semibold</vt:lpstr>
      <vt:lpstr>White</vt:lpstr>
      <vt:lpstr>PowerPoint Presentation</vt:lpstr>
      <vt:lpstr>PowerPoint Presentation</vt:lpstr>
      <vt:lpstr>Network Transform: : CHEAT SHEET </vt:lpstr>
      <vt:lpstr>Network Transform: : CHEAT SHEET </vt:lpstr>
      <vt:lpstr>Network Transform: : CHEAT SHEET </vt:lpstr>
      <vt:lpstr>Network Transform: : CHEAT SHEET </vt:lpstr>
      <vt:lpstr>Network Transform: : CHEAT SHEET </vt:lpstr>
      <vt:lpstr>Network Transform: : CHEAT SHEET </vt:lpstr>
      <vt:lpstr>Network Transform: : CHEAT SHEET </vt:lpstr>
      <vt:lpstr>Network Transform: : CHEAT SHEET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Four Column Layout : : CHEAT SHEET</dc:title>
  <dc:creator>Nico</dc:creator>
  <cp:lastModifiedBy>Jared Seto</cp:lastModifiedBy>
  <cp:revision>238</cp:revision>
  <cp:lastPrinted>2026-05-09T20:52:57Z</cp:lastPrinted>
  <dcterms:modified xsi:type="dcterms:W3CDTF">2026-05-09T20:52:58Z</dcterms:modified>
</cp:coreProperties>
</file>